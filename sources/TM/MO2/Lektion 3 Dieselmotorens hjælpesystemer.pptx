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1"/>
  </p:sldMasterIdLst>
  <p:notesMasterIdLst>
    <p:notesMasterId r:id="rId15"/>
  </p:notesMasterIdLst>
  <p:handoutMasterIdLst>
    <p:handoutMasterId r:id="rId16"/>
  </p:handoutMasterIdLst>
  <p:sldIdLst>
    <p:sldId id="308" r:id="rId2"/>
    <p:sldId id="310" r:id="rId3"/>
    <p:sldId id="338" r:id="rId4"/>
    <p:sldId id="345" r:id="rId5"/>
    <p:sldId id="337" r:id="rId6"/>
    <p:sldId id="348" r:id="rId7"/>
    <p:sldId id="336" r:id="rId8"/>
    <p:sldId id="342" r:id="rId9"/>
    <p:sldId id="343" r:id="rId10"/>
    <p:sldId id="335" r:id="rId11"/>
    <p:sldId id="340" r:id="rId12"/>
    <p:sldId id="344" r:id="rId13"/>
    <p:sldId id="347" r:id="rId14"/>
  </p:sldIdLst>
  <p:sldSz cx="9906000" cy="6858000" type="A4"/>
  <p:notesSz cx="9926638" cy="6797675"/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sektion" id="{367A50A3-E1A1-411C-B60A-C790A055E8D1}">
          <p14:sldIdLst>
            <p14:sldId id="308"/>
            <p14:sldId id="310"/>
            <p14:sldId id="338"/>
            <p14:sldId id="345"/>
            <p14:sldId id="337"/>
            <p14:sldId id="348"/>
            <p14:sldId id="336"/>
            <p14:sldId id="342"/>
            <p14:sldId id="343"/>
            <p14:sldId id="335"/>
            <p14:sldId id="340"/>
            <p14:sldId id="344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73"/>
    <a:srgbClr val="76D2B6"/>
    <a:srgbClr val="008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590" autoAdjust="0"/>
  </p:normalViewPr>
  <p:slideViewPr>
    <p:cSldViewPr snapToObjects="1">
      <p:cViewPr varScale="1">
        <p:scale>
          <a:sx n="103" d="100"/>
          <a:sy n="103" d="100"/>
        </p:scale>
        <p:origin x="845" y="77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6" d="100"/>
          <a:sy n="76" d="100"/>
        </p:scale>
        <p:origin x="-1908" y="-90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s Kirkegaard" userId="4d5129ff-daee-434f-8316-c65cf7b9684f" providerId="ADAL" clId="{D1F5929C-7253-413A-9EB4-2CCDBC53EEC0}"/>
    <pc:docChg chg="undo redo custSel modSld">
      <pc:chgData name="Anders Kirkegaard" userId="4d5129ff-daee-434f-8316-c65cf7b9684f" providerId="ADAL" clId="{D1F5929C-7253-413A-9EB4-2CCDBC53EEC0}" dt="2026-02-12T14:56:37.826" v="33" actId="1076"/>
      <pc:docMkLst>
        <pc:docMk/>
      </pc:docMkLst>
      <pc:sldChg chg="modSp mod">
        <pc:chgData name="Anders Kirkegaard" userId="4d5129ff-daee-434f-8316-c65cf7b9684f" providerId="ADAL" clId="{D1F5929C-7253-413A-9EB4-2CCDBC53EEC0}" dt="2026-02-12T10:12:40.584" v="7" actId="20577"/>
        <pc:sldMkLst>
          <pc:docMk/>
          <pc:sldMk cId="1964763713" sldId="308"/>
        </pc:sldMkLst>
        <pc:spChg chg="mod">
          <ac:chgData name="Anders Kirkegaard" userId="4d5129ff-daee-434f-8316-c65cf7b9684f" providerId="ADAL" clId="{D1F5929C-7253-413A-9EB4-2CCDBC53EEC0}" dt="2026-02-12T10:12:40.584" v="7" actId="20577"/>
          <ac:spMkLst>
            <pc:docMk/>
            <pc:sldMk cId="1964763713" sldId="308"/>
            <ac:spMk id="9" creationId="{7DADD530-95D3-1180-7A82-446F48CA4186}"/>
          </ac:spMkLst>
        </pc:spChg>
      </pc:sldChg>
      <pc:sldChg chg="modSp mod">
        <pc:chgData name="Anders Kirkegaard" userId="4d5129ff-daee-434f-8316-c65cf7b9684f" providerId="ADAL" clId="{D1F5929C-7253-413A-9EB4-2CCDBC53EEC0}" dt="2026-02-12T14:45:21.345" v="32" actId="1038"/>
        <pc:sldMkLst>
          <pc:docMk/>
          <pc:sldMk cId="4182820894" sldId="335"/>
        </pc:sldMkLst>
        <pc:picChg chg="mod">
          <ac:chgData name="Anders Kirkegaard" userId="4d5129ff-daee-434f-8316-c65cf7b9684f" providerId="ADAL" clId="{D1F5929C-7253-413A-9EB4-2CCDBC53EEC0}" dt="2026-02-12T14:45:21.345" v="32" actId="1038"/>
          <ac:picMkLst>
            <pc:docMk/>
            <pc:sldMk cId="4182820894" sldId="335"/>
            <ac:picMk id="16" creationId="{5E114595-64C3-0248-4E38-8D0BCA34AAF0}"/>
          </ac:picMkLst>
        </pc:picChg>
      </pc:sldChg>
      <pc:sldChg chg="modSp mod">
        <pc:chgData name="Anders Kirkegaard" userId="4d5129ff-daee-434f-8316-c65cf7b9684f" providerId="ADAL" clId="{D1F5929C-7253-413A-9EB4-2CCDBC53EEC0}" dt="2026-02-12T10:12:55.191" v="11" actId="20577"/>
        <pc:sldMkLst>
          <pc:docMk/>
          <pc:sldMk cId="3598945415" sldId="336"/>
        </pc:sldMkLst>
        <pc:spChg chg="mod">
          <ac:chgData name="Anders Kirkegaard" userId="4d5129ff-daee-434f-8316-c65cf7b9684f" providerId="ADAL" clId="{D1F5929C-7253-413A-9EB4-2CCDBC53EEC0}" dt="2026-02-12T10:12:55.191" v="11" actId="20577"/>
          <ac:spMkLst>
            <pc:docMk/>
            <pc:sldMk cId="3598945415" sldId="336"/>
            <ac:spMk id="4" creationId="{9C243C70-2A42-D0F7-45E6-0B07E94574FD}"/>
          </ac:spMkLst>
        </pc:spChg>
      </pc:sldChg>
      <pc:sldChg chg="modSp mod">
        <pc:chgData name="Anders Kirkegaard" userId="4d5129ff-daee-434f-8316-c65cf7b9684f" providerId="ADAL" clId="{D1F5929C-7253-413A-9EB4-2CCDBC53EEC0}" dt="2026-02-12T10:13:14.160" v="15" actId="20577"/>
        <pc:sldMkLst>
          <pc:docMk/>
          <pc:sldMk cId="3913685589" sldId="342"/>
        </pc:sldMkLst>
        <pc:spChg chg="mod">
          <ac:chgData name="Anders Kirkegaard" userId="4d5129ff-daee-434f-8316-c65cf7b9684f" providerId="ADAL" clId="{D1F5929C-7253-413A-9EB4-2CCDBC53EEC0}" dt="2026-02-12T10:13:14.160" v="15" actId="20577"/>
          <ac:spMkLst>
            <pc:docMk/>
            <pc:sldMk cId="3913685589" sldId="342"/>
            <ac:spMk id="6" creationId="{65978709-EA02-60FA-4386-1FAFC6251434}"/>
          </ac:spMkLst>
        </pc:spChg>
      </pc:sldChg>
      <pc:sldChg chg="modSp mod">
        <pc:chgData name="Anders Kirkegaard" userId="4d5129ff-daee-434f-8316-c65cf7b9684f" providerId="ADAL" clId="{D1F5929C-7253-413A-9EB4-2CCDBC53EEC0}" dt="2026-02-12T14:25:36.649" v="26" actId="1038"/>
        <pc:sldMkLst>
          <pc:docMk/>
          <pc:sldMk cId="495445740" sldId="345"/>
        </pc:sldMkLst>
        <pc:picChg chg="mod">
          <ac:chgData name="Anders Kirkegaard" userId="4d5129ff-daee-434f-8316-c65cf7b9684f" providerId="ADAL" clId="{D1F5929C-7253-413A-9EB4-2CCDBC53EEC0}" dt="2026-02-12T14:25:36.649" v="26" actId="1038"/>
          <ac:picMkLst>
            <pc:docMk/>
            <pc:sldMk cId="495445740" sldId="345"/>
            <ac:picMk id="15" creationId="{A9C64869-DF5E-82E8-31AE-1751DB1B0D89}"/>
          </ac:picMkLst>
        </pc:picChg>
      </pc:sldChg>
      <pc:sldChg chg="modSp mod">
        <pc:chgData name="Anders Kirkegaard" userId="4d5129ff-daee-434f-8316-c65cf7b9684f" providerId="ADAL" clId="{D1F5929C-7253-413A-9EB4-2CCDBC53EEC0}" dt="2026-02-12T14:56:37.826" v="33" actId="1076"/>
        <pc:sldMkLst>
          <pc:docMk/>
          <pc:sldMk cId="4275839967" sldId="347"/>
        </pc:sldMkLst>
        <pc:spChg chg="mod">
          <ac:chgData name="Anders Kirkegaard" userId="4d5129ff-daee-434f-8316-c65cf7b9684f" providerId="ADAL" clId="{D1F5929C-7253-413A-9EB4-2CCDBC53EEC0}" dt="2026-02-12T14:56:37.826" v="33" actId="1076"/>
          <ac:spMkLst>
            <pc:docMk/>
            <pc:sldMk cId="4275839967" sldId="347"/>
            <ac:spMk id="4" creationId="{E2240322-8598-33C5-60F8-7A75CA755FE2}"/>
          </ac:spMkLst>
        </pc:spChg>
        <pc:picChg chg="ord">
          <ac:chgData name="Anders Kirkegaard" userId="4d5129ff-daee-434f-8316-c65cf7b9684f" providerId="ADAL" clId="{D1F5929C-7253-413A-9EB4-2CCDBC53EEC0}" dt="2026-02-12T10:14:16.288" v="18" actId="167"/>
          <ac:picMkLst>
            <pc:docMk/>
            <pc:sldMk cId="4275839967" sldId="347"/>
            <ac:picMk id="8" creationId="{0A20209F-4FF1-63C8-274F-9547149814FC}"/>
          </ac:picMkLst>
        </pc:picChg>
      </pc:sldChg>
      <pc:sldChg chg="modSp mod">
        <pc:chgData name="Anders Kirkegaard" userId="4d5129ff-daee-434f-8316-c65cf7b9684f" providerId="ADAL" clId="{D1F5929C-7253-413A-9EB4-2CCDBC53EEC0}" dt="2026-02-12T14:36:55.288" v="30" actId="1038"/>
        <pc:sldMkLst>
          <pc:docMk/>
          <pc:sldMk cId="3119200811" sldId="348"/>
        </pc:sldMkLst>
        <pc:spChg chg="mod">
          <ac:chgData name="Anders Kirkegaard" userId="4d5129ff-daee-434f-8316-c65cf7b9684f" providerId="ADAL" clId="{D1F5929C-7253-413A-9EB4-2CCDBC53EEC0}" dt="2026-02-12T10:12:27.404" v="3" actId="20577"/>
          <ac:spMkLst>
            <pc:docMk/>
            <pc:sldMk cId="3119200811" sldId="348"/>
            <ac:spMk id="4" creationId="{E47A830B-B1A3-082B-9EB7-E563BF1C908E}"/>
          </ac:spMkLst>
        </pc:spChg>
        <pc:picChg chg="mod">
          <ac:chgData name="Anders Kirkegaard" userId="4d5129ff-daee-434f-8316-c65cf7b9684f" providerId="ADAL" clId="{D1F5929C-7253-413A-9EB4-2CCDBC53EEC0}" dt="2026-02-12T14:36:55.288" v="30" actId="1038"/>
          <ac:picMkLst>
            <pc:docMk/>
            <pc:sldMk cId="3119200811" sldId="348"/>
            <ac:picMk id="7" creationId="{99275785-7313-5574-6E03-0430A4BEF19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AE49F00-0C9E-4AB3-AEF3-93A1138AB15A}" type="datetime1">
              <a:rPr lang="da-DK" smtClean="0"/>
              <a:pPr/>
              <a:t>12-02-2026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2A938149-C147-4FB1-A460-A81341C0263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270111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95666CCB-B7BD-45F2-9C52-503B2080BF50}" type="datetime1">
              <a:rPr lang="da-DK" smtClean="0"/>
              <a:pPr/>
              <a:t>12-02-2026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001" tIns="45501" rIns="91001" bIns="45501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C0745616-2564-45CF-B293-4F9F1738F76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191981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12-02-2026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021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Hovedsmøreoliepumpen drives af et udtag på krumtappen. Efter filtrering og evt. køling ledes olie til turboladeren. Næste forgrening er til smøreoliepumpen selv(6). Herefter til smøring af </a:t>
            </a:r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12-02-2026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03748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25000"/>
        <a:buFontTx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364F6B0-1E07-72EC-9C89-DDB049F1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DADD530-95D3-1180-7A82-446F48CA41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129" y="904308"/>
            <a:ext cx="9068709" cy="5049384"/>
          </a:xfrm>
        </p:spPr>
        <p:txBody>
          <a:bodyPr/>
          <a:lstStyle/>
          <a:p>
            <a:endParaRPr lang="da-DK" dirty="0"/>
          </a:p>
          <a:p>
            <a:r>
              <a:rPr lang="da-DK" dirty="0"/>
              <a:t>Dieselmotorens hjælpesystemer (4-takt)</a:t>
            </a:r>
          </a:p>
          <a:p>
            <a:pPr marL="879333" lvl="1" indent="-342900"/>
            <a:r>
              <a:rPr lang="da-DK" dirty="0"/>
              <a:t>Startluftsystem</a:t>
            </a:r>
          </a:p>
          <a:p>
            <a:pPr marL="879333" lvl="1" indent="-342900"/>
            <a:r>
              <a:rPr lang="da-DK" dirty="0" err="1"/>
              <a:t>Ladeluftsystem</a:t>
            </a:r>
            <a:endParaRPr lang="da-DK" dirty="0"/>
          </a:p>
          <a:p>
            <a:pPr marL="879333" lvl="1" indent="-342900"/>
            <a:r>
              <a:rPr lang="da-DK" dirty="0"/>
              <a:t>Brændstofsystem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Smøreoliesystemet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Kølesystem</a:t>
            </a:r>
          </a:p>
          <a:p>
            <a:pPr marL="536433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0" lvl="1" indent="0">
              <a:buNone/>
            </a:pPr>
            <a:r>
              <a:rPr lang="da-DK" sz="1800" b="1" dirty="0"/>
              <a:t>Portefølje 1 spørgsmål 1, 2 og 3</a:t>
            </a:r>
          </a:p>
          <a:p>
            <a:pPr marL="536433" lvl="1" indent="0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006793E-B127-4A92-293F-3CFF603B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1" y="404664"/>
            <a:ext cx="9090889" cy="480067"/>
          </a:xfrm>
        </p:spPr>
        <p:txBody>
          <a:bodyPr/>
          <a:lstStyle/>
          <a:p>
            <a:r>
              <a:rPr lang="da-DK" dirty="0"/>
              <a:t>Dagens program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C6A99DA-CAFB-848A-6E9A-A029577AC7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9FD94A-32F4-273E-CB83-0B00245DA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647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B32C9C-0740-B475-ECBC-96DF208DB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BD51298-AC7A-7C81-0001-D78CDA6A9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C9C64740-3FE3-F834-97D0-B2AA9BC18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0980" y="1628800"/>
            <a:ext cx="9068709" cy="4536504"/>
          </a:xfrm>
        </p:spPr>
        <p:txBody>
          <a:bodyPr/>
          <a:lstStyle/>
          <a:p>
            <a:r>
              <a:rPr lang="da-DK" dirty="0"/>
              <a:t>Hvad der skal til for start og kørsel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Startluft / starter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Luft til forbrænding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Olie til forbrænding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Smøreolie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/>
              <a:t>Kølevand</a:t>
            </a:r>
          </a:p>
          <a:p>
            <a:pPr marL="0" lvl="1" indent="534988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8FA19059-A301-12D7-6274-9E16E7FF3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91" y="980728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A049156D-229E-0812-D8E2-474A6F04D95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809ED35-571E-0348-7AD0-1D9E1C590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8848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DB18-F318-F697-7E33-F3A433267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B4FBCEC-290F-95AD-250B-71613227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484B9CD-E2D7-7118-8FD0-5B7D603FC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31" y="908656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- Startluftsystem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8368C9F-D09F-7204-4165-4D62C15BA2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863A8D35-56EF-5570-C20D-32BBF5CDD1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3074" name="Picture 2" descr="Marine Diesel Engine Pneumatic Starters Common Layout">
            <a:extLst>
              <a:ext uri="{FF2B5EF4-FFF2-40B4-BE49-F238E27FC236}">
                <a16:creationId xmlns:a16="http://schemas.microsoft.com/office/drawing/2014/main" id="{0190C4C5-4661-0BD4-ADF2-FD0EB2FA9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35" y="1151531"/>
            <a:ext cx="7428355" cy="326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 alt text provided for this image">
            <a:extLst>
              <a:ext uri="{FF2B5EF4-FFF2-40B4-BE49-F238E27FC236}">
                <a16:creationId xmlns:a16="http://schemas.microsoft.com/office/drawing/2014/main" id="{83505EED-4D31-40D3-0CFB-85FDD36ED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5128" y="3160940"/>
            <a:ext cx="3561438" cy="266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alt text provided for this image">
            <a:extLst>
              <a:ext uri="{FF2B5EF4-FFF2-40B4-BE49-F238E27FC236}">
                <a16:creationId xmlns:a16="http://schemas.microsoft.com/office/drawing/2014/main" id="{133D37FA-79C8-114B-D944-C1CD1C1BA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64" y="4726378"/>
            <a:ext cx="3123256" cy="213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felt 6">
            <a:extLst>
              <a:ext uri="{FF2B5EF4-FFF2-40B4-BE49-F238E27FC236}">
                <a16:creationId xmlns:a16="http://schemas.microsoft.com/office/drawing/2014/main" id="{49653C8F-04B7-2EE5-DB68-7466644B5A98}"/>
              </a:ext>
            </a:extLst>
          </p:cNvPr>
          <p:cNvSpPr txBox="1"/>
          <p:nvPr/>
        </p:nvSpPr>
        <p:spPr>
          <a:xfrm>
            <a:off x="6138726" y="5899618"/>
            <a:ext cx="3267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1400" dirty="0">
                <a:solidFill>
                  <a:srgbClr val="006273"/>
                </a:solidFill>
              </a:rPr>
              <a:t>Eksempel på startluftsystem 4-takts Diesel</a:t>
            </a:r>
          </a:p>
        </p:txBody>
      </p:sp>
    </p:spTree>
    <p:extLst>
      <p:ext uri="{BB962C8B-B14F-4D97-AF65-F5344CB8AC3E}">
        <p14:creationId xmlns:p14="http://schemas.microsoft.com/office/powerpoint/2010/main" val="204914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735A1-EB46-2109-884D-8DF4568ED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D05227C2-9851-F2A5-4440-7CD62E0F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C94746E-ADC6-9066-D8EC-3802EB371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836712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- Startluftsystem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8B93E1A7-87E8-395C-CE32-4F1B0911D1A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pic>
        <p:nvPicPr>
          <p:cNvPr id="15" name="Billede 14">
            <a:extLst>
              <a:ext uri="{FF2B5EF4-FFF2-40B4-BE49-F238E27FC236}">
                <a16:creationId xmlns:a16="http://schemas.microsoft.com/office/drawing/2014/main" id="{A9C64869-DF5E-82E8-31AE-1751DB1B0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64" y="1886072"/>
            <a:ext cx="9386471" cy="47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445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59ECF-E8D8-EB16-8E4D-76EF01B5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0A05B20-DC64-CE9C-9AEB-74D9D144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20A278A-4C71-06A9-025F-ECE6FA43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388723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- </a:t>
            </a:r>
            <a:r>
              <a:rPr lang="da-DK" dirty="0" err="1"/>
              <a:t>Ladeluftsystem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1AE64CBF-EC67-0C37-74BB-AF919A8134E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pic>
        <p:nvPicPr>
          <p:cNvPr id="10" name="Billede 9">
            <a:extLst>
              <a:ext uri="{FF2B5EF4-FFF2-40B4-BE49-F238E27FC236}">
                <a16:creationId xmlns:a16="http://schemas.microsoft.com/office/drawing/2014/main" id="{A977CD1A-872B-4E14-A0E3-B2632571C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8" y="1628756"/>
            <a:ext cx="7703568" cy="52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76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3464D-EB44-FAD7-6C19-0387270FA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F2975618-6465-6D54-F888-36C3EF4AA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47A830B-B1A3-082B-9EB7-E563BF1C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388723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- Brændstofsystemet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610F050-9626-2A56-A53A-651EFDEDF5F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341F2F60-0E22-B7A8-B37E-22A8A494EA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99275785-7313-5574-6E03-0430A4BEF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226" y="1677444"/>
            <a:ext cx="5466673" cy="419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00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E1E71-0182-3561-9F18-750EA7752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20B1F2A-AF63-E124-3142-4EFDDB0B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C243C70-2A42-D0F7-45E6-0B07E9457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1388723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- Brændstofsystemet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B168CC9C-9396-BE45-74B8-F25ED0471D3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A3372C3-43DF-B07D-52FB-77250ADDF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70342B51-47E7-81B8-EDCA-4400CDA1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825" y="2041537"/>
            <a:ext cx="1606993" cy="3729349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87F3955C-1D11-1483-EA86-FC8C074EE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129" y="2041536"/>
            <a:ext cx="2756475" cy="3729349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6BC6464E-DDDF-2F88-A775-519B6BF478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96" y="1702518"/>
            <a:ext cx="4325812" cy="499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45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C70DF-DC84-73D8-02A1-31371CD6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3246EB2-9DC8-BABA-73A1-5926482F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905D7BB-31CF-C545-1504-38B74E460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81" y="500661"/>
            <a:ext cx="7704856" cy="480067"/>
          </a:xfrm>
        </p:spPr>
        <p:txBody>
          <a:bodyPr/>
          <a:lstStyle/>
          <a:p>
            <a:r>
              <a:rPr lang="da-DK" dirty="0"/>
              <a:t>Dieselmotorens hjælpesystemer –smøreoliesystemet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72A0CFC6-47E2-7A8A-C43C-D437A517C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65978709-EA02-60FA-4386-1FAFC6251434}"/>
              </a:ext>
            </a:extLst>
          </p:cNvPr>
          <p:cNvSpPr txBox="1"/>
          <p:nvPr/>
        </p:nvSpPr>
        <p:spPr>
          <a:xfrm>
            <a:off x="477395" y="1536689"/>
            <a:ext cx="8784976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solidFill>
                  <a:srgbClr val="006273"/>
                </a:solidFill>
              </a:rPr>
              <a:t>Hovedområder for smøring: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6273"/>
                </a:solidFill>
              </a:rPr>
              <a:t>Turbolader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6273"/>
                </a:solidFill>
              </a:rPr>
              <a:t>Kamaksellejer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 err="1">
                <a:solidFill>
                  <a:srgbClr val="006273"/>
                </a:solidFill>
              </a:rPr>
              <a:t>Krumtapaksellejer</a:t>
            </a:r>
            <a:endParaRPr lang="da-DK" dirty="0">
              <a:solidFill>
                <a:srgbClr val="006273"/>
              </a:solidFill>
            </a:endParaRP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6273"/>
                </a:solidFill>
              </a:rPr>
              <a:t>Plejlstangslejer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6273"/>
                </a:solidFill>
              </a:rPr>
              <a:t>Vippetøj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006273"/>
                </a:solidFill>
              </a:rPr>
              <a:t>Brændstofpumpe</a:t>
            </a: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13685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35E75E4-DA2F-A371-54B6-4B21B1E65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29A76F-FAE4-72B0-44F7-5D17DED3C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483" y="845855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– </a:t>
            </a:r>
            <a:br>
              <a:rPr lang="da-DK" dirty="0"/>
            </a:br>
            <a:r>
              <a:rPr lang="da-DK" dirty="0"/>
              <a:t>Smøreoliesystemet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086DD69-865F-63D3-E383-3E482C87AF6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1FDB917-9FDB-62FB-3556-BB2626BE3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39D37131-6DBB-B15B-9871-AFBC8AD3F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030" y="1340768"/>
            <a:ext cx="6097797" cy="511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40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8A68E22B-8A16-C962-33F3-4753C3EF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176B237-15B8-32B4-8728-B0027C19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00" y="332656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– </a:t>
            </a:r>
            <a:br>
              <a:rPr lang="da-DK" dirty="0"/>
            </a:br>
            <a:r>
              <a:rPr lang="da-DK" dirty="0"/>
              <a:t>Smøreoliesystemet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2B3F562-FE3C-DA66-92CF-7477CA359AC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pic>
        <p:nvPicPr>
          <p:cNvPr id="16" name="Billede 15">
            <a:extLst>
              <a:ext uri="{FF2B5EF4-FFF2-40B4-BE49-F238E27FC236}">
                <a16:creationId xmlns:a16="http://schemas.microsoft.com/office/drawing/2014/main" id="{5E114595-64C3-0248-4E38-8D0BCA34A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44" y="720879"/>
            <a:ext cx="8007989" cy="4694025"/>
          </a:xfrm>
          <a:prstGeom prst="rect">
            <a:avLst/>
          </a:prstGeom>
        </p:spPr>
      </p:pic>
      <p:sp>
        <p:nvSpPr>
          <p:cNvPr id="17" name="Tekstfelt 16">
            <a:extLst>
              <a:ext uri="{FF2B5EF4-FFF2-40B4-BE49-F238E27FC236}">
                <a16:creationId xmlns:a16="http://schemas.microsoft.com/office/drawing/2014/main" id="{69547899-9D9C-958A-D5D8-8F03BE1078EA}"/>
              </a:ext>
            </a:extLst>
          </p:cNvPr>
          <p:cNvSpPr txBox="1"/>
          <p:nvPr/>
        </p:nvSpPr>
        <p:spPr>
          <a:xfrm>
            <a:off x="638360" y="5323059"/>
            <a:ext cx="9001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/>
              <a:t>1: </a:t>
            </a:r>
            <a:r>
              <a:rPr lang="da-DK" sz="1600" dirty="0" err="1"/>
              <a:t>Pre</a:t>
            </a:r>
            <a:r>
              <a:rPr lang="da-DK" sz="1600" dirty="0"/>
              <a:t>. </a:t>
            </a:r>
            <a:r>
              <a:rPr lang="da-DK" sz="1600" dirty="0" err="1"/>
              <a:t>Lub</a:t>
            </a:r>
            <a:r>
              <a:rPr lang="da-DK" sz="1600" dirty="0"/>
              <a:t>. Oil pump	2: </a:t>
            </a:r>
            <a:r>
              <a:rPr lang="da-DK" sz="1600" dirty="0" err="1"/>
              <a:t>Pre</a:t>
            </a:r>
            <a:r>
              <a:rPr lang="da-DK" sz="1600" dirty="0"/>
              <a:t>. </a:t>
            </a:r>
            <a:r>
              <a:rPr lang="da-DK" sz="1600" dirty="0" err="1"/>
              <a:t>Lub</a:t>
            </a:r>
            <a:r>
              <a:rPr lang="da-DK" sz="1600" dirty="0"/>
              <a:t> Oil </a:t>
            </a:r>
            <a:r>
              <a:rPr lang="da-DK" sz="1600" dirty="0" err="1"/>
              <a:t>inlet</a:t>
            </a:r>
            <a:r>
              <a:rPr lang="da-DK" sz="1600" dirty="0"/>
              <a:t> Turbo charger	3: Nødhåndpumpe </a:t>
            </a:r>
            <a:r>
              <a:rPr lang="da-DK" sz="1600" dirty="0" err="1"/>
              <a:t>pre</a:t>
            </a:r>
            <a:r>
              <a:rPr lang="da-DK" sz="1600" dirty="0"/>
              <a:t>. </a:t>
            </a:r>
            <a:r>
              <a:rPr lang="da-DK" sz="1600" dirty="0" err="1"/>
              <a:t>Lub</a:t>
            </a:r>
            <a:r>
              <a:rPr lang="da-DK" sz="1600" dirty="0"/>
              <a:t> Oil</a:t>
            </a:r>
          </a:p>
          <a:p>
            <a:r>
              <a:rPr lang="da-DK" sz="1600" dirty="0"/>
              <a:t>4: Termostatstyret trevejsventil	5: Dobbelt filtersæt	6: Smøreolie til smøreoliepumpe</a:t>
            </a:r>
          </a:p>
          <a:p>
            <a:r>
              <a:rPr lang="da-DK" sz="1600" dirty="0"/>
              <a:t>7: Hovedlejer krumtap, </a:t>
            </a:r>
            <a:r>
              <a:rPr lang="da-DK" sz="1600" dirty="0" err="1"/>
              <a:t>plejstangsleje</a:t>
            </a:r>
            <a:r>
              <a:rPr lang="da-DK" sz="1600" dirty="0"/>
              <a:t>	8: Kamakseldrev	9: Regulator</a:t>
            </a:r>
          </a:p>
          <a:p>
            <a:r>
              <a:rPr lang="da-DK" sz="1600" dirty="0"/>
              <a:t>10: Vippetøj		11: Brændstofhøjtrykspumpe	12: Kamaksellejer</a:t>
            </a:r>
          </a:p>
          <a:p>
            <a:endParaRPr lang="da-DK" sz="1600" dirty="0"/>
          </a:p>
          <a:p>
            <a:endParaRPr lang="da-DK" sz="1600" dirty="0"/>
          </a:p>
        </p:txBody>
      </p:sp>
    </p:spTree>
    <p:extLst>
      <p:ext uri="{BB962C8B-B14F-4D97-AF65-F5344CB8AC3E}">
        <p14:creationId xmlns:p14="http://schemas.microsoft.com/office/powerpoint/2010/main" val="4182820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4094-CFF9-E554-2DAF-79EA8E4F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65CCCAF-4E30-499B-F0F4-51936BDB2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A58F06-798D-B77E-6C88-6256ADC1D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980728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–smøreoliesystemet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A9E95E1-FBD6-A40C-4C04-7B24CC210EC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02B883E4-329C-1034-F8BC-BC5A55EF3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290" y="1420276"/>
            <a:ext cx="5387420" cy="5255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747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12F3DE9-70FA-CE91-F2A8-A3163DBC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12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66838E7-4FA0-8D7C-F025-E6EC9656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55" y="980728"/>
            <a:ext cx="9090889" cy="480067"/>
          </a:xfrm>
        </p:spPr>
        <p:txBody>
          <a:bodyPr/>
          <a:lstStyle/>
          <a:p>
            <a:r>
              <a:rPr lang="da-DK" dirty="0"/>
              <a:t>Dieselmotorens hjælpesystemer –smøreoliesystemet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D5A41D5-EE65-381D-DC9E-88C17375B69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636F646A-FB5E-4D30-23C9-64BA01938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8" name="Billede 7">
            <a:extLst>
              <a:ext uri="{FF2B5EF4-FFF2-40B4-BE49-F238E27FC236}">
                <a16:creationId xmlns:a16="http://schemas.microsoft.com/office/drawing/2014/main" id="{BACD4A29-27DB-EDC2-7E97-9C04E7A8F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44" y="2378697"/>
            <a:ext cx="8366896" cy="365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93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98C3-FC91-BDAE-844D-10BEEB28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lede 7">
            <a:extLst>
              <a:ext uri="{FF2B5EF4-FFF2-40B4-BE49-F238E27FC236}">
                <a16:creationId xmlns:a16="http://schemas.microsoft.com/office/drawing/2014/main" id="{0A20209F-4FF1-63C8-274F-954714981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744" y="48882"/>
            <a:ext cx="5760640" cy="6733990"/>
          </a:xfrm>
          <a:prstGeom prst="rect">
            <a:avLst/>
          </a:prstGeom>
        </p:spPr>
      </p:pic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3EE1361-6334-5C03-8C65-B5A5505D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13</a:t>
            </a:fld>
            <a:endParaRPr lang="da-DK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2240322-8598-33C5-60F8-7A75CA755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44" y="2636912"/>
            <a:ext cx="2997948" cy="480067"/>
          </a:xfrm>
        </p:spPr>
        <p:txBody>
          <a:bodyPr/>
          <a:lstStyle/>
          <a:p>
            <a:r>
              <a:rPr lang="da-DK" dirty="0"/>
              <a:t>Dieselmotorens hjælpesystemer (Hovedmotor med 3x genset) - Kølesystem</a:t>
            </a:r>
            <a:br>
              <a:rPr lang="da-DK" dirty="0"/>
            </a:br>
            <a:endParaRPr lang="da-DK" dirty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5958F42-0317-7814-2AD1-E8A4DF9744B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12-02-2026</a:t>
            </a:fld>
            <a:endParaRPr lang="da-DK" dirty="0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46A5DC10-CF4F-BB86-56E7-9DC3CA2CF1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5839967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 v1.0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0B86947F2F384791A43E453BD63C53" ma:contentTypeVersion="3" ma:contentTypeDescription="Opret et nyt dokument." ma:contentTypeScope="" ma:versionID="924b14b58be40a76b67bff0b65d02dc8">
  <xsd:schema xmlns:xsd="http://www.w3.org/2001/XMLSchema" xmlns:xs="http://www.w3.org/2001/XMLSchema" xmlns:p="http://schemas.microsoft.com/office/2006/metadata/properties" xmlns:ns2="b0b3f9a3-cc49-4c1b-8e77-4a04ffe98b8e" targetNamespace="http://schemas.microsoft.com/office/2006/metadata/properties" ma:root="true" ma:fieldsID="a7c221301ad9a472da9d5e0a356bdffd" ns2:_="">
    <xsd:import namespace="b0b3f9a3-cc49-4c1b-8e77-4a04ffe98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3f9a3-cc49-4c1b-8e77-4a04ffe98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2C7A62-8406-48C9-903E-7FCBE0FF7876}"/>
</file>

<file path=customXml/itemProps2.xml><?xml version="1.0" encoding="utf-8"?>
<ds:datastoreItem xmlns:ds="http://schemas.openxmlformats.org/officeDocument/2006/customXml" ds:itemID="{DC51AFAA-96A7-4BEB-A16F-638FF2FDA7C2}"/>
</file>

<file path=customXml/itemProps3.xml><?xml version="1.0" encoding="utf-8"?>
<ds:datastoreItem xmlns:ds="http://schemas.openxmlformats.org/officeDocument/2006/customXml" ds:itemID="{854CB5DB-8152-4381-931E-D23175748A0C}"/>
</file>

<file path=docProps/app.xml><?xml version="1.0" encoding="utf-8"?>
<Properties xmlns="http://schemas.openxmlformats.org/officeDocument/2006/extended-properties" xmlns:vt="http://schemas.openxmlformats.org/officeDocument/2006/docPropsVTypes">
  <Template>Martec - powerpoint skabelon_v1</Template>
  <TotalTime>15971</TotalTime>
  <Words>247</Words>
  <Application>Microsoft Office PowerPoint</Application>
  <PresentationFormat>A4-papir (210 x 297 mm)</PresentationFormat>
  <Paragraphs>84</Paragraphs>
  <Slides>13</Slides>
  <Notes>2</Notes>
  <HiddenSlides>1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16" baseType="lpstr">
      <vt:lpstr>Arial</vt:lpstr>
      <vt:lpstr>Calibri</vt:lpstr>
      <vt:lpstr>Martec v1.0</vt:lpstr>
      <vt:lpstr>Dagens program</vt:lpstr>
      <vt:lpstr>Dieselmotorens hjælpesystemer</vt:lpstr>
      <vt:lpstr>Dieselmotorens hjælpesystemer - Startluftsystem </vt:lpstr>
      <vt:lpstr>Dieselmotorens hjælpesystemer - Startluftsystem </vt:lpstr>
      <vt:lpstr>Dieselmotorens hjælpesystemer - Ladeluftsystem </vt:lpstr>
      <vt:lpstr>Dieselmotorens hjælpesystemer - Brændstofsystemet </vt:lpstr>
      <vt:lpstr>Dieselmotorens hjælpesystemer - Brændstofsystemet </vt:lpstr>
      <vt:lpstr>Dieselmotorens hjælpesystemer –smøreoliesystemet </vt:lpstr>
      <vt:lpstr>Dieselmotorens hjælpesystemer –  Smøreoliesystemet </vt:lpstr>
      <vt:lpstr>Dieselmotorens hjælpesystemer –  Smøreoliesystemet </vt:lpstr>
      <vt:lpstr>Dieselmotorens hjælpesystemer –smøreoliesystemet </vt:lpstr>
      <vt:lpstr>Dieselmotorens hjælpesystemer –smøreoliesystemet</vt:lpstr>
      <vt:lpstr>Dieselmotorens hjælpesystemer (Hovedmotor med 3x genset) - Kølesystem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Niels Ilberg Jacobsen</dc:creator>
  <cp:lastModifiedBy>Anders Kirkegaard</cp:lastModifiedBy>
  <cp:revision>46</cp:revision>
  <cp:lastPrinted>2025-08-13T10:00:20Z</cp:lastPrinted>
  <dcterms:created xsi:type="dcterms:W3CDTF">2015-02-09T14:06:07Z</dcterms:created>
  <dcterms:modified xsi:type="dcterms:W3CDTF">2026-02-12T14:56:48Z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0x010100190B86947F2F384791A43E453BD63C53</vt:lpwstr>
  </property>
  <property fmtid="{D5CDD505-2E9C-101B-9397-08002B2CF9AE}" pid="3" name="Order">
    <vt:r8>37900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