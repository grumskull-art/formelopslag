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712" r:id="rId4"/>
  </p:sldMasterIdLst>
  <p:notesMasterIdLst>
    <p:notesMasterId r:id="rId20"/>
  </p:notesMasterIdLst>
  <p:handoutMasterIdLst>
    <p:handoutMasterId r:id="rId21"/>
  </p:handoutMasterIdLst>
  <p:sldIdLst>
    <p:sldId id="308" r:id="rId5"/>
    <p:sldId id="309" r:id="rId6"/>
    <p:sldId id="366" r:id="rId7"/>
    <p:sldId id="354" r:id="rId8"/>
    <p:sldId id="355" r:id="rId9"/>
    <p:sldId id="356" r:id="rId10"/>
    <p:sldId id="357" r:id="rId11"/>
    <p:sldId id="358" r:id="rId12"/>
    <p:sldId id="360" r:id="rId13"/>
    <p:sldId id="359" r:id="rId14"/>
    <p:sldId id="361" r:id="rId15"/>
    <p:sldId id="362" r:id="rId16"/>
    <p:sldId id="364" r:id="rId17"/>
    <p:sldId id="363" r:id="rId18"/>
    <p:sldId id="351" r:id="rId19"/>
  </p:sldIdLst>
  <p:sldSz cx="9906000" cy="6858000" type="A4"/>
  <p:notesSz cx="9926638" cy="6797675"/>
  <p:embeddedFontLst>
    <p:embeddedFont>
      <p:font typeface="Cambria Math" panose="02040503050406030204" pitchFamily="18" charset="0"/>
      <p:regular r:id="rId22"/>
    </p:embeddedFont>
  </p:embeddedFontLst>
  <p:defaultTextStyle>
    <a:defPPr>
      <a:defRPr lang="da-DK"/>
    </a:defPPr>
    <a:lvl1pPr marL="0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36433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72866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609298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45731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82164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18597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755029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91462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sektion" id="{367A50A3-E1A1-411C-B60A-C790A055E8D1}">
          <p14:sldIdLst>
            <p14:sldId id="308"/>
            <p14:sldId id="309"/>
            <p14:sldId id="366"/>
            <p14:sldId id="354"/>
            <p14:sldId id="355"/>
            <p14:sldId id="356"/>
            <p14:sldId id="357"/>
            <p14:sldId id="358"/>
            <p14:sldId id="360"/>
            <p14:sldId id="359"/>
            <p14:sldId id="361"/>
            <p14:sldId id="362"/>
            <p14:sldId id="364"/>
            <p14:sldId id="363"/>
            <p14:sldId id="3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273"/>
    <a:srgbClr val="76D2B6"/>
    <a:srgbClr val="0080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88FC8B-F241-402A-B92D-0BD5A97E7987}" v="49" dt="2026-02-24T13:51:21.0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17" autoAdjust="0"/>
    <p:restoredTop sz="94590" autoAdjust="0"/>
  </p:normalViewPr>
  <p:slideViewPr>
    <p:cSldViewPr snapToObjects="1">
      <p:cViewPr varScale="1">
        <p:scale>
          <a:sx n="104" d="100"/>
          <a:sy n="104" d="100"/>
        </p:scale>
        <p:origin x="1722" y="11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76" d="100"/>
          <a:sy n="76" d="100"/>
        </p:scale>
        <p:origin x="-1908" y="-90"/>
      </p:cViewPr>
      <p:guideLst>
        <p:guide orient="horz" pos="2141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1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tian Holm Nielsen" userId="7f6e59cd-4e17-4f4e-8cb8-d8c27ec9a1e7" providerId="ADAL" clId="{0FC4D70B-04FC-45FB-8D5C-EBB01ABE2253}"/>
    <pc:docChg chg="undo custSel addSld delSld modSld modSection">
      <pc:chgData name="Kristian Holm Nielsen" userId="7f6e59cd-4e17-4f4e-8cb8-d8c27ec9a1e7" providerId="ADAL" clId="{0FC4D70B-04FC-45FB-8D5C-EBB01ABE2253}" dt="2026-02-18T07:57:37.153" v="1215" actId="1076"/>
      <pc:docMkLst>
        <pc:docMk/>
      </pc:docMkLst>
      <pc:sldChg chg="addSp modSp mod">
        <pc:chgData name="Kristian Holm Nielsen" userId="7f6e59cd-4e17-4f4e-8cb8-d8c27ec9a1e7" providerId="ADAL" clId="{0FC4D70B-04FC-45FB-8D5C-EBB01ABE2253}" dt="2026-02-18T07:44:04.839" v="1190" actId="20577"/>
        <pc:sldMkLst>
          <pc:docMk/>
          <pc:sldMk cId="3155635785" sldId="309"/>
        </pc:sldMkLst>
        <pc:spChg chg="mod">
          <ac:chgData name="Kristian Holm Nielsen" userId="7f6e59cd-4e17-4f4e-8cb8-d8c27ec9a1e7" providerId="ADAL" clId="{0FC4D70B-04FC-45FB-8D5C-EBB01ABE2253}" dt="2026-02-18T07:44:04.839" v="1190" actId="20577"/>
          <ac:spMkLst>
            <pc:docMk/>
            <pc:sldMk cId="3155635785" sldId="309"/>
            <ac:spMk id="6" creationId="{FB77658B-D6F7-5200-8C98-3DDB062A10DA}"/>
          </ac:spMkLst>
        </pc:spChg>
        <pc:picChg chg="add mod">
          <ac:chgData name="Kristian Holm Nielsen" userId="7f6e59cd-4e17-4f4e-8cb8-d8c27ec9a1e7" providerId="ADAL" clId="{0FC4D70B-04FC-45FB-8D5C-EBB01ABE2253}" dt="2026-02-07T10:19:26.358" v="47" actId="14100"/>
          <ac:picMkLst>
            <pc:docMk/>
            <pc:sldMk cId="3155635785" sldId="309"/>
            <ac:picMk id="7" creationId="{E43599E7-80E9-88F3-B9C3-68D7DDE9F131}"/>
          </ac:picMkLst>
        </pc:picChg>
      </pc:sldChg>
      <pc:sldChg chg="addSp delSp modSp mod">
        <pc:chgData name="Kristian Holm Nielsen" userId="7f6e59cd-4e17-4f4e-8cb8-d8c27ec9a1e7" providerId="ADAL" clId="{0FC4D70B-04FC-45FB-8D5C-EBB01ABE2253}" dt="2026-02-18T07:25:58.617" v="843" actId="1076"/>
        <pc:sldMkLst>
          <pc:docMk/>
          <pc:sldMk cId="4255178089" sldId="354"/>
        </pc:sldMkLst>
        <pc:spChg chg="mod">
          <ac:chgData name="Kristian Holm Nielsen" userId="7f6e59cd-4e17-4f4e-8cb8-d8c27ec9a1e7" providerId="ADAL" clId="{0FC4D70B-04FC-45FB-8D5C-EBB01ABE2253}" dt="2026-02-18T07:25:51.996" v="842" actId="14100"/>
          <ac:spMkLst>
            <pc:docMk/>
            <pc:sldMk cId="4255178089" sldId="354"/>
            <ac:spMk id="6" creationId="{CE85B0D2-2E16-2698-2BE1-46708E5CF462}"/>
          </ac:spMkLst>
        </pc:spChg>
        <pc:spChg chg="mod">
          <ac:chgData name="Kristian Holm Nielsen" userId="7f6e59cd-4e17-4f4e-8cb8-d8c27ec9a1e7" providerId="ADAL" clId="{0FC4D70B-04FC-45FB-8D5C-EBB01ABE2253}" dt="2026-02-18T07:23:14.790" v="834" actId="1076"/>
          <ac:spMkLst>
            <pc:docMk/>
            <pc:sldMk cId="4255178089" sldId="354"/>
            <ac:spMk id="8" creationId="{E3B563E5-7ED8-8924-1F98-AAB5EBC9E507}"/>
          </ac:spMkLst>
        </pc:spChg>
        <pc:picChg chg="mod">
          <ac:chgData name="Kristian Holm Nielsen" userId="7f6e59cd-4e17-4f4e-8cb8-d8c27ec9a1e7" providerId="ADAL" clId="{0FC4D70B-04FC-45FB-8D5C-EBB01ABE2253}" dt="2026-02-18T07:23:20.499" v="836" actId="1076"/>
          <ac:picMkLst>
            <pc:docMk/>
            <pc:sldMk cId="4255178089" sldId="354"/>
            <ac:picMk id="5" creationId="{8B0D6663-864D-7F57-81B7-810DBFD4D324}"/>
          </ac:picMkLst>
        </pc:picChg>
        <pc:picChg chg="add mod">
          <ac:chgData name="Kristian Holm Nielsen" userId="7f6e59cd-4e17-4f4e-8cb8-d8c27ec9a1e7" providerId="ADAL" clId="{0FC4D70B-04FC-45FB-8D5C-EBB01ABE2253}" dt="2026-02-18T07:25:58.617" v="843" actId="1076"/>
          <ac:picMkLst>
            <pc:docMk/>
            <pc:sldMk cId="4255178089" sldId="354"/>
            <ac:picMk id="7" creationId="{DD459DAB-68BE-DAFB-0546-00C33EA108CB}"/>
          </ac:picMkLst>
        </pc:picChg>
        <pc:picChg chg="mod">
          <ac:chgData name="Kristian Holm Nielsen" userId="7f6e59cd-4e17-4f4e-8cb8-d8c27ec9a1e7" providerId="ADAL" clId="{0FC4D70B-04FC-45FB-8D5C-EBB01ABE2253}" dt="2026-02-18T07:23:22.803" v="837" actId="1076"/>
          <ac:picMkLst>
            <pc:docMk/>
            <pc:sldMk cId="4255178089" sldId="354"/>
            <ac:picMk id="11" creationId="{E6540026-AD58-3B6E-50F8-2385891B8716}"/>
          </ac:picMkLst>
        </pc:picChg>
      </pc:sldChg>
      <pc:sldChg chg="addSp delSp modSp mod">
        <pc:chgData name="Kristian Holm Nielsen" userId="7f6e59cd-4e17-4f4e-8cb8-d8c27ec9a1e7" providerId="ADAL" clId="{0FC4D70B-04FC-45FB-8D5C-EBB01ABE2253}" dt="2026-02-07T13:18:39.341" v="658" actId="14100"/>
        <pc:sldMkLst>
          <pc:docMk/>
          <pc:sldMk cId="2027345343" sldId="355"/>
        </pc:sldMkLst>
        <pc:spChg chg="mod">
          <ac:chgData name="Kristian Holm Nielsen" userId="7f6e59cd-4e17-4f4e-8cb8-d8c27ec9a1e7" providerId="ADAL" clId="{0FC4D70B-04FC-45FB-8D5C-EBB01ABE2253}" dt="2026-02-07T13:18:26.460" v="653" actId="20577"/>
          <ac:spMkLst>
            <pc:docMk/>
            <pc:sldMk cId="2027345343" sldId="355"/>
            <ac:spMk id="6" creationId="{6803A58A-9793-D765-F965-0BAD46BA9EF9}"/>
          </ac:spMkLst>
        </pc:spChg>
        <pc:picChg chg="add mod">
          <ac:chgData name="Kristian Holm Nielsen" userId="7f6e59cd-4e17-4f4e-8cb8-d8c27ec9a1e7" providerId="ADAL" clId="{0FC4D70B-04FC-45FB-8D5C-EBB01ABE2253}" dt="2026-02-07T13:18:39.341" v="658" actId="14100"/>
          <ac:picMkLst>
            <pc:docMk/>
            <pc:sldMk cId="2027345343" sldId="355"/>
            <ac:picMk id="7" creationId="{2DD72340-C45E-B0FA-67A1-A8C5CDE6242C}"/>
          </ac:picMkLst>
        </pc:picChg>
      </pc:sldChg>
      <pc:sldChg chg="modSp mod">
        <pc:chgData name="Kristian Holm Nielsen" userId="7f6e59cd-4e17-4f4e-8cb8-d8c27ec9a1e7" providerId="ADAL" clId="{0FC4D70B-04FC-45FB-8D5C-EBB01ABE2253}" dt="2026-02-07T13:19:59.284" v="669" actId="20577"/>
        <pc:sldMkLst>
          <pc:docMk/>
          <pc:sldMk cId="227540830" sldId="356"/>
        </pc:sldMkLst>
        <pc:spChg chg="mod">
          <ac:chgData name="Kristian Holm Nielsen" userId="7f6e59cd-4e17-4f4e-8cb8-d8c27ec9a1e7" providerId="ADAL" clId="{0FC4D70B-04FC-45FB-8D5C-EBB01ABE2253}" dt="2026-02-07T13:19:59.284" v="669" actId="20577"/>
          <ac:spMkLst>
            <pc:docMk/>
            <pc:sldMk cId="227540830" sldId="356"/>
            <ac:spMk id="6" creationId="{8658DCAC-2BB7-F121-DEEC-59350C5AB8F0}"/>
          </ac:spMkLst>
        </pc:spChg>
        <pc:picChg chg="mod">
          <ac:chgData name="Kristian Holm Nielsen" userId="7f6e59cd-4e17-4f4e-8cb8-d8c27ec9a1e7" providerId="ADAL" clId="{0FC4D70B-04FC-45FB-8D5C-EBB01ABE2253}" dt="2026-02-07T13:19:24.128" v="663" actId="1076"/>
          <ac:picMkLst>
            <pc:docMk/>
            <pc:sldMk cId="227540830" sldId="356"/>
            <ac:picMk id="16" creationId="{2F80987C-8379-AE3B-E3DC-7A2B48742BB6}"/>
          </ac:picMkLst>
        </pc:picChg>
      </pc:sldChg>
      <pc:sldChg chg="addSp delSp modSp mod">
        <pc:chgData name="Kristian Holm Nielsen" userId="7f6e59cd-4e17-4f4e-8cb8-d8c27ec9a1e7" providerId="ADAL" clId="{0FC4D70B-04FC-45FB-8D5C-EBB01ABE2253}" dt="2026-02-18T07:45:02.324" v="1192" actId="1076"/>
        <pc:sldMkLst>
          <pc:docMk/>
          <pc:sldMk cId="1241013698" sldId="357"/>
        </pc:sldMkLst>
        <pc:spChg chg="mod">
          <ac:chgData name="Kristian Holm Nielsen" userId="7f6e59cd-4e17-4f4e-8cb8-d8c27ec9a1e7" providerId="ADAL" clId="{0FC4D70B-04FC-45FB-8D5C-EBB01ABE2253}" dt="2026-02-18T07:44:36.118" v="1191" actId="20577"/>
          <ac:spMkLst>
            <pc:docMk/>
            <pc:sldMk cId="1241013698" sldId="357"/>
            <ac:spMk id="6" creationId="{0D939BD1-2A4D-93E0-C9D8-077B494489C7}"/>
          </ac:spMkLst>
        </pc:spChg>
        <pc:spChg chg="mod">
          <ac:chgData name="Kristian Holm Nielsen" userId="7f6e59cd-4e17-4f4e-8cb8-d8c27ec9a1e7" providerId="ADAL" clId="{0FC4D70B-04FC-45FB-8D5C-EBB01ABE2253}" dt="2026-02-18T07:37:08.127" v="844" actId="1076"/>
          <ac:spMkLst>
            <pc:docMk/>
            <pc:sldMk cId="1241013698" sldId="357"/>
            <ac:spMk id="8" creationId="{7B120077-8F9C-3BA9-8B6A-D9F69EB31389}"/>
          </ac:spMkLst>
        </pc:spChg>
        <pc:picChg chg="mod">
          <ac:chgData name="Kristian Holm Nielsen" userId="7f6e59cd-4e17-4f4e-8cb8-d8c27ec9a1e7" providerId="ADAL" clId="{0FC4D70B-04FC-45FB-8D5C-EBB01ABE2253}" dt="2026-02-18T07:40:47.639" v="937" actId="14100"/>
          <ac:picMkLst>
            <pc:docMk/>
            <pc:sldMk cId="1241013698" sldId="357"/>
            <ac:picMk id="10" creationId="{D7450434-A612-97C9-29CD-C3ECDE40C509}"/>
          </ac:picMkLst>
        </pc:picChg>
        <pc:picChg chg="mod">
          <ac:chgData name="Kristian Holm Nielsen" userId="7f6e59cd-4e17-4f4e-8cb8-d8c27ec9a1e7" providerId="ADAL" clId="{0FC4D70B-04FC-45FB-8D5C-EBB01ABE2253}" dt="2026-02-18T07:40:13.715" v="931" actId="1076"/>
          <ac:picMkLst>
            <pc:docMk/>
            <pc:sldMk cId="1241013698" sldId="357"/>
            <ac:picMk id="13" creationId="{91A827DC-C1B9-494C-B966-94496334179E}"/>
          </ac:picMkLst>
        </pc:picChg>
        <pc:picChg chg="mod">
          <ac:chgData name="Kristian Holm Nielsen" userId="7f6e59cd-4e17-4f4e-8cb8-d8c27ec9a1e7" providerId="ADAL" clId="{0FC4D70B-04FC-45FB-8D5C-EBB01ABE2253}" dt="2026-02-18T07:45:02.324" v="1192" actId="1076"/>
          <ac:picMkLst>
            <pc:docMk/>
            <pc:sldMk cId="1241013698" sldId="357"/>
            <ac:picMk id="17" creationId="{DD362C90-EF5A-A0DD-9CF2-5FA3761E631A}"/>
          </ac:picMkLst>
        </pc:picChg>
      </pc:sldChg>
      <pc:sldChg chg="addSp delSp modSp mod">
        <pc:chgData name="Kristian Holm Nielsen" userId="7f6e59cd-4e17-4f4e-8cb8-d8c27ec9a1e7" providerId="ADAL" clId="{0FC4D70B-04FC-45FB-8D5C-EBB01ABE2253}" dt="2026-02-18T07:57:37.153" v="1215" actId="1076"/>
        <pc:sldMkLst>
          <pc:docMk/>
          <pc:sldMk cId="2053271614" sldId="358"/>
        </pc:sldMkLst>
        <pc:picChg chg="add mod">
          <ac:chgData name="Kristian Holm Nielsen" userId="7f6e59cd-4e17-4f4e-8cb8-d8c27ec9a1e7" providerId="ADAL" clId="{0FC4D70B-04FC-45FB-8D5C-EBB01ABE2253}" dt="2026-02-18T07:57:14.998" v="1210" actId="1076"/>
          <ac:picMkLst>
            <pc:docMk/>
            <pc:sldMk cId="2053271614" sldId="358"/>
            <ac:picMk id="11" creationId="{9EA04FC0-8170-7B13-8CDE-71C49AC1242A}"/>
          </ac:picMkLst>
        </pc:picChg>
        <pc:picChg chg="add mod">
          <ac:chgData name="Kristian Holm Nielsen" userId="7f6e59cd-4e17-4f4e-8cb8-d8c27ec9a1e7" providerId="ADAL" clId="{0FC4D70B-04FC-45FB-8D5C-EBB01ABE2253}" dt="2026-02-18T07:57:19.935" v="1211" actId="1076"/>
          <ac:picMkLst>
            <pc:docMk/>
            <pc:sldMk cId="2053271614" sldId="358"/>
            <ac:picMk id="13" creationId="{D57D8838-3631-D066-B98C-722F43A7172E}"/>
          </ac:picMkLst>
        </pc:picChg>
        <pc:picChg chg="add mod">
          <ac:chgData name="Kristian Holm Nielsen" userId="7f6e59cd-4e17-4f4e-8cb8-d8c27ec9a1e7" providerId="ADAL" clId="{0FC4D70B-04FC-45FB-8D5C-EBB01ABE2253}" dt="2026-02-18T07:57:37.153" v="1215" actId="1076"/>
          <ac:picMkLst>
            <pc:docMk/>
            <pc:sldMk cId="2053271614" sldId="358"/>
            <ac:picMk id="15" creationId="{CE6F5748-E6E3-B3A1-5127-BE4B37487ED0}"/>
          </ac:picMkLst>
        </pc:picChg>
      </pc:sldChg>
      <pc:sldChg chg="modSp mod">
        <pc:chgData name="Kristian Holm Nielsen" userId="7f6e59cd-4e17-4f4e-8cb8-d8c27ec9a1e7" providerId="ADAL" clId="{0FC4D70B-04FC-45FB-8D5C-EBB01ABE2253}" dt="2026-02-07T13:23:45.299" v="771" actId="20577"/>
        <pc:sldMkLst>
          <pc:docMk/>
          <pc:sldMk cId="360239877" sldId="359"/>
        </pc:sldMkLst>
        <pc:spChg chg="mod">
          <ac:chgData name="Kristian Holm Nielsen" userId="7f6e59cd-4e17-4f4e-8cb8-d8c27ec9a1e7" providerId="ADAL" clId="{0FC4D70B-04FC-45FB-8D5C-EBB01ABE2253}" dt="2026-02-07T13:23:45.299" v="771" actId="20577"/>
          <ac:spMkLst>
            <pc:docMk/>
            <pc:sldMk cId="360239877" sldId="359"/>
            <ac:spMk id="6" creationId="{F999E4BF-67D8-059D-F0EA-9BCBB2382BD7}"/>
          </ac:spMkLst>
        </pc:spChg>
      </pc:sldChg>
      <pc:sldChg chg="modSp mod">
        <pc:chgData name="Kristian Holm Nielsen" userId="7f6e59cd-4e17-4f4e-8cb8-d8c27ec9a1e7" providerId="ADAL" clId="{0FC4D70B-04FC-45FB-8D5C-EBB01ABE2253}" dt="2026-02-07T13:26:16.295" v="784" actId="20577"/>
        <pc:sldMkLst>
          <pc:docMk/>
          <pc:sldMk cId="4091758235" sldId="361"/>
        </pc:sldMkLst>
        <pc:spChg chg="mod">
          <ac:chgData name="Kristian Holm Nielsen" userId="7f6e59cd-4e17-4f4e-8cb8-d8c27ec9a1e7" providerId="ADAL" clId="{0FC4D70B-04FC-45FB-8D5C-EBB01ABE2253}" dt="2026-02-07T13:26:16.295" v="784" actId="20577"/>
          <ac:spMkLst>
            <pc:docMk/>
            <pc:sldMk cId="4091758235" sldId="361"/>
            <ac:spMk id="6" creationId="{5F2F070B-5615-9D51-B9A9-B6564E1AD6CD}"/>
          </ac:spMkLst>
        </pc:spChg>
        <pc:picChg chg="mod">
          <ac:chgData name="Kristian Holm Nielsen" userId="7f6e59cd-4e17-4f4e-8cb8-d8c27ec9a1e7" providerId="ADAL" clId="{0FC4D70B-04FC-45FB-8D5C-EBB01ABE2253}" dt="2026-02-07T13:25:17.828" v="782" actId="1076"/>
          <ac:picMkLst>
            <pc:docMk/>
            <pc:sldMk cId="4091758235" sldId="361"/>
            <ac:picMk id="19" creationId="{0925FCE3-36CA-BEBE-27D7-968C934104FF}"/>
          </ac:picMkLst>
        </pc:picChg>
      </pc:sldChg>
      <pc:sldChg chg="modSp">
        <pc:chgData name="Kristian Holm Nielsen" userId="7f6e59cd-4e17-4f4e-8cb8-d8c27ec9a1e7" providerId="ADAL" clId="{0FC4D70B-04FC-45FB-8D5C-EBB01ABE2253}" dt="2026-02-17T16:03:15.200" v="805" actId="20577"/>
        <pc:sldMkLst>
          <pc:docMk/>
          <pc:sldMk cId="821311990" sldId="362"/>
        </pc:sldMkLst>
        <pc:spChg chg="mod">
          <ac:chgData name="Kristian Holm Nielsen" userId="7f6e59cd-4e17-4f4e-8cb8-d8c27ec9a1e7" providerId="ADAL" clId="{0FC4D70B-04FC-45FB-8D5C-EBB01ABE2253}" dt="2026-02-17T16:03:15.200" v="805" actId="20577"/>
          <ac:spMkLst>
            <pc:docMk/>
            <pc:sldMk cId="821311990" sldId="362"/>
            <ac:spMk id="23" creationId="{2E1FFBB5-0F28-07B2-AC86-D2F06BE6FDF7}"/>
          </ac:spMkLst>
        </pc:spChg>
      </pc:sldChg>
      <pc:sldChg chg="modSp">
        <pc:chgData name="Kristian Holm Nielsen" userId="7f6e59cd-4e17-4f4e-8cb8-d8c27ec9a1e7" providerId="ADAL" clId="{0FC4D70B-04FC-45FB-8D5C-EBB01ABE2253}" dt="2026-02-17T16:03:02.264" v="803" actId="20577"/>
        <pc:sldMkLst>
          <pc:docMk/>
          <pc:sldMk cId="252681246" sldId="363"/>
        </pc:sldMkLst>
        <pc:spChg chg="mod">
          <ac:chgData name="Kristian Holm Nielsen" userId="7f6e59cd-4e17-4f4e-8cb8-d8c27ec9a1e7" providerId="ADAL" clId="{0FC4D70B-04FC-45FB-8D5C-EBB01ABE2253}" dt="2026-02-17T16:03:02.264" v="803" actId="20577"/>
          <ac:spMkLst>
            <pc:docMk/>
            <pc:sldMk cId="252681246" sldId="363"/>
            <ac:spMk id="14" creationId="{0F69F3F4-977E-FB59-4BD8-4398818D6137}"/>
          </ac:spMkLst>
        </pc:spChg>
        <pc:spChg chg="mod">
          <ac:chgData name="Kristian Holm Nielsen" userId="7f6e59cd-4e17-4f4e-8cb8-d8c27ec9a1e7" providerId="ADAL" clId="{0FC4D70B-04FC-45FB-8D5C-EBB01ABE2253}" dt="2026-02-17T16:02:55.326" v="801" actId="20577"/>
          <ac:spMkLst>
            <pc:docMk/>
            <pc:sldMk cId="252681246" sldId="363"/>
            <ac:spMk id="16" creationId="{FB0FD06D-E07D-F325-CA45-8CBDAF1A7FE3}"/>
          </ac:spMkLst>
        </pc:spChg>
      </pc:sldChg>
      <pc:sldChg chg="addSp delSp modSp add mod">
        <pc:chgData name="Kristian Holm Nielsen" userId="7f6e59cd-4e17-4f4e-8cb8-d8c27ec9a1e7" providerId="ADAL" clId="{0FC4D70B-04FC-45FB-8D5C-EBB01ABE2253}" dt="2026-02-18T07:22:37.642" v="831" actId="6549"/>
        <pc:sldMkLst>
          <pc:docMk/>
          <pc:sldMk cId="2655203755" sldId="366"/>
        </pc:sldMkLst>
        <pc:spChg chg="mod">
          <ac:chgData name="Kristian Holm Nielsen" userId="7f6e59cd-4e17-4f4e-8cb8-d8c27ec9a1e7" providerId="ADAL" clId="{0FC4D70B-04FC-45FB-8D5C-EBB01ABE2253}" dt="2026-02-18T07:22:37.642" v="831" actId="6549"/>
          <ac:spMkLst>
            <pc:docMk/>
            <pc:sldMk cId="2655203755" sldId="366"/>
            <ac:spMk id="6" creationId="{AE48ADD3-9A2A-514D-FAFF-CE46E42A4B79}"/>
          </ac:spMkLst>
        </pc:spChg>
        <pc:spChg chg="mod">
          <ac:chgData name="Kristian Holm Nielsen" userId="7f6e59cd-4e17-4f4e-8cb8-d8c27ec9a1e7" providerId="ADAL" clId="{0FC4D70B-04FC-45FB-8D5C-EBB01ABE2253}" dt="2026-02-18T07:20:17.005" v="819" actId="1076"/>
          <ac:spMkLst>
            <pc:docMk/>
            <pc:sldMk cId="2655203755" sldId="366"/>
            <ac:spMk id="8" creationId="{B11EAF03-39D7-0F2A-5AF5-684CBC720148}"/>
          </ac:spMkLst>
        </pc:spChg>
        <pc:picChg chg="add mod">
          <ac:chgData name="Kristian Holm Nielsen" userId="7f6e59cd-4e17-4f4e-8cb8-d8c27ec9a1e7" providerId="ADAL" clId="{0FC4D70B-04FC-45FB-8D5C-EBB01ABE2253}" dt="2026-02-18T07:20:59.185" v="829" actId="1076"/>
          <ac:picMkLst>
            <pc:docMk/>
            <pc:sldMk cId="2655203755" sldId="366"/>
            <ac:picMk id="9" creationId="{E3FD6042-4AFB-6E68-39CE-DAF2805C4471}"/>
          </ac:picMkLst>
        </pc:picChg>
        <pc:picChg chg="add mod">
          <ac:chgData name="Kristian Holm Nielsen" userId="7f6e59cd-4e17-4f4e-8cb8-d8c27ec9a1e7" providerId="ADAL" clId="{0FC4D70B-04FC-45FB-8D5C-EBB01ABE2253}" dt="2026-02-18T07:21:02.850" v="830" actId="1076"/>
          <ac:picMkLst>
            <pc:docMk/>
            <pc:sldMk cId="2655203755" sldId="366"/>
            <ac:picMk id="11" creationId="{87621C6A-B6CA-D60B-FA05-86DB4BCE21B0}"/>
          </ac:picMkLst>
        </pc:picChg>
      </pc:sldChg>
    </pc:docChg>
  </pc:docChgLst>
  <pc:docChgLst>
    <pc:chgData name="Anders Kirkegaard" userId="4d5129ff-daee-434f-8316-c65cf7b9684f" providerId="ADAL" clId="{D1F5929C-7253-413A-9EB4-2CCDBC53EEC0}"/>
    <pc:docChg chg="undo redo custSel modSld">
      <pc:chgData name="Anders Kirkegaard" userId="4d5129ff-daee-434f-8316-c65cf7b9684f" providerId="ADAL" clId="{D1F5929C-7253-413A-9EB4-2CCDBC53EEC0}" dt="2026-02-24T13:51:23.859" v="285" actId="1038"/>
      <pc:docMkLst>
        <pc:docMk/>
      </pc:docMkLst>
      <pc:sldChg chg="modSp">
        <pc:chgData name="Anders Kirkegaard" userId="4d5129ff-daee-434f-8316-c65cf7b9684f" providerId="ADAL" clId="{D1F5929C-7253-413A-9EB4-2CCDBC53EEC0}" dt="2026-02-24T09:54:24.288" v="1" actId="20577"/>
        <pc:sldMkLst>
          <pc:docMk/>
          <pc:sldMk cId="3155635785" sldId="309"/>
        </pc:sldMkLst>
        <pc:spChg chg="mod">
          <ac:chgData name="Anders Kirkegaard" userId="4d5129ff-daee-434f-8316-c65cf7b9684f" providerId="ADAL" clId="{D1F5929C-7253-413A-9EB4-2CCDBC53EEC0}" dt="2026-02-24T09:54:24.288" v="1" actId="20577"/>
          <ac:spMkLst>
            <pc:docMk/>
            <pc:sldMk cId="3155635785" sldId="309"/>
            <ac:spMk id="6" creationId="{FB77658B-D6F7-5200-8C98-3DDB062A10DA}"/>
          </ac:spMkLst>
        </pc:spChg>
      </pc:sldChg>
      <pc:sldChg chg="modSp mod modNotesTx">
        <pc:chgData name="Anders Kirkegaard" userId="4d5129ff-daee-434f-8316-c65cf7b9684f" providerId="ADAL" clId="{D1F5929C-7253-413A-9EB4-2CCDBC53EEC0}" dt="2026-02-24T13:39:55.905" v="242" actId="1035"/>
        <pc:sldMkLst>
          <pc:docMk/>
          <pc:sldMk cId="1241013698" sldId="357"/>
        </pc:sldMkLst>
        <pc:picChg chg="mod">
          <ac:chgData name="Anders Kirkegaard" userId="4d5129ff-daee-434f-8316-c65cf7b9684f" providerId="ADAL" clId="{D1F5929C-7253-413A-9EB4-2CCDBC53EEC0}" dt="2026-02-24T13:39:55.905" v="242" actId="1035"/>
          <ac:picMkLst>
            <pc:docMk/>
            <pc:sldMk cId="1241013698" sldId="357"/>
            <ac:picMk id="13" creationId="{91A827DC-C1B9-494C-B966-94496334179E}"/>
          </ac:picMkLst>
        </pc:picChg>
      </pc:sldChg>
      <pc:sldChg chg="modSp mod">
        <pc:chgData name="Anders Kirkegaard" userId="4d5129ff-daee-434f-8316-c65cf7b9684f" providerId="ADAL" clId="{D1F5929C-7253-413A-9EB4-2CCDBC53EEC0}" dt="2026-02-24T13:39:40.298" v="237" actId="14100"/>
        <pc:sldMkLst>
          <pc:docMk/>
          <pc:sldMk cId="2053271614" sldId="358"/>
        </pc:sldMkLst>
        <pc:spChg chg="mod">
          <ac:chgData name="Anders Kirkegaard" userId="4d5129ff-daee-434f-8316-c65cf7b9684f" providerId="ADAL" clId="{D1F5929C-7253-413A-9EB4-2CCDBC53EEC0}" dt="2026-02-24T10:04:29.696" v="123" actId="20577"/>
          <ac:spMkLst>
            <pc:docMk/>
            <pc:sldMk cId="2053271614" sldId="358"/>
            <ac:spMk id="6" creationId="{A3A4A406-AD99-B5B2-9E92-B617FBF26436}"/>
          </ac:spMkLst>
        </pc:spChg>
        <pc:picChg chg="mod">
          <ac:chgData name="Anders Kirkegaard" userId="4d5129ff-daee-434f-8316-c65cf7b9684f" providerId="ADAL" clId="{D1F5929C-7253-413A-9EB4-2CCDBC53EEC0}" dt="2026-02-24T10:05:52.787" v="132" actId="1038"/>
          <ac:picMkLst>
            <pc:docMk/>
            <pc:sldMk cId="2053271614" sldId="358"/>
            <ac:picMk id="9" creationId="{D7BED034-5487-D27A-DB7B-140BB8A51349}"/>
          </ac:picMkLst>
        </pc:picChg>
        <pc:picChg chg="mod">
          <ac:chgData name="Anders Kirkegaard" userId="4d5129ff-daee-434f-8316-c65cf7b9684f" providerId="ADAL" clId="{D1F5929C-7253-413A-9EB4-2CCDBC53EEC0}" dt="2026-02-24T13:39:39.926" v="236" actId="14100"/>
          <ac:picMkLst>
            <pc:docMk/>
            <pc:sldMk cId="2053271614" sldId="358"/>
            <ac:picMk id="11" creationId="{9EA04FC0-8170-7B13-8CDE-71C49AC1242A}"/>
          </ac:picMkLst>
        </pc:picChg>
        <pc:picChg chg="mod modCrop">
          <ac:chgData name="Anders Kirkegaard" userId="4d5129ff-daee-434f-8316-c65cf7b9684f" providerId="ADAL" clId="{D1F5929C-7253-413A-9EB4-2CCDBC53EEC0}" dt="2026-02-24T13:39:40.298" v="237" actId="14100"/>
          <ac:picMkLst>
            <pc:docMk/>
            <pc:sldMk cId="2053271614" sldId="358"/>
            <ac:picMk id="15" creationId="{CE6F5748-E6E3-B3A1-5127-BE4B37487ED0}"/>
          </ac:picMkLst>
        </pc:picChg>
      </pc:sldChg>
      <pc:sldChg chg="addSp delSp modSp mod">
        <pc:chgData name="Anders Kirkegaard" userId="4d5129ff-daee-434f-8316-c65cf7b9684f" providerId="ADAL" clId="{D1F5929C-7253-413A-9EB4-2CCDBC53EEC0}" dt="2026-02-24T13:51:23.859" v="285" actId="1038"/>
        <pc:sldMkLst>
          <pc:docMk/>
          <pc:sldMk cId="821311990" sldId="362"/>
        </pc:sldMkLst>
        <pc:spChg chg="add mod">
          <ac:chgData name="Anders Kirkegaard" userId="4d5129ff-daee-434f-8316-c65cf7b9684f" providerId="ADAL" clId="{D1F5929C-7253-413A-9EB4-2CCDBC53EEC0}" dt="2026-02-24T13:38:50.198" v="232" actId="1037"/>
          <ac:spMkLst>
            <pc:docMk/>
            <pc:sldMk cId="821311990" sldId="362"/>
            <ac:spMk id="5" creationId="{7187C52E-97E0-CBAE-5667-FF707CFAF720}"/>
          </ac:spMkLst>
        </pc:spChg>
        <pc:spChg chg="mod">
          <ac:chgData name="Anders Kirkegaard" userId="4d5129ff-daee-434f-8316-c65cf7b9684f" providerId="ADAL" clId="{D1F5929C-7253-413A-9EB4-2CCDBC53EEC0}" dt="2026-02-24T13:51:02.011" v="275" actId="20577"/>
          <ac:spMkLst>
            <pc:docMk/>
            <pc:sldMk cId="821311990" sldId="362"/>
            <ac:spMk id="6" creationId="{77CA535F-A444-E8AF-EECD-BCEF1C95B990}"/>
          </ac:spMkLst>
        </pc:spChg>
        <pc:spChg chg="add mod">
          <ac:chgData name="Anders Kirkegaard" userId="4d5129ff-daee-434f-8316-c65cf7b9684f" providerId="ADAL" clId="{D1F5929C-7253-413A-9EB4-2CCDBC53EEC0}" dt="2026-02-24T13:39:43.249" v="239" actId="1038"/>
          <ac:spMkLst>
            <pc:docMk/>
            <pc:sldMk cId="821311990" sldId="362"/>
            <ac:spMk id="7" creationId="{C561688D-938B-486A-FB15-6E02E952E384}"/>
          </ac:spMkLst>
        </pc:spChg>
        <pc:spChg chg="mod">
          <ac:chgData name="Anders Kirkegaard" userId="4d5129ff-daee-434f-8316-c65cf7b9684f" providerId="ADAL" clId="{D1F5929C-7253-413A-9EB4-2CCDBC53EEC0}" dt="2026-02-24T13:35:23.071" v="144" actId="20577"/>
          <ac:spMkLst>
            <pc:docMk/>
            <pc:sldMk cId="821311990" sldId="362"/>
            <ac:spMk id="8" creationId="{209687C0-7705-CD62-1B3F-1715BADF1F9D}"/>
          </ac:spMkLst>
        </pc:spChg>
        <pc:spChg chg="mod">
          <ac:chgData name="Anders Kirkegaard" userId="4d5129ff-daee-434f-8316-c65cf7b9684f" providerId="ADAL" clId="{D1F5929C-7253-413A-9EB4-2CCDBC53EEC0}" dt="2026-02-24T13:51:16.090" v="276" actId="164"/>
          <ac:spMkLst>
            <pc:docMk/>
            <pc:sldMk cId="821311990" sldId="362"/>
            <ac:spMk id="23" creationId="{2E1FFBB5-0F28-07B2-AC86-D2F06BE6FDF7}"/>
          </ac:spMkLst>
        </pc:spChg>
        <pc:spChg chg="mod">
          <ac:chgData name="Anders Kirkegaard" userId="4d5129ff-daee-434f-8316-c65cf7b9684f" providerId="ADAL" clId="{D1F5929C-7253-413A-9EB4-2CCDBC53EEC0}" dt="2026-02-24T13:51:16.090" v="276" actId="164"/>
          <ac:spMkLst>
            <pc:docMk/>
            <pc:sldMk cId="821311990" sldId="362"/>
            <ac:spMk id="24" creationId="{B328C282-38F1-8425-62F4-567E305E1207}"/>
          </ac:spMkLst>
        </pc:spChg>
        <pc:grpChg chg="add mod">
          <ac:chgData name="Anders Kirkegaard" userId="4d5129ff-daee-434f-8316-c65cf7b9684f" providerId="ADAL" clId="{D1F5929C-7253-413A-9EB4-2CCDBC53EEC0}" dt="2026-02-24T13:51:21.059" v="277" actId="164"/>
          <ac:grpSpMkLst>
            <pc:docMk/>
            <pc:sldMk cId="821311990" sldId="362"/>
            <ac:grpSpMk id="9" creationId="{E7961CA6-1882-DFB4-F511-44D0EF51FCDC}"/>
          </ac:grpSpMkLst>
        </pc:grpChg>
        <pc:grpChg chg="add mod">
          <ac:chgData name="Anders Kirkegaard" userId="4d5129ff-daee-434f-8316-c65cf7b9684f" providerId="ADAL" clId="{D1F5929C-7253-413A-9EB4-2CCDBC53EEC0}" dt="2026-02-24T13:51:23.859" v="285" actId="1038"/>
          <ac:grpSpMkLst>
            <pc:docMk/>
            <pc:sldMk cId="821311990" sldId="362"/>
            <ac:grpSpMk id="12" creationId="{46332CE5-740D-2281-F42D-1061688EA257}"/>
          </ac:grpSpMkLst>
        </pc:grpChg>
        <pc:graphicFrameChg chg="add del">
          <ac:chgData name="Anders Kirkegaard" userId="4d5129ff-daee-434f-8316-c65cf7b9684f" providerId="ADAL" clId="{D1F5929C-7253-413A-9EB4-2CCDBC53EEC0}" dt="2026-02-24T13:35:01.660" v="134"/>
          <ac:graphicFrameMkLst>
            <pc:docMk/>
            <pc:sldMk cId="821311990" sldId="362"/>
            <ac:graphicFrameMk id="3" creationId="{E79A24B2-8967-6716-274A-60E6D98F9640}"/>
          </ac:graphicFrameMkLst>
        </pc:graphicFrameChg>
        <pc:picChg chg="del">
          <ac:chgData name="Anders Kirkegaard" userId="4d5129ff-daee-434f-8316-c65cf7b9684f" providerId="ADAL" clId="{D1F5929C-7253-413A-9EB4-2CCDBC53EEC0}" dt="2026-02-24T13:38:22.476" v="188" actId="478"/>
          <ac:picMkLst>
            <pc:docMk/>
            <pc:sldMk cId="821311990" sldId="362"/>
            <ac:picMk id="10" creationId="{C2B3CD3A-0A52-4765-EBCA-248D94B098E1}"/>
          </ac:picMkLst>
        </pc:picChg>
        <pc:picChg chg="del">
          <ac:chgData name="Anders Kirkegaard" userId="4d5129ff-daee-434f-8316-c65cf7b9684f" providerId="ADAL" clId="{D1F5929C-7253-413A-9EB4-2CCDBC53EEC0}" dt="2026-02-24T13:38:33.111" v="192" actId="478"/>
          <ac:picMkLst>
            <pc:docMk/>
            <pc:sldMk cId="821311990" sldId="362"/>
            <ac:picMk id="13" creationId="{E4DCB639-4A1D-91FB-2D86-3DF459ED20E5}"/>
          </ac:picMkLst>
        </pc:picChg>
        <pc:picChg chg="mod">
          <ac:chgData name="Anders Kirkegaard" userId="4d5129ff-daee-434f-8316-c65cf7b9684f" providerId="ADAL" clId="{D1F5929C-7253-413A-9EB4-2CCDBC53EEC0}" dt="2026-02-24T13:51:21.059" v="277" actId="164"/>
          <ac:picMkLst>
            <pc:docMk/>
            <pc:sldMk cId="821311990" sldId="362"/>
            <ac:picMk id="20" creationId="{E165DC20-5363-A9BD-DE99-802A7A82F410}"/>
          </ac:picMkLst>
        </pc:picChg>
        <pc:picChg chg="mod">
          <ac:chgData name="Anders Kirkegaard" userId="4d5129ff-daee-434f-8316-c65cf7b9684f" providerId="ADAL" clId="{D1F5929C-7253-413A-9EB4-2CCDBC53EEC0}" dt="2026-02-24T13:51:16.090" v="276" actId="164"/>
          <ac:picMkLst>
            <pc:docMk/>
            <pc:sldMk cId="821311990" sldId="362"/>
            <ac:picMk id="22" creationId="{529AE6CC-46CF-9BE1-04C1-22C762563B6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91001" tIns="45501" rIns="91001" bIns="45501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sz="quarter" idx="1"/>
          </p:nvPr>
        </p:nvSpPr>
        <p:spPr>
          <a:xfrm>
            <a:off x="5622797" y="0"/>
            <a:ext cx="4301543" cy="339884"/>
          </a:xfrm>
          <a:prstGeom prst="rect">
            <a:avLst/>
          </a:prstGeom>
        </p:spPr>
        <p:txBody>
          <a:bodyPr vert="horz" lIns="91001" tIns="45501" rIns="91001" bIns="45501" rtlCol="0"/>
          <a:lstStyle>
            <a:lvl1pPr algn="r">
              <a:defRPr sz="1200"/>
            </a:lvl1pPr>
          </a:lstStyle>
          <a:p>
            <a:fld id="{0AE49F00-0C9E-4AB3-AEF3-93A1138AB15A}" type="datetime1">
              <a:rPr lang="da-DK" smtClean="0"/>
              <a:pPr/>
              <a:t>10-09-2026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1543" cy="339884"/>
          </a:xfrm>
          <a:prstGeom prst="rect">
            <a:avLst/>
          </a:prstGeom>
        </p:spPr>
        <p:txBody>
          <a:bodyPr vert="horz" lIns="91001" tIns="45501" rIns="91001" bIns="45501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3"/>
          </p:nvPr>
        </p:nvSpPr>
        <p:spPr>
          <a:xfrm>
            <a:off x="5622797" y="6456612"/>
            <a:ext cx="4301543" cy="339884"/>
          </a:xfrm>
          <a:prstGeom prst="rect">
            <a:avLst/>
          </a:prstGeom>
        </p:spPr>
        <p:txBody>
          <a:bodyPr vert="horz" lIns="91001" tIns="45501" rIns="91001" bIns="45501" rtlCol="0" anchor="b"/>
          <a:lstStyle>
            <a:lvl1pPr algn="r">
              <a:defRPr sz="1200"/>
            </a:lvl1pPr>
          </a:lstStyle>
          <a:p>
            <a:fld id="{2A938149-C147-4FB1-A460-A81341C02630}" type="slidenum">
              <a:rPr lang="da-DK" smtClean="0"/>
              <a:pPr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52701112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91001" tIns="45501" rIns="91001" bIns="45501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5622797" y="0"/>
            <a:ext cx="4301543" cy="339884"/>
          </a:xfrm>
          <a:prstGeom prst="rect">
            <a:avLst/>
          </a:prstGeom>
        </p:spPr>
        <p:txBody>
          <a:bodyPr vert="horz" lIns="91001" tIns="45501" rIns="91001" bIns="45501" rtlCol="0"/>
          <a:lstStyle>
            <a:lvl1pPr algn="r">
              <a:defRPr sz="1200"/>
            </a:lvl1pPr>
          </a:lstStyle>
          <a:p>
            <a:fld id="{95666CCB-B7BD-45F2-9C52-503B2080BF50}" type="datetime1">
              <a:rPr lang="da-DK" smtClean="0"/>
              <a:pPr/>
              <a:t>10-09-2026</a:t>
            </a:fld>
            <a:endParaRPr lang="da-DK"/>
          </a:p>
        </p:txBody>
      </p:sp>
      <p:sp>
        <p:nvSpPr>
          <p:cNvPr id="4" name="Pladsholder til dias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3122613" y="509588"/>
            <a:ext cx="3681412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001" tIns="45501" rIns="91001" bIns="45501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vert="horz" lIns="91001" tIns="45501" rIns="91001" bIns="45501" rtlCol="0">
            <a:normAutofit/>
          </a:bodyPr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39884"/>
          </a:xfrm>
          <a:prstGeom prst="rect">
            <a:avLst/>
          </a:prstGeom>
        </p:spPr>
        <p:txBody>
          <a:bodyPr vert="horz" lIns="91001" tIns="45501" rIns="91001" bIns="45501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5"/>
          </p:nvPr>
        </p:nvSpPr>
        <p:spPr>
          <a:xfrm>
            <a:off x="5622797" y="6456612"/>
            <a:ext cx="4301543" cy="339884"/>
          </a:xfrm>
          <a:prstGeom prst="rect">
            <a:avLst/>
          </a:prstGeom>
        </p:spPr>
        <p:txBody>
          <a:bodyPr vert="horz" lIns="91001" tIns="45501" rIns="91001" bIns="45501" rtlCol="0" anchor="b"/>
          <a:lstStyle>
            <a:lvl1pPr algn="r">
              <a:defRPr sz="1200"/>
            </a:lvl1pPr>
          </a:lstStyle>
          <a:p>
            <a:fld id="{C0745616-2564-45CF-B293-4F9F1738F760}" type="slidenum">
              <a:rPr lang="da-DK" smtClean="0"/>
              <a:pPr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91919819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10728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36433" algn="l" defTabSz="10728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72866" algn="l" defTabSz="10728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609298" algn="l" defTabSz="10728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145731" algn="l" defTabSz="10728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682164" algn="l" defTabSz="10728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18597" algn="l" defTabSz="10728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755029" algn="l" defTabSz="10728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291462" algn="l" defTabSz="10728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idehoved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ato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5666CCB-B7BD-45F2-9C52-503B2080BF50}" type="datetime1">
              <a:rPr lang="da-DK" smtClean="0"/>
              <a:pPr/>
              <a:t>10-09-2026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45616-2564-45CF-B293-4F9F1738F760}" type="slidenum">
              <a:rPr lang="da-DK" smtClean="0"/>
              <a:pPr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002107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Eksempler på kredsprocesser:</a:t>
            </a:r>
          </a:p>
          <a:p>
            <a:pPr marL="285750" indent="-285750">
              <a:buFontTx/>
              <a:buChar char="-"/>
            </a:pPr>
            <a:r>
              <a:rPr lang="da-DK" dirty="0"/>
              <a:t>Køleanlæg</a:t>
            </a:r>
          </a:p>
          <a:p>
            <a:pPr marL="285750" indent="-285750">
              <a:buFontTx/>
              <a:buChar char="-"/>
            </a:pPr>
            <a:r>
              <a:rPr lang="da-DK" dirty="0"/>
              <a:t>Varmepumper</a:t>
            </a:r>
          </a:p>
          <a:p>
            <a:pPr marL="285750" indent="-285750">
              <a:buFontTx/>
              <a:buChar char="-"/>
            </a:pPr>
            <a:r>
              <a:rPr lang="da-DK" dirty="0"/>
              <a:t>Dieselmotor (tilnærmelsesvis)</a:t>
            </a:r>
          </a:p>
        </p:txBody>
      </p:sp>
      <p:sp>
        <p:nvSpPr>
          <p:cNvPr id="4" name="Pladsholder til sidehoved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ato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5666CCB-B7BD-45F2-9C52-503B2080BF50}" type="datetime1">
              <a:rPr lang="da-DK" smtClean="0"/>
              <a:pPr/>
              <a:t>10-09-2026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45616-2564-45CF-B293-4F9F1738F760}" type="slidenum">
              <a:rPr lang="da-DK" smtClean="0"/>
              <a:pPr/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109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9" b="14030"/>
          <a:stretch/>
        </p:blipFill>
        <p:spPr>
          <a:xfrm>
            <a:off x="0" y="-1"/>
            <a:ext cx="9906000" cy="5145207"/>
          </a:xfrm>
          <a:prstGeom prst="rect">
            <a:avLst/>
          </a:prstGeom>
        </p:spPr>
      </p:pic>
      <p:sp>
        <p:nvSpPr>
          <p:cNvPr id="7" name="Rektangel 6"/>
          <p:cNvSpPr/>
          <p:nvPr userDrawn="1"/>
        </p:nvSpPr>
        <p:spPr>
          <a:xfrm>
            <a:off x="0" y="5145206"/>
            <a:ext cx="9906000" cy="84034"/>
          </a:xfrm>
          <a:prstGeom prst="rect">
            <a:avLst/>
          </a:prstGeom>
          <a:solidFill>
            <a:srgbClr val="76D2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10" name="Billed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3384" y="5739931"/>
            <a:ext cx="1537425" cy="560487"/>
          </a:xfrm>
          <a:prstGeom prst="rect">
            <a:avLst/>
          </a:prstGeom>
        </p:spPr>
      </p:pic>
      <p:sp>
        <p:nvSpPr>
          <p:cNvPr id="3" name="Pladsholder til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273050" y="5499100"/>
            <a:ext cx="7200900" cy="521074"/>
          </a:xfrm>
        </p:spPr>
        <p:txBody>
          <a:bodyPr/>
          <a:lstStyle>
            <a:lvl1pPr>
              <a:defRPr sz="3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 err="1"/>
              <a:t>Præsentationtitel</a:t>
            </a:r>
            <a:endParaRPr lang="da-DK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quarter" idx="11" hasCustomPrompt="1"/>
          </p:nvPr>
        </p:nvSpPr>
        <p:spPr>
          <a:xfrm>
            <a:off x="272582" y="6129338"/>
            <a:ext cx="5670550" cy="450850"/>
          </a:xfrm>
        </p:spPr>
        <p:txBody>
          <a:bodyPr/>
          <a:lstStyle>
            <a:lvl2pPr marL="39114" indent="0">
              <a:buNone/>
              <a:defRPr>
                <a:solidFill>
                  <a:schemeClr val="tx1"/>
                </a:solidFill>
              </a:defRPr>
            </a:lvl2pPr>
          </a:lstStyle>
          <a:p>
            <a:pPr lvl="1"/>
            <a:r>
              <a:rPr lang="da-DK" dirty="0"/>
              <a:t>[Dato, sted, forfatter]</a:t>
            </a:r>
          </a:p>
        </p:txBody>
      </p:sp>
    </p:spTree>
    <p:extLst>
      <p:ext uri="{BB962C8B-B14F-4D97-AF65-F5344CB8AC3E}">
        <p14:creationId xmlns:p14="http://schemas.microsoft.com/office/powerpoint/2010/main" val="1721833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ktion star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2352" y="2828920"/>
            <a:ext cx="9361300" cy="901179"/>
          </a:xfrm>
        </p:spPr>
        <p:txBody>
          <a:bodyPr>
            <a:normAutofit/>
          </a:bodyPr>
          <a:lstStyle>
            <a:lvl1pPr algn="ctr">
              <a:defRPr sz="2300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SEKTIONS OVERSKRIFT</a:t>
            </a: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7000775" y="6309385"/>
            <a:ext cx="253435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9" name="Pladsholder til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272353" y="1388728"/>
            <a:ext cx="9361921" cy="1151467"/>
          </a:xfrm>
        </p:spPr>
        <p:txBody>
          <a:bodyPr anchor="ctr">
            <a:noAutofit/>
          </a:bodyPr>
          <a:lstStyle>
            <a:lvl1pPr algn="ctr">
              <a:buNone/>
              <a:defRPr sz="700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da-DK" dirty="0" err="1"/>
              <a:t>Nr</a:t>
            </a:r>
            <a:endParaRPr lang="da-DK" dirty="0"/>
          </a:p>
        </p:txBody>
      </p:sp>
      <p:sp>
        <p:nvSpPr>
          <p:cNvPr id="11" name="Pladsholder til tekst 10"/>
          <p:cNvSpPr>
            <a:spLocks noGrp="1"/>
          </p:cNvSpPr>
          <p:nvPr>
            <p:ph type="body" sz="quarter" idx="14" hasCustomPrompt="1"/>
          </p:nvPr>
        </p:nvSpPr>
        <p:spPr>
          <a:xfrm>
            <a:off x="271727" y="3789050"/>
            <a:ext cx="9362546" cy="2038351"/>
          </a:xfrm>
        </p:spPr>
        <p:txBody>
          <a:bodyPr>
            <a:normAutofit/>
          </a:bodyPr>
          <a:lstStyle>
            <a:lvl1pPr algn="ctr">
              <a:buNone/>
              <a:defRPr lang="da-DK" sz="2100" b="0" i="0" baseline="0" dirty="0">
                <a:solidFill>
                  <a:schemeClr val="bg1">
                    <a:lumMod val="50000"/>
                  </a:schemeClr>
                </a:solidFill>
              </a:defRPr>
            </a:lvl1pPr>
            <a:lvl4pPr>
              <a:buNone/>
              <a:defRPr lang="da-DK" dirty="0"/>
            </a:lvl4pPr>
          </a:lstStyle>
          <a:p>
            <a:pPr lvl="0"/>
            <a:r>
              <a:rPr lang="da-DK" dirty="0"/>
              <a:t>Beskrivende tekst</a:t>
            </a:r>
          </a:p>
        </p:txBody>
      </p:sp>
      <p:sp>
        <p:nvSpPr>
          <p:cNvPr id="7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56353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8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195000" y="6312001"/>
            <a:ext cx="877617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4708341F-0F0E-47FB-8512-CCC8C3F1C977}" type="datetime1">
              <a:rPr lang="da-DK" smtClean="0"/>
              <a:pPr/>
              <a:t>10-09-2026</a:t>
            </a:fld>
            <a:endParaRPr lang="da-DK" dirty="0"/>
          </a:p>
        </p:txBody>
      </p:sp>
      <p:pic>
        <p:nvPicPr>
          <p:cNvPr id="10" name="Billed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308" y="258165"/>
            <a:ext cx="1537425" cy="5604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hold med text og tynd stre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7000775" y="6309385"/>
            <a:ext cx="253435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369891" y="2228840"/>
            <a:ext cx="9068709" cy="3960529"/>
          </a:xfrm>
          <a:prstGeom prst="rect">
            <a:avLst/>
          </a:prstGeom>
        </p:spPr>
        <p:txBody>
          <a:bodyPr/>
          <a:lstStyle>
            <a:lvl1pPr>
              <a:defRPr sz="18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  <a:lvl2pPr marL="312919" indent="-281255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2pPr>
            <a:lvl3pPr marL="528982" indent="-21606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3pPr>
            <a:lvl4pPr marL="735733" indent="-206751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4pPr>
            <a:lvl5pPr marL="944346" indent="-20861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6pPr>
            <a:lvl7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347711" y="1628757"/>
            <a:ext cx="9090889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195000" y="6312001"/>
            <a:ext cx="1157520" cy="366183"/>
          </a:xfrm>
        </p:spPr>
        <p:txBody>
          <a:bodyPr/>
          <a:lstStyle>
            <a:lvl1pPr>
              <a:defRPr sz="1000" b="1" baseline="0">
                <a:solidFill>
                  <a:srgbClr val="006273"/>
                </a:solidFill>
                <a:latin typeface="Arial" pitchFamily="34" charset="0"/>
              </a:defRPr>
            </a:lvl1pPr>
          </a:lstStyle>
          <a:p>
            <a:fld id="{4708341F-0F0E-47FB-8512-CCC8C3F1C977}" type="datetime1">
              <a:rPr lang="da-DK" smtClean="0"/>
              <a:pPr/>
              <a:t>10-09-2026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09385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198" y="258165"/>
            <a:ext cx="153742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020059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hold med text og tynd streg uden bundstreg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7000775" y="6309385"/>
            <a:ext cx="253435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369891" y="2228840"/>
            <a:ext cx="9068709" cy="3960529"/>
          </a:xfrm>
          <a:prstGeom prst="rect">
            <a:avLst/>
          </a:prstGeom>
        </p:spPr>
        <p:txBody>
          <a:bodyPr/>
          <a:lstStyle>
            <a:lvl1pPr>
              <a:defRPr sz="1800" baseline="0">
                <a:solidFill>
                  <a:srgbClr val="006273"/>
                </a:solidFill>
              </a:defRPr>
            </a:lvl1pPr>
            <a:lvl2pPr marL="312919" indent="-281255">
              <a:defRPr sz="1400" baseline="0">
                <a:solidFill>
                  <a:srgbClr val="006273"/>
                </a:solidFill>
              </a:defRPr>
            </a:lvl2pPr>
            <a:lvl3pPr marL="528982" indent="-216063">
              <a:defRPr sz="1400" baseline="0">
                <a:solidFill>
                  <a:srgbClr val="006273"/>
                </a:solidFill>
              </a:defRPr>
            </a:lvl3pPr>
            <a:lvl4pPr marL="735733" indent="-206751">
              <a:defRPr sz="1400" baseline="0">
                <a:solidFill>
                  <a:srgbClr val="006273"/>
                </a:solidFill>
              </a:defRPr>
            </a:lvl4pPr>
            <a:lvl5pPr marL="944346" indent="-208613">
              <a:defRPr sz="1400" baseline="0">
                <a:solidFill>
                  <a:srgbClr val="006273"/>
                </a:solidFill>
              </a:defRPr>
            </a:lvl5pPr>
            <a:lvl6pPr>
              <a:defRPr sz="1400" baseline="0">
                <a:solidFill>
                  <a:srgbClr val="006273"/>
                </a:solidFill>
              </a:defRPr>
            </a:lvl6pPr>
            <a:lvl7pPr>
              <a:defRPr sz="1400" baseline="0">
                <a:solidFill>
                  <a:srgbClr val="006273"/>
                </a:solidFill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347711" y="1628757"/>
            <a:ext cx="9090889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195000" y="6312001"/>
            <a:ext cx="877617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4708341F-0F0E-47FB-8512-CCC8C3F1C977}" type="datetime1">
              <a:rPr lang="da-DK" smtClean="0"/>
              <a:pPr/>
              <a:t>10-09-2026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09385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199" y="258165"/>
            <a:ext cx="153742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498528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: Indhold med 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7000775" y="6309385"/>
            <a:ext cx="253435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369891" y="2228840"/>
            <a:ext cx="9068709" cy="3960529"/>
          </a:xfrm>
          <a:prstGeom prst="rect">
            <a:avLst/>
          </a:prstGeom>
        </p:spPr>
        <p:txBody>
          <a:bodyPr/>
          <a:lstStyle>
            <a:lvl1pPr>
              <a:defRPr sz="18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  <a:lvl2pPr marL="312919" indent="-281255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2pPr>
            <a:lvl3pPr marL="528982" indent="-21606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3pPr>
            <a:lvl4pPr marL="735733" indent="-206751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4pPr>
            <a:lvl5pPr marL="944346" indent="-20861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6pPr>
            <a:lvl7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347711" y="1628757"/>
            <a:ext cx="9090889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195000" y="6312001"/>
            <a:ext cx="877617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4708341F-0F0E-47FB-8512-CCC8C3F1C977}" type="datetime1">
              <a:rPr lang="da-DK" smtClean="0"/>
              <a:pPr/>
              <a:t>10-09-2026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09385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199" y="258165"/>
            <a:ext cx="153742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985682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om: Indhold med 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7000775" y="6309385"/>
            <a:ext cx="253435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195000" y="6312001"/>
            <a:ext cx="877617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4708341F-0F0E-47FB-8512-CCC8C3F1C977}" type="datetime1">
              <a:rPr lang="da-DK" smtClean="0"/>
              <a:pPr/>
              <a:t>10-09-2026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09385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3420" y="258165"/>
            <a:ext cx="153742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880721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dsholder til titel 13"/>
          <p:cNvSpPr>
            <a:spLocks noGrp="1"/>
          </p:cNvSpPr>
          <p:nvPr>
            <p:ph type="title"/>
          </p:nvPr>
        </p:nvSpPr>
        <p:spPr>
          <a:xfrm>
            <a:off x="467404" y="275167"/>
            <a:ext cx="8971196" cy="1143000"/>
          </a:xfrm>
          <a:prstGeom prst="rect">
            <a:avLst/>
          </a:prstGeom>
        </p:spPr>
        <p:txBody>
          <a:bodyPr vert="horz" lIns="107287" tIns="53643" rIns="107287" bIns="53643" rtlCol="0" anchor="ctr">
            <a:normAutofit/>
          </a:bodyPr>
          <a:lstStyle/>
          <a:p>
            <a:r>
              <a:rPr lang="da-DK" dirty="0"/>
              <a:t>KLIK FOR AT REDIGERE TITELTYPOGRAFI I MASTEREN</a:t>
            </a:r>
          </a:p>
        </p:txBody>
      </p:sp>
      <p:sp>
        <p:nvSpPr>
          <p:cNvPr id="16" name="Pladsholder til dato 15"/>
          <p:cNvSpPr>
            <a:spLocks noGrp="1"/>
          </p:cNvSpPr>
          <p:nvPr>
            <p:ph type="dt" sz="half" idx="2"/>
          </p:nvPr>
        </p:nvSpPr>
        <p:spPr>
          <a:xfrm>
            <a:off x="370879" y="6356353"/>
            <a:ext cx="2534351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l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708341F-0F0E-47FB-8512-CCC8C3F1C977}" type="datetime1">
              <a:rPr lang="da-DK" smtClean="0"/>
              <a:pPr/>
              <a:t>10-09-2026</a:t>
            </a:fld>
            <a:endParaRPr lang="da-DK" dirty="0"/>
          </a:p>
        </p:txBody>
      </p:sp>
      <p:sp>
        <p:nvSpPr>
          <p:cNvPr id="17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56353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da-DK" dirty="0"/>
          </a:p>
        </p:txBody>
      </p:sp>
      <p:sp>
        <p:nvSpPr>
          <p:cNvPr id="18" name="Pladsholder til diasnummer 17"/>
          <p:cNvSpPr>
            <a:spLocks noGrp="1"/>
          </p:cNvSpPr>
          <p:nvPr>
            <p:ph type="sldNum" sz="quarter" idx="4"/>
          </p:nvPr>
        </p:nvSpPr>
        <p:spPr>
          <a:xfrm>
            <a:off x="7000775" y="6356353"/>
            <a:ext cx="2534351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r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8" name="Pladsholder til tekst 7"/>
          <p:cNvSpPr>
            <a:spLocks noGrp="1"/>
          </p:cNvSpPr>
          <p:nvPr>
            <p:ph type="body" idx="1"/>
          </p:nvPr>
        </p:nvSpPr>
        <p:spPr>
          <a:xfrm>
            <a:off x="467404" y="1600202"/>
            <a:ext cx="8971196" cy="4525433"/>
          </a:xfrm>
          <a:prstGeom prst="rect">
            <a:avLst/>
          </a:prstGeom>
        </p:spPr>
        <p:txBody>
          <a:bodyPr vert="horz" lIns="107287" tIns="53643" rIns="107287" bIns="53643" rtlCol="0">
            <a:noAutofit/>
          </a:bodyPr>
          <a:lstStyle/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 err="1"/>
              <a:t>Level</a:t>
            </a:r>
            <a:r>
              <a:rPr lang="da-DK" dirty="0"/>
              <a:t> 6</a:t>
            </a:r>
          </a:p>
          <a:p>
            <a:pPr lvl="6"/>
            <a:r>
              <a:rPr lang="da-DK" dirty="0" err="1"/>
              <a:t>Level</a:t>
            </a:r>
            <a:r>
              <a:rPr lang="da-DK" dirty="0"/>
              <a:t> 7</a:t>
            </a:r>
          </a:p>
          <a:p>
            <a:pPr lvl="5"/>
            <a:endParaRPr lang="da-DK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20" r:id="rId2"/>
    <p:sldLayoutId id="2147483765" r:id="rId3"/>
    <p:sldLayoutId id="2147483768" r:id="rId4"/>
    <p:sldLayoutId id="2147483770" r:id="rId5"/>
    <p:sldLayoutId id="2147483771" r:id="rId6"/>
  </p:sldLayoutIdLst>
  <p:hf hdr="0"/>
  <p:txStyles>
    <p:titleStyle>
      <a:lvl1pPr marL="420951" indent="-420951" algn="l" defTabSz="1072866" rtl="0" eaLnBrk="1" latinLnBrk="0" hangingPunct="1">
        <a:spcBef>
          <a:spcPct val="0"/>
        </a:spcBef>
        <a:buClr>
          <a:schemeClr val="tx2"/>
        </a:buClr>
        <a:buFont typeface="+mj-lt"/>
        <a:buNone/>
        <a:defRPr sz="2800" b="1" kern="1200">
          <a:solidFill>
            <a:srgbClr val="006273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0" indent="0" algn="l" defTabSz="1072866" rtl="0" eaLnBrk="1" latinLnBrk="0" hangingPunct="1">
        <a:spcBef>
          <a:spcPct val="20000"/>
        </a:spcBef>
        <a:buSzPct val="25000"/>
        <a:buFontTx/>
        <a:buNone/>
        <a:defRPr sz="2100" b="1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1pPr>
      <a:lvl2pPr marL="312919" indent="-273805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9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2pPr>
      <a:lvl3pPr marL="528982" indent="-21606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3pPr>
      <a:lvl4pPr marL="735733" indent="-206751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4pPr>
      <a:lvl5pPr marL="944346" indent="-20861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5pPr>
      <a:lvl6pPr marL="1152958" indent="-20861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tabLst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6pPr>
      <a:lvl7pPr marL="1369022" indent="-21606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7pPr>
      <a:lvl8pPr marL="4023246" indent="-268216" algn="l" defTabSz="107286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59678" indent="-268216" algn="l" defTabSz="107286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6433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72866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9298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45731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82164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18597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55029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91462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emf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10" Type="http://schemas.openxmlformats.org/officeDocument/2006/relationships/image" Target="../media/image40.png"/><Relationship Id="rId4" Type="http://schemas.openxmlformats.org/officeDocument/2006/relationships/image" Target="../media/image35.png"/><Relationship Id="rId9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3364F6B0-1E07-72EC-9C89-DDB049F12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</a:t>
            </a:fld>
            <a:endParaRPr lang="da-DK" dirty="0"/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7DADD530-95D3-1180-7A82-446F48CA418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6129" y="904308"/>
            <a:ext cx="9068709" cy="5049384"/>
          </a:xfrm>
        </p:spPr>
        <p:txBody>
          <a:bodyPr/>
          <a:lstStyle/>
          <a:p>
            <a:r>
              <a:rPr lang="da-DK" dirty="0"/>
              <a:t>Entropi</a:t>
            </a:r>
          </a:p>
          <a:p>
            <a:r>
              <a:rPr lang="da-DK" dirty="0" err="1"/>
              <a:t>s,T</a:t>
            </a:r>
            <a:r>
              <a:rPr lang="da-DK" dirty="0"/>
              <a:t> graf</a:t>
            </a:r>
          </a:p>
          <a:p>
            <a:r>
              <a:rPr lang="da-DK" dirty="0"/>
              <a:t>Specifikke varmekapaciteter for gasser</a:t>
            </a:r>
          </a:p>
          <a:p>
            <a:r>
              <a:rPr lang="da-DK" dirty="0" err="1"/>
              <a:t>Entalpi</a:t>
            </a:r>
            <a:endParaRPr lang="da-DK" dirty="0"/>
          </a:p>
          <a:p>
            <a:endParaRPr lang="da-DK" dirty="0"/>
          </a:p>
          <a:p>
            <a:r>
              <a:rPr lang="da-DK" dirty="0"/>
              <a:t>Opgaveregning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endParaRPr lang="da-DK" dirty="0">
              <a:solidFill>
                <a:srgbClr val="FF0000"/>
              </a:solidFill>
            </a:endParaRPr>
          </a:p>
          <a:p>
            <a:pPr marL="879333" lvl="1" indent="-342900">
              <a:buFont typeface="Arial" panose="020B0604020202020204" pitchFamily="34" charset="0"/>
              <a:buChar char="•"/>
            </a:pPr>
            <a:endParaRPr lang="da-DK" dirty="0">
              <a:solidFill>
                <a:srgbClr val="FF0000"/>
              </a:solidFill>
            </a:endParaRPr>
          </a:p>
          <a:p>
            <a:pPr marL="536433" lvl="1" indent="0">
              <a:buNone/>
            </a:pPr>
            <a:endParaRPr lang="da-DK" dirty="0"/>
          </a:p>
          <a:p>
            <a:pPr marL="0" lvl="1" indent="0">
              <a:buNone/>
            </a:pPr>
            <a:endParaRPr lang="da-DK" b="1" dirty="0"/>
          </a:p>
          <a:p>
            <a:pPr marL="0" lvl="1" indent="0">
              <a:buNone/>
            </a:pPr>
            <a:endParaRPr lang="da-DK" sz="1800" b="1" dirty="0"/>
          </a:p>
          <a:p>
            <a:pPr marL="0" lvl="1" indent="0">
              <a:buNone/>
            </a:pPr>
            <a:endParaRPr lang="da-DK" dirty="0"/>
          </a:p>
          <a:p>
            <a:pPr marL="879333" lvl="1" indent="-342900">
              <a:buFont typeface="Arial" panose="020B0604020202020204" pitchFamily="34" charset="0"/>
              <a:buChar char="•"/>
            </a:pPr>
            <a:endParaRPr lang="da-DK" dirty="0"/>
          </a:p>
          <a:p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7006793E-B127-4A92-293F-3CFF603B3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521" y="404664"/>
            <a:ext cx="9090889" cy="480067"/>
          </a:xfrm>
        </p:spPr>
        <p:txBody>
          <a:bodyPr/>
          <a:lstStyle/>
          <a:p>
            <a:r>
              <a:rPr lang="da-DK" dirty="0"/>
              <a:t>Dagens program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6C6A99DA-CAFB-848A-6E9A-A029577AC77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10-09-2026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7E9FD94A-32F4-273E-CB83-0B00245DAF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964763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F25C7-92E0-49FF-42F5-86BF12148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ECBD4A7B-F20A-F2FD-A59E-7433E22D4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2</a:t>
            </a:fld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6E952219-B7E8-4CF1-13F5-255B6C276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37" y="962770"/>
            <a:ext cx="9090889" cy="480067"/>
          </a:xfrm>
        </p:spPr>
        <p:txBody>
          <a:bodyPr/>
          <a:lstStyle/>
          <a:p>
            <a:r>
              <a:rPr lang="da-DK" dirty="0"/>
              <a:t>Entropi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F909EB59-A737-49CA-8E91-8D3553931C3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10-09-2026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A38E2D0B-0234-1E6B-D0C8-80F8029504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Pladsholder til indhold 8">
                <a:extLst>
                  <a:ext uri="{FF2B5EF4-FFF2-40B4-BE49-F238E27FC236}">
                    <a16:creationId xmlns:a16="http://schemas.microsoft.com/office/drawing/2014/main" id="{FB77658B-D6F7-5200-8C98-3DDB062A10DA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18939" y="1628800"/>
                <a:ext cx="7198357" cy="3412189"/>
              </a:xfrm>
            </p:spPr>
            <p:txBody>
              <a:bodyPr/>
              <a:lstStyle/>
              <a:p>
                <a:r>
                  <a:rPr lang="da-DK" b="0" dirty="0"/>
                  <a:t>Vi har tidligere set, at ændringen i et systems indre energi kan beskrives ved:</a:t>
                </a:r>
              </a:p>
              <a:p>
                <a:endParaRPr lang="da-DK" b="0" dirty="0"/>
              </a:p>
              <a:p>
                <a:endParaRPr lang="da-DK" b="0" dirty="0"/>
              </a:p>
              <a:p>
                <a:r>
                  <a:rPr lang="da-DK" b="0" dirty="0"/>
                  <a:t>Bemærk fortegnet mellem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da-DK" b="0" dirty="0"/>
                  <a:t> som vi tidligere har set bliver arbejdet negativt ved kompression så i formlen her skal man selv styre fortegnet. Formlen ses også til tider som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da-DK" b="0" dirty="0"/>
                  <a:t> hvor fortegnsdelen er styret gennem formlen.</a:t>
                </a:r>
              </a:p>
              <a:p>
                <a:endParaRPr lang="da-DK" b="0" dirty="0"/>
              </a:p>
              <a:p>
                <a:r>
                  <a:rPr lang="da-DK" b="0" dirty="0"/>
                  <a:t>Fra pV-diagrammet kender vi allerede en nyttig grafisk fortolkning af arbejdet, og vil gerne have mulighed for det samme for varmen.</a:t>
                </a:r>
              </a:p>
              <a:p>
                <a:endParaRPr lang="da-DK" b="0" dirty="0"/>
              </a:p>
              <a:p>
                <a:r>
                  <a:rPr lang="da-DK" b="0" dirty="0"/>
                  <a:t>Derfor introduceres en ny størrelse kaldet entropi som gør det muligt </a:t>
                </a:r>
              </a:p>
              <a:p>
                <a:r>
                  <a:rPr lang="da-DK" b="0" dirty="0"/>
                  <a:t>at opstille et diagram (</a:t>
                </a:r>
                <a:r>
                  <a:rPr lang="da-DK" b="0" dirty="0" err="1"/>
                  <a:t>s-T</a:t>
                </a:r>
                <a:r>
                  <a:rPr lang="da-DK" b="0" dirty="0"/>
                  <a:t> diagram), hvor den tilførte varme kan bestemmes som et areal under proceskurven.</a:t>
                </a:r>
              </a:p>
              <a:p>
                <a:endParaRPr lang="da-DK" b="0" dirty="0"/>
              </a:p>
              <a:p>
                <a:endParaRPr lang="da-DK" b="0" dirty="0"/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6" name="Pladsholder til indhold 8">
                <a:extLst>
                  <a:ext uri="{FF2B5EF4-FFF2-40B4-BE49-F238E27FC236}">
                    <a16:creationId xmlns:a16="http://schemas.microsoft.com/office/drawing/2014/main" id="{FB77658B-D6F7-5200-8C98-3DDB062A10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18939" y="1628800"/>
                <a:ext cx="7198357" cy="3412189"/>
              </a:xfrm>
              <a:blipFill>
                <a:blip r:embed="rId2"/>
                <a:stretch>
                  <a:fillRect l="-508" t="-714" r="-508" b="-3910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Billede 6">
            <a:extLst>
              <a:ext uri="{FF2B5EF4-FFF2-40B4-BE49-F238E27FC236}">
                <a16:creationId xmlns:a16="http://schemas.microsoft.com/office/drawing/2014/main" id="{E43599E7-80E9-88F3-B9C3-68D7DDE9F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8745" y="2343601"/>
            <a:ext cx="1800200" cy="310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635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1B05A-4CED-1A69-8BB4-85A5A1D6F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20EBA338-1A4C-1B39-96E1-76010C54E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3</a:t>
            </a:fld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B11EAF03-39D7-0F2A-5AF5-684CBC720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276" y="513227"/>
            <a:ext cx="9090889" cy="480067"/>
          </a:xfrm>
        </p:spPr>
        <p:txBody>
          <a:bodyPr/>
          <a:lstStyle/>
          <a:p>
            <a:r>
              <a:rPr lang="da-DK" dirty="0"/>
              <a:t>Entropi</a:t>
            </a:r>
          </a:p>
        </p:txBody>
      </p:sp>
      <p:sp>
        <p:nvSpPr>
          <p:cNvPr id="6" name="Pladsholder til indhold 8">
            <a:extLst>
              <a:ext uri="{FF2B5EF4-FFF2-40B4-BE49-F238E27FC236}">
                <a16:creationId xmlns:a16="http://schemas.microsoft.com/office/drawing/2014/main" id="{AE48ADD3-9A2A-514D-FAFF-CE46E42A4B7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6010" y="1052736"/>
            <a:ext cx="7198357" cy="3412189"/>
          </a:xfrm>
        </p:spPr>
        <p:txBody>
          <a:bodyPr/>
          <a:lstStyle/>
          <a:p>
            <a:r>
              <a:rPr lang="da-DK" b="0" dirty="0"/>
              <a:t>Entropi skal her forstås som en regneteknisk tilstandsvariabel, der defineres ved:</a:t>
            </a:r>
          </a:p>
          <a:p>
            <a:endParaRPr lang="da-DK" b="0" dirty="0"/>
          </a:p>
          <a:p>
            <a:r>
              <a:rPr lang="da-DK" b="0" dirty="0"/>
              <a:t>hvor</a:t>
            </a:r>
          </a:p>
          <a:p>
            <a:endParaRPr lang="da-DK" b="0" dirty="0"/>
          </a:p>
          <a:p>
            <a:endParaRPr lang="da-DK" b="0" dirty="0"/>
          </a:p>
          <a:p>
            <a:endParaRPr lang="da-DK" b="0" dirty="0"/>
          </a:p>
          <a:p>
            <a:endParaRPr lang="da-DK" b="0" dirty="0"/>
          </a:p>
          <a:p>
            <a:endParaRPr lang="da-DK" b="0" dirty="0"/>
          </a:p>
          <a:p>
            <a:endParaRPr lang="da-DK" b="0" dirty="0"/>
          </a:p>
          <a:p>
            <a:r>
              <a:rPr lang="da-DK" b="0" dirty="0"/>
              <a:t>Her er temperaturen konstant, hvilket er en reel antagelse</a:t>
            </a:r>
          </a:p>
          <a:p>
            <a:r>
              <a:rPr lang="nb-NO" b="0" dirty="0"/>
              <a:t>når den tilførte varmeenergi er infinitesimal</a:t>
            </a:r>
          </a:p>
          <a:p>
            <a:endParaRPr lang="nb-NO" b="0" dirty="0"/>
          </a:p>
          <a:p>
            <a:r>
              <a:rPr lang="da-DK" dirty="0"/>
              <a:t>Generelt gælder for entropien i et isoleret system at:</a:t>
            </a:r>
          </a:p>
          <a:p>
            <a:r>
              <a:rPr lang="da-DK" b="0" i="1" dirty="0"/>
              <a:t>Den er konstant ved reversible processer</a:t>
            </a:r>
          </a:p>
          <a:p>
            <a:r>
              <a:rPr lang="da-DK" b="0" i="1" dirty="0"/>
              <a:t>Den vokser ved irreversible processer</a:t>
            </a:r>
            <a:endParaRPr lang="da-DK" i="1" dirty="0"/>
          </a:p>
          <a:p>
            <a:endParaRPr lang="da-DK" dirty="0"/>
          </a:p>
          <a:p>
            <a:endParaRPr lang="da-DK" b="0" dirty="0"/>
          </a:p>
        </p:txBody>
      </p:sp>
      <p:pic>
        <p:nvPicPr>
          <p:cNvPr id="9" name="Billede 8" descr="Et billede, der indeholder Font/skrifttype, tekst, typografi, design&#10;&#10;AI-genereret indhold kan være ukorrekt.">
            <a:extLst>
              <a:ext uri="{FF2B5EF4-FFF2-40B4-BE49-F238E27FC236}">
                <a16:creationId xmlns:a16="http://schemas.microsoft.com/office/drawing/2014/main" id="{E3FD6042-4AFB-6E68-39CE-DAF2805C4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760" y="2012646"/>
            <a:ext cx="1505230" cy="800469"/>
          </a:xfrm>
          <a:prstGeom prst="rect">
            <a:avLst/>
          </a:prstGeom>
        </p:spPr>
      </p:pic>
      <p:pic>
        <p:nvPicPr>
          <p:cNvPr id="11" name="Billede 10" descr="Et billede, der indeholder tekst, Font/skrifttype, skærmbillede, linje/række&#10;&#10;AI-genereret indhold kan være ukorrekt.">
            <a:extLst>
              <a:ext uri="{FF2B5EF4-FFF2-40B4-BE49-F238E27FC236}">
                <a16:creationId xmlns:a16="http://schemas.microsoft.com/office/drawing/2014/main" id="{87621C6A-B6CA-D60B-FA05-86DB4BCE2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560" y="3078437"/>
            <a:ext cx="6464527" cy="1093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203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9B876-028B-4629-B8DF-3540C62BE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96D1B542-156B-3D02-69BF-C329C727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4</a:t>
            </a:fld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E3B563E5-7ED8-8924-1F98-AAB5EBC9E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555" y="472385"/>
            <a:ext cx="9090889" cy="480067"/>
          </a:xfrm>
        </p:spPr>
        <p:txBody>
          <a:bodyPr/>
          <a:lstStyle/>
          <a:p>
            <a:r>
              <a:rPr lang="da-DK" dirty="0"/>
              <a:t>Entropi</a:t>
            </a:r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1240BBB1-ECDF-C026-ECB5-29A0E0949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indhold 8">
            <a:extLst>
              <a:ext uri="{FF2B5EF4-FFF2-40B4-BE49-F238E27FC236}">
                <a16:creationId xmlns:a16="http://schemas.microsoft.com/office/drawing/2014/main" id="{CE85B0D2-2E16-2698-2BE1-46708E5CF46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7555" y="985957"/>
            <a:ext cx="6705685" cy="5235347"/>
          </a:xfrm>
        </p:spPr>
        <p:txBody>
          <a:bodyPr/>
          <a:lstStyle/>
          <a:p>
            <a:r>
              <a:rPr lang="da-DK" b="0" dirty="0"/>
              <a:t>Da vi arbejder med entropi som en tilstandsvariabel betyder det at vi kun interesserer os for endepunkterne, altså hvor processen starter og slutter.</a:t>
            </a:r>
          </a:p>
          <a:p>
            <a:endParaRPr lang="da-DK" b="0" dirty="0"/>
          </a:p>
          <a:p>
            <a:r>
              <a:rPr lang="da-DK" b="0" dirty="0"/>
              <a:t>Vi kan derfor tage en hvilken som helst vej mellem punkterne og derfor er formlen også gældende for irreversible processer så længe processen forbinder de samme endepunkter.</a:t>
            </a:r>
          </a:p>
          <a:p>
            <a:endParaRPr lang="da-DK" b="0" dirty="0"/>
          </a:p>
          <a:p>
            <a:r>
              <a:rPr lang="da-DK" b="0" dirty="0"/>
              <a:t>Medmindre der er tale om isoterm proces er temperaturen ikke konstant, men vi kan omskrive</a:t>
            </a:r>
          </a:p>
          <a:p>
            <a:pPr marL="0" lvl="1" indent="0">
              <a:buNone/>
            </a:pPr>
            <a:endParaRPr lang="da-DK" dirty="0"/>
          </a:p>
          <a:p>
            <a:endParaRPr lang="da-DK" dirty="0"/>
          </a:p>
          <a:p>
            <a:r>
              <a:rPr lang="da-DK" b="0" dirty="0"/>
              <a:t>Til:</a:t>
            </a:r>
          </a:p>
          <a:p>
            <a:endParaRPr lang="da-DK" b="0" dirty="0"/>
          </a:p>
          <a:p>
            <a:endParaRPr lang="da-DK" b="0" dirty="0"/>
          </a:p>
          <a:p>
            <a:r>
              <a:rPr lang="da-DK" b="0" dirty="0"/>
              <a:t>Nu gælder formlen ikke kun for en infinitesimal del af processen men for hele processen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8B0D6663-864D-7F57-81B7-810DBFD4D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4680" y="3956068"/>
            <a:ext cx="1228725" cy="695325"/>
          </a:xfrm>
          <a:prstGeom prst="rect">
            <a:avLst/>
          </a:prstGeom>
        </p:spPr>
      </p:pic>
      <p:pic>
        <p:nvPicPr>
          <p:cNvPr id="11" name="Billede 10">
            <a:extLst>
              <a:ext uri="{FF2B5EF4-FFF2-40B4-BE49-F238E27FC236}">
                <a16:creationId xmlns:a16="http://schemas.microsoft.com/office/drawing/2014/main" id="{E6540026-AD58-3B6E-50F8-2385891B8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4568" y="4684898"/>
            <a:ext cx="3028950" cy="809625"/>
          </a:xfrm>
          <a:prstGeom prst="rect">
            <a:avLst/>
          </a:prstGeom>
        </p:spPr>
      </p:pic>
      <p:pic>
        <p:nvPicPr>
          <p:cNvPr id="7" name="Billede 6" descr="Et billede, der indeholder linje/række, Kurve, diagram&#10;&#10;AI-genereret indhold kan være ukorrekt.">
            <a:extLst>
              <a:ext uri="{FF2B5EF4-FFF2-40B4-BE49-F238E27FC236}">
                <a16:creationId xmlns:a16="http://schemas.microsoft.com/office/drawing/2014/main" id="{DD459DAB-68BE-DAFB-0546-00C33EA108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8547" y="1371422"/>
            <a:ext cx="2575783" cy="205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178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7D629-A55B-E4B6-E0B7-3631DC2B2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6D42E58B-9E9F-941E-EB27-FA781F8B7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5</a:t>
            </a:fld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86739924-3035-B6A0-3313-594A1B0E9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37" y="962770"/>
            <a:ext cx="9090889" cy="480067"/>
          </a:xfrm>
        </p:spPr>
        <p:txBody>
          <a:bodyPr/>
          <a:lstStyle/>
          <a:p>
            <a:r>
              <a:rPr lang="da-DK" dirty="0"/>
              <a:t>Entropi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3D4575DF-9495-737C-8ACD-6F92D6F8644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10-09-2026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4D277D60-4064-7792-AF67-833472E255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indhold 8">
            <a:extLst>
              <a:ext uri="{FF2B5EF4-FFF2-40B4-BE49-F238E27FC236}">
                <a16:creationId xmlns:a16="http://schemas.microsoft.com/office/drawing/2014/main" id="{6803A58A-9793-D765-F965-0BAD46BA9E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8939" y="1442837"/>
            <a:ext cx="7198357" cy="5235347"/>
          </a:xfrm>
        </p:spPr>
        <p:txBody>
          <a:bodyPr/>
          <a:lstStyle/>
          <a:p>
            <a:pPr marL="0" lvl="1" indent="0">
              <a:buNone/>
            </a:pPr>
            <a:r>
              <a:rPr lang="da-DK" sz="1800" b="1" dirty="0"/>
              <a:t>Specifik entropi</a:t>
            </a:r>
          </a:p>
          <a:p>
            <a:endParaRPr lang="da-DK" dirty="0"/>
          </a:p>
          <a:p>
            <a:r>
              <a:rPr lang="da-DK" b="0" dirty="0"/>
              <a:t>Generelt er specifikke værdier bare værdier hvor man har divideret med massen… altså er specifikke værdier uafhængige af massen og derfor lette at lave opslagstabeller og diagrammer med.</a:t>
            </a:r>
          </a:p>
          <a:p>
            <a:endParaRPr lang="da-DK" b="0" dirty="0"/>
          </a:p>
          <a:p>
            <a:r>
              <a:rPr lang="da-DK" b="0" dirty="0"/>
              <a:t>Den specifikke entropi er defineret som:</a:t>
            </a:r>
          </a:p>
          <a:p>
            <a:endParaRPr lang="da-DK" b="0" dirty="0"/>
          </a:p>
          <a:p>
            <a:endParaRPr lang="da-DK" b="0" dirty="0"/>
          </a:p>
          <a:p>
            <a:endParaRPr lang="da-DK" b="0" dirty="0"/>
          </a:p>
          <a:p>
            <a:r>
              <a:rPr lang="da-DK" b="0" dirty="0"/>
              <a:t>hvor</a:t>
            </a:r>
          </a:p>
          <a:p>
            <a:endParaRPr lang="da-DK" b="0" dirty="0"/>
          </a:p>
          <a:p>
            <a:endParaRPr lang="da-DK" b="0" dirty="0"/>
          </a:p>
          <a:p>
            <a:endParaRPr lang="da-DK" b="0" dirty="0"/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B458C677-AEA5-FFF2-BA23-DC0FED94B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784" y="3762375"/>
            <a:ext cx="876300" cy="666750"/>
          </a:xfrm>
          <a:prstGeom prst="rect">
            <a:avLst/>
          </a:prstGeom>
        </p:spPr>
      </p:pic>
      <p:pic>
        <p:nvPicPr>
          <p:cNvPr id="7" name="Billede 6" descr="Et billede, der indeholder tekst, Font/skrifttype, hvid, diagram&#10;&#10;AI-genereret indhold kan være ukorrekt.">
            <a:extLst>
              <a:ext uri="{FF2B5EF4-FFF2-40B4-BE49-F238E27FC236}">
                <a16:creationId xmlns:a16="http://schemas.microsoft.com/office/drawing/2014/main" id="{2DD72340-C45E-B0FA-67A1-A8C5CDE62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8704" y="4965832"/>
            <a:ext cx="3459549" cy="105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345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24184-2222-6791-EEC3-5779F28F6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50AAE601-CAAE-D090-0AF4-FD41894F5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6</a:t>
            </a:fld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8B763B1B-7D5C-5885-7836-0C0228103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37" y="962770"/>
            <a:ext cx="9090889" cy="480067"/>
          </a:xfrm>
        </p:spPr>
        <p:txBody>
          <a:bodyPr/>
          <a:lstStyle/>
          <a:p>
            <a:r>
              <a:rPr lang="da-DK" dirty="0"/>
              <a:t>Entropi</a:t>
            </a:r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2018769B-0FD3-F76F-D637-7319390A9E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indhold 8">
            <a:extLst>
              <a:ext uri="{FF2B5EF4-FFF2-40B4-BE49-F238E27FC236}">
                <a16:creationId xmlns:a16="http://schemas.microsoft.com/office/drawing/2014/main" id="{8658DCAC-2BB7-F121-DEEC-59350C5AB8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8940" y="1442837"/>
            <a:ext cx="6696764" cy="5235347"/>
          </a:xfrm>
        </p:spPr>
        <p:txBody>
          <a:bodyPr/>
          <a:lstStyle/>
          <a:p>
            <a:pPr marL="0" lvl="1" indent="0">
              <a:buNone/>
            </a:pPr>
            <a:r>
              <a:rPr lang="da-DK" sz="1800" b="1" dirty="0"/>
              <a:t>Specifik entropi og </a:t>
            </a:r>
            <a:r>
              <a:rPr lang="da-DK" sz="1800" b="1" dirty="0" err="1"/>
              <a:t>s,T</a:t>
            </a:r>
            <a:r>
              <a:rPr lang="da-DK" sz="1800" b="1" dirty="0"/>
              <a:t> graf</a:t>
            </a:r>
          </a:p>
          <a:p>
            <a:endParaRPr lang="da-DK" dirty="0"/>
          </a:p>
          <a:p>
            <a:r>
              <a:rPr lang="da-DK" b="0" dirty="0"/>
              <a:t>Vi husker fra tidligere udtrykket:</a:t>
            </a:r>
          </a:p>
          <a:p>
            <a:endParaRPr lang="da-DK" b="0" dirty="0"/>
          </a:p>
          <a:p>
            <a:endParaRPr lang="da-DK" b="0" dirty="0"/>
          </a:p>
          <a:p>
            <a:r>
              <a:rPr lang="da-DK" b="0" dirty="0"/>
              <a:t>Dette kan vha.:</a:t>
            </a:r>
          </a:p>
          <a:p>
            <a:endParaRPr lang="da-DK" b="0" dirty="0"/>
          </a:p>
          <a:p>
            <a:endParaRPr lang="da-DK" b="0" dirty="0"/>
          </a:p>
          <a:p>
            <a:r>
              <a:rPr lang="da-DK" b="0" dirty="0"/>
              <a:t>Omskrives til:</a:t>
            </a:r>
          </a:p>
          <a:p>
            <a:endParaRPr lang="da-DK" b="0" dirty="0"/>
          </a:p>
          <a:p>
            <a:r>
              <a:rPr lang="da-DK" b="0" dirty="0" err="1"/>
              <a:t>dq</a:t>
            </a:r>
            <a:r>
              <a:rPr lang="da-DK" b="0" dirty="0"/>
              <a:t> isoleres og der integreres på begge sider af lighedstegnet og der fås:</a:t>
            </a:r>
          </a:p>
          <a:p>
            <a:endParaRPr lang="da-DK" b="0" dirty="0"/>
          </a:p>
          <a:p>
            <a:r>
              <a:rPr lang="da-DK" b="0" dirty="0"/>
              <a:t>Det vil altså sige at den samlede tilførte </a:t>
            </a:r>
            <a:r>
              <a:rPr lang="da-DK" b="0" dirty="0" err="1"/>
              <a:t>varmemængde</a:t>
            </a:r>
            <a:r>
              <a:rPr lang="da-DK" b="0" dirty="0"/>
              <a:t> kan findes som arealet under proceskurven på en </a:t>
            </a:r>
            <a:r>
              <a:rPr lang="da-DK" b="0" dirty="0" err="1"/>
              <a:t>T,s</a:t>
            </a:r>
            <a:r>
              <a:rPr lang="da-DK" b="0" dirty="0"/>
              <a:t> graf.</a:t>
            </a:r>
          </a:p>
          <a:p>
            <a:endParaRPr lang="da-DK" b="0" dirty="0"/>
          </a:p>
          <a:p>
            <a:endParaRPr lang="da-DK" b="0" dirty="0"/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71ECEB18-D9BF-643E-530A-F96D9F3BA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8117" y="2922188"/>
            <a:ext cx="876300" cy="666750"/>
          </a:xfrm>
          <a:prstGeom prst="rect">
            <a:avLst/>
          </a:prstGeom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AB11173B-C457-6129-0038-612085440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8117" y="1988608"/>
            <a:ext cx="1228725" cy="695325"/>
          </a:xfrm>
          <a:prstGeom prst="rect">
            <a:avLst/>
          </a:prstGeom>
        </p:spPr>
      </p:pic>
      <p:pic>
        <p:nvPicPr>
          <p:cNvPr id="11" name="Billede 10">
            <a:extLst>
              <a:ext uri="{FF2B5EF4-FFF2-40B4-BE49-F238E27FC236}">
                <a16:creationId xmlns:a16="http://schemas.microsoft.com/office/drawing/2014/main" id="{26223DF6-2B3C-621B-665C-41BD6C2869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4502" y="3917345"/>
            <a:ext cx="1009650" cy="647700"/>
          </a:xfrm>
          <a:prstGeom prst="rect">
            <a:avLst/>
          </a:prstGeom>
        </p:spPr>
      </p:pic>
      <p:pic>
        <p:nvPicPr>
          <p:cNvPr id="14" name="Billede 13">
            <a:extLst>
              <a:ext uri="{FF2B5EF4-FFF2-40B4-BE49-F238E27FC236}">
                <a16:creationId xmlns:a16="http://schemas.microsoft.com/office/drawing/2014/main" id="{972BEC47-7311-E70F-C35B-82C62AAA84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8752" y="5053213"/>
            <a:ext cx="1581150" cy="723900"/>
          </a:xfrm>
          <a:prstGeom prst="rect">
            <a:avLst/>
          </a:prstGeom>
        </p:spPr>
      </p:pic>
      <p:pic>
        <p:nvPicPr>
          <p:cNvPr id="16" name="Billede 15">
            <a:extLst>
              <a:ext uri="{FF2B5EF4-FFF2-40B4-BE49-F238E27FC236}">
                <a16:creationId xmlns:a16="http://schemas.microsoft.com/office/drawing/2014/main" id="{2F80987C-8379-AE3B-E3DC-7A2B48742B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8357" y="1895464"/>
            <a:ext cx="3511231" cy="281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40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12D53-359B-0C15-DACA-15CB7FB74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3CCB2239-B144-A178-5DD5-73B0597F7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7</a:t>
            </a:fld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7B120077-8F9C-3BA9-8B6A-D9F69EB31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549" y="260911"/>
            <a:ext cx="9090889" cy="480067"/>
          </a:xfrm>
        </p:spPr>
        <p:txBody>
          <a:bodyPr/>
          <a:lstStyle/>
          <a:p>
            <a:r>
              <a:rPr lang="da-DK" dirty="0"/>
              <a:t>Entropi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Pladsholder til indhold 8">
                <a:extLst>
                  <a:ext uri="{FF2B5EF4-FFF2-40B4-BE49-F238E27FC236}">
                    <a16:creationId xmlns:a16="http://schemas.microsoft.com/office/drawing/2014/main" id="{0D939BD1-2A4D-93E0-C9D8-077B494489C7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45549" y="740978"/>
                <a:ext cx="6555226" cy="5235347"/>
              </a:xfrm>
            </p:spPr>
            <p:txBody>
              <a:bodyPr/>
              <a:lstStyle/>
              <a:p>
                <a:pPr marL="0" lvl="1" indent="0">
                  <a:buNone/>
                </a:pPr>
                <a:r>
                  <a:rPr lang="da-DK" sz="1800" b="1" dirty="0"/>
                  <a:t>Specifik entropi og </a:t>
                </a:r>
                <a:r>
                  <a:rPr lang="da-DK" sz="1800" b="1" dirty="0" err="1"/>
                  <a:t>s,T</a:t>
                </a:r>
                <a:r>
                  <a:rPr lang="da-DK" sz="1800" b="1" dirty="0"/>
                  <a:t> graf samt termisk virkningsgrad</a:t>
                </a:r>
              </a:p>
              <a:p>
                <a:endParaRPr lang="da-DK" dirty="0"/>
              </a:p>
              <a:p>
                <a:r>
                  <a:rPr lang="da-DK" b="0" dirty="0"/>
                  <a:t>Vi ser på et eksempel på en reversibel kredsproces i et </a:t>
                </a:r>
                <a:r>
                  <a:rPr lang="da-DK" b="0" dirty="0" err="1"/>
                  <a:t>T,s</a:t>
                </a:r>
                <a:r>
                  <a:rPr lang="da-DK" b="0" dirty="0"/>
                  <a:t> diagram:</a:t>
                </a:r>
              </a:p>
              <a:p>
                <a:endParaRPr lang="da-DK" b="0" dirty="0"/>
              </a:p>
              <a:p>
                <a:r>
                  <a:rPr lang="da-DK" b="0" dirty="0"/>
                  <a:t>Her er den samlede tilførte </a:t>
                </a:r>
                <a:r>
                  <a:rPr lang="da-DK" b="0" dirty="0" err="1"/>
                  <a:t>varmemængde</a:t>
                </a:r>
                <a:r>
                  <a:rPr lang="da-DK" b="0" dirty="0"/>
                  <a:t> Q1 lig arealet under grafen A12B, den afgivne </a:t>
                </a:r>
                <a:r>
                  <a:rPr lang="da-DK" b="0" dirty="0" err="1"/>
                  <a:t>varmemængde</a:t>
                </a:r>
                <a:r>
                  <a:rPr lang="da-DK" b="0" dirty="0"/>
                  <a:t> Q2 lig arealet under grafen A43B. Arealet 1234 (det skraverede areal) er lig nettovarmemængden som er lig det udførte arbejde W (udførte arbejde findes som arealet under kurven på et </a:t>
                </a:r>
                <a:r>
                  <a:rPr lang="da-DK" b="0" dirty="0" err="1"/>
                  <a:t>p,V</a:t>
                </a:r>
                <a:r>
                  <a:rPr lang="da-DK" b="0" dirty="0"/>
                  <a:t> diagram).</a:t>
                </a:r>
              </a:p>
              <a:p>
                <a:endParaRPr lang="da-DK" b="0" dirty="0"/>
              </a:p>
              <a:p>
                <a:r>
                  <a:rPr lang="da-DK" b="0" dirty="0"/>
                  <a:t>Dette skyldes at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a-DK" b="0" dirty="0"/>
                  <a:t> for en kredsproces, så </a:t>
                </a:r>
                <a14:m>
                  <m:oMath xmlns:m="http://schemas.openxmlformats.org/officeDocument/2006/math">
                    <m:r>
                      <a:rPr lang="da-DK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da-DK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da-DK" b="0" dirty="0"/>
                  <a:t> bliver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a-DK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Q</m:t>
                    </m:r>
                    <m:r>
                      <a:rPr lang="da-DK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da-DK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W</m:t>
                    </m:r>
                  </m:oMath>
                </a14:m>
                <a:endParaRPr lang="da-DK" b="0" dirty="0"/>
              </a:p>
              <a:p>
                <a:endParaRPr lang="da-DK" b="0" dirty="0"/>
              </a:p>
              <a:p>
                <a:r>
                  <a:rPr lang="da-DK" b="0" dirty="0"/>
                  <a:t>Den termiske virkningsgrad kan findes ud fra ovenstående til:</a:t>
                </a:r>
              </a:p>
              <a:p>
                <a:endParaRPr lang="da-DK" b="0" dirty="0"/>
              </a:p>
            </p:txBody>
          </p:sp>
        </mc:Choice>
        <mc:Fallback>
          <p:sp>
            <p:nvSpPr>
              <p:cNvPr id="6" name="Pladsholder til indhold 8">
                <a:extLst>
                  <a:ext uri="{FF2B5EF4-FFF2-40B4-BE49-F238E27FC236}">
                    <a16:creationId xmlns:a16="http://schemas.microsoft.com/office/drawing/2014/main" id="{0D939BD1-2A4D-93E0-C9D8-077B494489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45549" y="740978"/>
                <a:ext cx="6555226" cy="5235347"/>
              </a:xfrm>
              <a:blipFill>
                <a:blip r:embed="rId3"/>
                <a:stretch>
                  <a:fillRect l="-558" t="-58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Billede 9">
            <a:extLst>
              <a:ext uri="{FF2B5EF4-FFF2-40B4-BE49-F238E27FC236}">
                <a16:creationId xmlns:a16="http://schemas.microsoft.com/office/drawing/2014/main" id="{D7450434-A612-97C9-29CD-C3ECDE40C5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9286" y="1922904"/>
            <a:ext cx="2887511" cy="2010152"/>
          </a:xfrm>
          <a:prstGeom prst="rect">
            <a:avLst/>
          </a:prstGeom>
        </p:spPr>
      </p:pic>
      <p:pic>
        <p:nvPicPr>
          <p:cNvPr id="13" name="Billede 12">
            <a:extLst>
              <a:ext uri="{FF2B5EF4-FFF2-40B4-BE49-F238E27FC236}">
                <a16:creationId xmlns:a16="http://schemas.microsoft.com/office/drawing/2014/main" id="{91A827DC-C1B9-494C-B966-9449633417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2887" y="5949280"/>
            <a:ext cx="925541" cy="625842"/>
          </a:xfrm>
          <a:prstGeom prst="rect">
            <a:avLst/>
          </a:prstGeom>
        </p:spPr>
      </p:pic>
      <p:pic>
        <p:nvPicPr>
          <p:cNvPr id="17" name="Billede 16">
            <a:extLst>
              <a:ext uri="{FF2B5EF4-FFF2-40B4-BE49-F238E27FC236}">
                <a16:creationId xmlns:a16="http://schemas.microsoft.com/office/drawing/2014/main" id="{DD362C90-EF5A-A0DD-9CF2-5FA3761E63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4513" y="5849435"/>
            <a:ext cx="4808984" cy="91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013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8AD25-891A-8750-2B63-F403B7B33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F6616D1C-76D4-3BC7-67ED-4A9452B69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37" y="665585"/>
            <a:ext cx="9090889" cy="480067"/>
          </a:xfrm>
        </p:spPr>
        <p:txBody>
          <a:bodyPr/>
          <a:lstStyle/>
          <a:p>
            <a:r>
              <a:rPr lang="da-DK" dirty="0"/>
              <a:t>Entropi</a:t>
            </a:r>
          </a:p>
        </p:txBody>
      </p:sp>
      <p:sp>
        <p:nvSpPr>
          <p:cNvPr id="6" name="Pladsholder til indhold 8">
            <a:extLst>
              <a:ext uri="{FF2B5EF4-FFF2-40B4-BE49-F238E27FC236}">
                <a16:creationId xmlns:a16="http://schemas.microsoft.com/office/drawing/2014/main" id="{A3A4A406-AD99-B5B2-9E92-B617FBF2643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237" y="1121708"/>
            <a:ext cx="3932700" cy="5235347"/>
          </a:xfrm>
        </p:spPr>
        <p:txBody>
          <a:bodyPr/>
          <a:lstStyle/>
          <a:p>
            <a:r>
              <a:rPr lang="da-DK" dirty="0"/>
              <a:t>Nyttige formler</a:t>
            </a:r>
          </a:p>
          <a:p>
            <a:r>
              <a:rPr lang="da-DK" b="0" dirty="0"/>
              <a:t>Til højre ses formler til beregning af entropi for en væske der starter ved en temperatur på 0◦C og opvarmes til kogepunktet, og herefter fordampes til tør mættet damp for til sidst at ende som overhedet damp.</a:t>
            </a:r>
            <a:endParaRPr lang="da-DK" dirty="0"/>
          </a:p>
          <a:p>
            <a:endParaRPr lang="da-DK" b="0" dirty="0"/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D7BED034-5487-D27A-DB7B-140BB8A51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98" y="3739381"/>
            <a:ext cx="4596318" cy="1830081"/>
          </a:xfrm>
          <a:prstGeom prst="rect">
            <a:avLst/>
          </a:prstGeom>
        </p:spPr>
      </p:pic>
      <p:pic>
        <p:nvPicPr>
          <p:cNvPr id="11" name="Billede 10" descr="Et billede, der indeholder tekst, skærmbillede, Font/skrifttype, håndskrift&#10;&#10;AI-genereret indhold kan være ukorrekt.">
            <a:extLst>
              <a:ext uri="{FF2B5EF4-FFF2-40B4-BE49-F238E27FC236}">
                <a16:creationId xmlns:a16="http://schemas.microsoft.com/office/drawing/2014/main" id="{9EA04FC0-8170-7B13-8CDE-71C49AC124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818" y="905618"/>
            <a:ext cx="3370809" cy="2877074"/>
          </a:xfrm>
          <a:prstGeom prst="rect">
            <a:avLst/>
          </a:prstGeom>
        </p:spPr>
      </p:pic>
      <p:pic>
        <p:nvPicPr>
          <p:cNvPr id="13" name="Billede 12">
            <a:extLst>
              <a:ext uri="{FF2B5EF4-FFF2-40B4-BE49-F238E27FC236}">
                <a16:creationId xmlns:a16="http://schemas.microsoft.com/office/drawing/2014/main" id="{D57D8838-3631-D066-B98C-722F43A717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8913" y="3883140"/>
            <a:ext cx="3358618" cy="225533"/>
          </a:xfrm>
          <a:prstGeom prst="rect">
            <a:avLst/>
          </a:prstGeom>
        </p:spPr>
      </p:pic>
      <p:pic>
        <p:nvPicPr>
          <p:cNvPr id="15" name="Billede 14" descr="Et billede, der indeholder tekst, skærmbillede, Font/skrifttype, nummer/tal&#10;&#10;AI-genereret indhold kan være ukorrekt.">
            <a:extLst>
              <a:ext uri="{FF2B5EF4-FFF2-40B4-BE49-F238E27FC236}">
                <a16:creationId xmlns:a16="http://schemas.microsoft.com/office/drawing/2014/main" id="{CE6F5748-E6E3-B3A1-5127-BE4B37487ED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79220"/>
          <a:stretch>
            <a:fillRect/>
          </a:stretch>
        </p:blipFill>
        <p:spPr>
          <a:xfrm>
            <a:off x="5852818" y="4221089"/>
            <a:ext cx="3834067" cy="48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271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403CB-7507-DD2C-DCB5-517005BF7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0B186E51-7859-8644-8357-F13CB6397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9</a:t>
            </a:fld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42B2A7AC-0FAB-AE9B-F28A-A3383B4DA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37" y="665585"/>
            <a:ext cx="9090889" cy="480067"/>
          </a:xfrm>
        </p:spPr>
        <p:txBody>
          <a:bodyPr/>
          <a:lstStyle/>
          <a:p>
            <a:r>
              <a:rPr lang="da-DK" dirty="0"/>
              <a:t>Entropi</a:t>
            </a:r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A7AC33E0-5127-9BF4-C797-9AC70D94EC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indhold 8">
            <a:extLst>
              <a:ext uri="{FF2B5EF4-FFF2-40B4-BE49-F238E27FC236}">
                <a16:creationId xmlns:a16="http://schemas.microsoft.com/office/drawing/2014/main" id="{08A03B14-63D1-4D57-B275-54EB715C525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236" y="1121708"/>
            <a:ext cx="8901252" cy="5235347"/>
          </a:xfrm>
        </p:spPr>
        <p:txBody>
          <a:bodyPr/>
          <a:lstStyle/>
          <a:p>
            <a:r>
              <a:rPr lang="da-DK" dirty="0" err="1"/>
              <a:t>s,T</a:t>
            </a:r>
            <a:r>
              <a:rPr lang="da-DK" dirty="0"/>
              <a:t> diagram for vand (bemærk specifikke </a:t>
            </a:r>
            <a:r>
              <a:rPr lang="da-DK" dirty="0" err="1"/>
              <a:t>entropier</a:t>
            </a:r>
            <a:r>
              <a:rPr lang="da-DK" dirty="0"/>
              <a:t> samt tørhedsgrad / kvalitet)</a:t>
            </a:r>
          </a:p>
          <a:p>
            <a:endParaRPr lang="da-DK" dirty="0"/>
          </a:p>
          <a:p>
            <a:endParaRPr lang="da-DK" b="0" dirty="0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510860B4-0E28-D3E3-CD29-D20CB36C4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28" y="1470356"/>
            <a:ext cx="8284755" cy="5342822"/>
          </a:xfrm>
          <a:prstGeom prst="rect">
            <a:avLst/>
          </a:prstGeom>
        </p:spPr>
      </p:pic>
      <p:pic>
        <p:nvPicPr>
          <p:cNvPr id="11" name="Billede 10">
            <a:extLst>
              <a:ext uri="{FF2B5EF4-FFF2-40B4-BE49-F238E27FC236}">
                <a16:creationId xmlns:a16="http://schemas.microsoft.com/office/drawing/2014/main" id="{2B9F9E96-992C-9713-8BCB-939D5CA54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3750" y="5512563"/>
            <a:ext cx="238125" cy="257175"/>
          </a:xfrm>
          <a:prstGeom prst="rect">
            <a:avLst/>
          </a:prstGeom>
        </p:spPr>
      </p:pic>
      <p:pic>
        <p:nvPicPr>
          <p:cNvPr id="13" name="Billede 12">
            <a:extLst>
              <a:ext uri="{FF2B5EF4-FFF2-40B4-BE49-F238E27FC236}">
                <a16:creationId xmlns:a16="http://schemas.microsoft.com/office/drawing/2014/main" id="{76CC670B-489C-61F1-CBA6-9188A613E5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660" y="5504844"/>
            <a:ext cx="285750" cy="276225"/>
          </a:xfrm>
          <a:prstGeom prst="rect">
            <a:avLst/>
          </a:prstGeom>
        </p:spPr>
      </p:pic>
      <p:pic>
        <p:nvPicPr>
          <p:cNvPr id="15" name="Billede 14">
            <a:extLst>
              <a:ext uri="{FF2B5EF4-FFF2-40B4-BE49-F238E27FC236}">
                <a16:creationId xmlns:a16="http://schemas.microsoft.com/office/drawing/2014/main" id="{D2CFC16F-725A-AA13-5673-76536E7C5E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0568" y="4869160"/>
            <a:ext cx="333375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314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70D7B-9288-09FB-F84B-2F9526A8C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6827E46C-C2C9-E992-E856-6BAC7C95E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10</a:t>
            </a:fld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AFB0E20F-0607-13BD-2B32-A5F288774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37" y="665585"/>
            <a:ext cx="9090889" cy="480067"/>
          </a:xfrm>
        </p:spPr>
        <p:txBody>
          <a:bodyPr/>
          <a:lstStyle/>
          <a:p>
            <a:r>
              <a:rPr lang="da-DK" dirty="0"/>
              <a:t>Entropi</a:t>
            </a:r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1F70FC24-57FD-5CFF-AFC9-55587195B0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indhold 8">
            <a:extLst>
              <a:ext uri="{FF2B5EF4-FFF2-40B4-BE49-F238E27FC236}">
                <a16:creationId xmlns:a16="http://schemas.microsoft.com/office/drawing/2014/main" id="{F999E4BF-67D8-059D-F0EA-9BCBB2382B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236" y="1121708"/>
            <a:ext cx="6813019" cy="5235347"/>
          </a:xfrm>
        </p:spPr>
        <p:txBody>
          <a:bodyPr/>
          <a:lstStyle/>
          <a:p>
            <a:endParaRPr lang="da-DK" dirty="0"/>
          </a:p>
          <a:p>
            <a:endParaRPr lang="da-DK" dirty="0"/>
          </a:p>
          <a:p>
            <a:r>
              <a:rPr lang="da-DK" sz="2400" dirty="0"/>
              <a:t>Vi regner opgave 9.20.1 sammen på tavlen</a:t>
            </a:r>
          </a:p>
          <a:p>
            <a:endParaRPr lang="da-DK" b="0" dirty="0"/>
          </a:p>
        </p:txBody>
      </p:sp>
    </p:spTree>
    <p:extLst>
      <p:ext uri="{BB962C8B-B14F-4D97-AF65-F5344CB8AC3E}">
        <p14:creationId xmlns:p14="http://schemas.microsoft.com/office/powerpoint/2010/main" val="360239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51EFD-122B-0B44-E815-28B2B1AFD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3F8AB3A1-8B68-2194-1694-8279B1C73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11</a:t>
            </a:fld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72F7DA0-B8C7-8F15-6399-C83B2AB67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37" y="665585"/>
            <a:ext cx="9090889" cy="480067"/>
          </a:xfrm>
        </p:spPr>
        <p:txBody>
          <a:bodyPr/>
          <a:lstStyle/>
          <a:p>
            <a:r>
              <a:rPr lang="da-DK" dirty="0"/>
              <a:t>Specifikke varmekapaciteter for gasser</a:t>
            </a:r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40E1594B-129C-58FB-2488-7363309F5F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indhold 8">
            <a:extLst>
              <a:ext uri="{FF2B5EF4-FFF2-40B4-BE49-F238E27FC236}">
                <a16:creationId xmlns:a16="http://schemas.microsoft.com/office/drawing/2014/main" id="{5F2F070B-5615-9D51-B9A9-B6564E1AD6C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236" y="1121708"/>
            <a:ext cx="6164947" cy="5553860"/>
          </a:xfrm>
        </p:spPr>
        <p:txBody>
          <a:bodyPr/>
          <a:lstStyle/>
          <a:p>
            <a:r>
              <a:rPr lang="da-DK" b="0" dirty="0"/>
              <a:t>Den specifikke varmekapacitet for en gas afhænger af om der er tale om en </a:t>
            </a:r>
            <a:r>
              <a:rPr lang="da-DK" b="0" dirty="0" err="1"/>
              <a:t>isokor</a:t>
            </a:r>
            <a:r>
              <a:rPr lang="da-DK" b="0" dirty="0"/>
              <a:t> eller en isobar proces.</a:t>
            </a:r>
          </a:p>
          <a:p>
            <a:endParaRPr lang="da-DK" b="0" dirty="0"/>
          </a:p>
          <a:p>
            <a:r>
              <a:rPr lang="da-DK" b="0" dirty="0"/>
              <a:t>Varmelærens 1. hovedsætning siger at:</a:t>
            </a:r>
          </a:p>
          <a:p>
            <a:endParaRPr lang="da-DK" b="0" dirty="0"/>
          </a:p>
          <a:p>
            <a:endParaRPr lang="da-DK" b="0" dirty="0"/>
          </a:p>
          <a:p>
            <a:r>
              <a:rPr lang="da-DK" b="0" dirty="0"/>
              <a:t>Da der for en </a:t>
            </a:r>
            <a:r>
              <a:rPr lang="da-DK" b="0" dirty="0" err="1"/>
              <a:t>isokor</a:t>
            </a:r>
            <a:r>
              <a:rPr lang="da-DK" b="0" dirty="0"/>
              <a:t> proces ikke udføres et arbejde kan vi skrive:</a:t>
            </a:r>
          </a:p>
          <a:p>
            <a:endParaRPr lang="da-DK" b="0" dirty="0"/>
          </a:p>
          <a:p>
            <a:r>
              <a:rPr lang="da-DK" b="0" dirty="0"/>
              <a:t>For en isobar proces hvor der tilføres varme udfører gassen et arbejde på omgivelserne og vi kan derfor skrive:</a:t>
            </a:r>
          </a:p>
          <a:p>
            <a:endParaRPr lang="da-DK" b="0" dirty="0"/>
          </a:p>
          <a:p>
            <a:endParaRPr lang="da-DK" b="0" dirty="0"/>
          </a:p>
          <a:p>
            <a:r>
              <a:rPr lang="da-DK" b="0" dirty="0"/>
              <a:t>Det ses her at der skal tilføres en større </a:t>
            </a:r>
            <a:r>
              <a:rPr lang="da-DK" b="0" dirty="0" err="1"/>
              <a:t>varmemængde</a:t>
            </a:r>
            <a:r>
              <a:rPr lang="da-DK" b="0" dirty="0"/>
              <a:t> Q ved den </a:t>
            </a:r>
            <a:r>
              <a:rPr lang="da-DK" b="0" dirty="0" err="1"/>
              <a:t>isobare</a:t>
            </a:r>
            <a:r>
              <a:rPr lang="da-DK" b="0" dirty="0"/>
              <a:t> proces for at opnå sammen tilvækst i indre energi U som for den </a:t>
            </a:r>
            <a:r>
              <a:rPr lang="da-DK" b="0" dirty="0" err="1"/>
              <a:t>isokore</a:t>
            </a:r>
            <a:r>
              <a:rPr lang="da-DK" b="0" dirty="0"/>
              <a:t> proces.</a:t>
            </a:r>
          </a:p>
          <a:p>
            <a:endParaRPr lang="da-DK" b="0" dirty="0"/>
          </a:p>
          <a:p>
            <a:endParaRPr lang="da-DK" b="0" dirty="0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096C3F9D-B130-DB83-778C-8CC4289FD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584" y="2447575"/>
            <a:ext cx="1800225" cy="371475"/>
          </a:xfrm>
          <a:prstGeom prst="rect">
            <a:avLst/>
          </a:prstGeom>
        </p:spPr>
      </p:pic>
      <p:pic>
        <p:nvPicPr>
          <p:cNvPr id="11" name="Billede 10">
            <a:extLst>
              <a:ext uri="{FF2B5EF4-FFF2-40B4-BE49-F238E27FC236}">
                <a16:creationId xmlns:a16="http://schemas.microsoft.com/office/drawing/2014/main" id="{7E356360-7B7A-2C07-E71C-CED753321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5187" y="2426365"/>
            <a:ext cx="2534351" cy="1941205"/>
          </a:xfrm>
          <a:prstGeom prst="rect">
            <a:avLst/>
          </a:prstGeom>
        </p:spPr>
      </p:pic>
      <p:pic>
        <p:nvPicPr>
          <p:cNvPr id="15" name="Billede 14">
            <a:extLst>
              <a:ext uri="{FF2B5EF4-FFF2-40B4-BE49-F238E27FC236}">
                <a16:creationId xmlns:a16="http://schemas.microsoft.com/office/drawing/2014/main" id="{BC08F326-E2DD-D740-B744-FF39A41509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4608" y="3508443"/>
            <a:ext cx="1133475" cy="438150"/>
          </a:xfrm>
          <a:prstGeom prst="rect">
            <a:avLst/>
          </a:prstGeom>
        </p:spPr>
      </p:pic>
      <p:pic>
        <p:nvPicPr>
          <p:cNvPr id="17" name="Billede 16">
            <a:extLst>
              <a:ext uri="{FF2B5EF4-FFF2-40B4-BE49-F238E27FC236}">
                <a16:creationId xmlns:a16="http://schemas.microsoft.com/office/drawing/2014/main" id="{17238B02-7FDD-417E-43A5-84372A4506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5480" y="4522708"/>
            <a:ext cx="2562827" cy="1941205"/>
          </a:xfrm>
          <a:prstGeom prst="rect">
            <a:avLst/>
          </a:prstGeom>
        </p:spPr>
      </p:pic>
      <p:pic>
        <p:nvPicPr>
          <p:cNvPr id="19" name="Billede 18">
            <a:extLst>
              <a:ext uri="{FF2B5EF4-FFF2-40B4-BE49-F238E27FC236}">
                <a16:creationId xmlns:a16="http://schemas.microsoft.com/office/drawing/2014/main" id="{0925FCE3-36CA-BEBE-27D7-968C934104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7983" y="4747308"/>
            <a:ext cx="1771650" cy="37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758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7E446-ACC8-CF78-2D3F-B6BED6A83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51BD4E03-D222-DE57-C408-5DC6AB301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12</a:t>
            </a:fld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209687C0-7705-CD62-1B3F-1715BADF1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37" y="665585"/>
            <a:ext cx="9090889" cy="480067"/>
          </a:xfrm>
        </p:spPr>
        <p:txBody>
          <a:bodyPr/>
          <a:lstStyle/>
          <a:p>
            <a:r>
              <a:rPr lang="da-DK" dirty="0"/>
              <a:t>Specifikke varmekapaciteter for gasser</a:t>
            </a:r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ABD0BC19-F0BB-110E-E831-433318C7DC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indhold 8">
            <a:extLst>
              <a:ext uri="{FF2B5EF4-FFF2-40B4-BE49-F238E27FC236}">
                <a16:creationId xmlns:a16="http://schemas.microsoft.com/office/drawing/2014/main" id="{77CA535F-A444-E8AF-EECD-BCEF1C95B9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236" y="1121708"/>
            <a:ext cx="6741012" cy="5553860"/>
          </a:xfrm>
        </p:spPr>
        <p:txBody>
          <a:bodyPr/>
          <a:lstStyle/>
          <a:p>
            <a:r>
              <a:rPr lang="da-DK" b="0" dirty="0"/>
              <a:t>Den specifikke tilførte varmeenergi, </a:t>
            </a:r>
            <a:r>
              <a:rPr lang="da-DK" b="0" i="1" dirty="0"/>
              <a:t>q,</a:t>
            </a:r>
            <a:r>
              <a:rPr lang="da-DK" b="0" dirty="0"/>
              <a:t> kan findes som:</a:t>
            </a:r>
          </a:p>
          <a:p>
            <a:endParaRPr lang="da-DK" b="0" dirty="0"/>
          </a:p>
          <a:p>
            <a:endParaRPr lang="da-DK" b="0" dirty="0"/>
          </a:p>
          <a:p>
            <a:r>
              <a:rPr lang="da-DK" b="0" dirty="0"/>
              <a:t>eller </a:t>
            </a:r>
          </a:p>
          <a:p>
            <a:endParaRPr lang="da-DK" b="0" dirty="0"/>
          </a:p>
          <a:p>
            <a:endParaRPr lang="da-DK" b="0" dirty="0"/>
          </a:p>
          <a:p>
            <a:r>
              <a:rPr lang="da-DK" b="0" dirty="0"/>
              <a:t>alt efter om der er tale om en </a:t>
            </a:r>
            <a:r>
              <a:rPr lang="da-DK" b="0" dirty="0" err="1"/>
              <a:t>isokor</a:t>
            </a:r>
            <a:r>
              <a:rPr lang="da-DK" b="0" dirty="0"/>
              <a:t> eller isobar proces</a:t>
            </a:r>
          </a:p>
          <a:p>
            <a:endParaRPr lang="da-DK" b="0" dirty="0"/>
          </a:p>
          <a:p>
            <a:r>
              <a:rPr lang="da-DK" b="0" dirty="0"/>
              <a:t>Heraf fremgår det, da vi på foregående slide så at der skal tilføres en større </a:t>
            </a:r>
            <a:r>
              <a:rPr lang="da-DK" b="0" dirty="0" err="1"/>
              <a:t>varmemængde</a:t>
            </a:r>
            <a:r>
              <a:rPr lang="da-DK" b="0" dirty="0"/>
              <a:t> Q for en isobar proces, at:</a:t>
            </a:r>
          </a:p>
          <a:p>
            <a:endParaRPr lang="da-DK" b="0" dirty="0"/>
          </a:p>
          <a:p>
            <a:r>
              <a:rPr lang="da-DK" b="0" dirty="0"/>
              <a:t>I tabeller kan man finde den specifikke varmekapacitet for en isobar proces og man kan også finde </a:t>
            </a:r>
            <a:r>
              <a:rPr lang="da-DK" b="0" dirty="0" err="1"/>
              <a:t>isentropkomponenten</a:t>
            </a:r>
            <a:r>
              <a:rPr lang="da-DK" b="0" dirty="0"/>
              <a:t> kappa:</a:t>
            </a:r>
          </a:p>
        </p:txBody>
      </p:sp>
      <p:pic>
        <p:nvPicPr>
          <p:cNvPr id="11" name="Billede 10">
            <a:extLst>
              <a:ext uri="{FF2B5EF4-FFF2-40B4-BE49-F238E27FC236}">
                <a16:creationId xmlns:a16="http://schemas.microsoft.com/office/drawing/2014/main" id="{698A956A-628E-495E-5F7C-DBB9B091E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5187" y="2204864"/>
            <a:ext cx="2534351" cy="1941205"/>
          </a:xfrm>
          <a:prstGeom prst="rect">
            <a:avLst/>
          </a:prstGeom>
        </p:spPr>
      </p:pic>
      <p:pic>
        <p:nvPicPr>
          <p:cNvPr id="17" name="Billede 16">
            <a:extLst>
              <a:ext uri="{FF2B5EF4-FFF2-40B4-BE49-F238E27FC236}">
                <a16:creationId xmlns:a16="http://schemas.microsoft.com/office/drawing/2014/main" id="{B9A2AAC2-CAD5-B3A1-AB49-CB40722C7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0948" y="4314681"/>
            <a:ext cx="2562827" cy="1941205"/>
          </a:xfrm>
          <a:prstGeom prst="rect">
            <a:avLst/>
          </a:prstGeom>
        </p:spPr>
      </p:pic>
      <p:pic>
        <p:nvPicPr>
          <p:cNvPr id="16" name="Billede 15">
            <a:extLst>
              <a:ext uri="{FF2B5EF4-FFF2-40B4-BE49-F238E27FC236}">
                <a16:creationId xmlns:a16="http://schemas.microsoft.com/office/drawing/2014/main" id="{670FA3A2-92FB-ABDD-DDCB-121FC0C013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51" y="4385429"/>
            <a:ext cx="838200" cy="323850"/>
          </a:xfrm>
          <a:prstGeom prst="rect">
            <a:avLst/>
          </a:prstGeom>
        </p:spPr>
      </p:pic>
      <p:grpSp>
        <p:nvGrpSpPr>
          <p:cNvPr id="12" name="Gruppe 11">
            <a:extLst>
              <a:ext uri="{FF2B5EF4-FFF2-40B4-BE49-F238E27FC236}">
                <a16:creationId xmlns:a16="http://schemas.microsoft.com/office/drawing/2014/main" id="{46332CE5-740D-2281-F42D-1061688EA257}"/>
              </a:ext>
            </a:extLst>
          </p:cNvPr>
          <p:cNvGrpSpPr/>
          <p:nvPr/>
        </p:nvGrpSpPr>
        <p:grpSpPr>
          <a:xfrm>
            <a:off x="668714" y="5661248"/>
            <a:ext cx="4716334" cy="719108"/>
            <a:chOff x="428919" y="5916515"/>
            <a:chExt cx="4716334" cy="719108"/>
          </a:xfrm>
        </p:grpSpPr>
        <p:pic>
          <p:nvPicPr>
            <p:cNvPr id="20" name="Billede 19">
              <a:extLst>
                <a:ext uri="{FF2B5EF4-FFF2-40B4-BE49-F238E27FC236}">
                  <a16:creationId xmlns:a16="http://schemas.microsoft.com/office/drawing/2014/main" id="{E165DC20-5363-A9BD-DE99-802A7A82F4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8919" y="5947338"/>
              <a:ext cx="1590675" cy="600075"/>
            </a:xfrm>
            <a:prstGeom prst="rect">
              <a:avLst/>
            </a:prstGeom>
          </p:spPr>
        </p:pic>
        <p:grpSp>
          <p:nvGrpSpPr>
            <p:cNvPr id="9" name="Gruppe 8">
              <a:extLst>
                <a:ext uri="{FF2B5EF4-FFF2-40B4-BE49-F238E27FC236}">
                  <a16:creationId xmlns:a16="http://schemas.microsoft.com/office/drawing/2014/main" id="{E7961CA6-1882-DFB4-F511-44D0EF51FCDC}"/>
                </a:ext>
              </a:extLst>
            </p:cNvPr>
            <p:cNvGrpSpPr/>
            <p:nvPr/>
          </p:nvGrpSpPr>
          <p:grpSpPr>
            <a:xfrm>
              <a:off x="2156661" y="5916515"/>
              <a:ext cx="2988592" cy="719108"/>
              <a:chOff x="2156661" y="5916515"/>
              <a:chExt cx="2988592" cy="719108"/>
            </a:xfrm>
          </p:grpSpPr>
          <p:pic>
            <p:nvPicPr>
              <p:cNvPr id="22" name="Billede 21">
                <a:extLst>
                  <a:ext uri="{FF2B5EF4-FFF2-40B4-BE49-F238E27FC236}">
                    <a16:creationId xmlns:a16="http://schemas.microsoft.com/office/drawing/2014/main" id="{529AE6CC-46CF-9BE1-04C1-22C762563B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84122" y="6037922"/>
                <a:ext cx="866775" cy="542925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kstfelt 22">
                    <a:extLst>
                      <a:ext uri="{FF2B5EF4-FFF2-40B4-BE49-F238E27FC236}">
                        <a16:creationId xmlns:a16="http://schemas.microsoft.com/office/drawing/2014/main" id="{2E1FFBB5-0F28-07B2-AC86-D2F06BE6FDF7}"/>
                      </a:ext>
                    </a:extLst>
                  </p:cNvPr>
                  <p:cNvSpPr txBox="1"/>
                  <p:nvPr/>
                </p:nvSpPr>
                <p:spPr>
                  <a:xfrm>
                    <a:off x="2156661" y="5916515"/>
                    <a:ext cx="977126" cy="71910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d>
                            <m:dPr>
                              <m:begChr m:val="["/>
                              <m:endChr m:val="]"/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𝑘𝑔</m:t>
                                  </m:r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</m:den>
                              </m:f>
                            </m:e>
                          </m:d>
                        </m:oMath>
                      </m:oMathPara>
                    </a14:m>
                    <a:endParaRPr lang="da-DK" dirty="0"/>
                  </a:p>
                </p:txBody>
              </p:sp>
            </mc:Choice>
            <mc:Fallback xmlns="">
              <p:sp>
                <p:nvSpPr>
                  <p:cNvPr id="23" name="Tekstfelt 22">
                    <a:extLst>
                      <a:ext uri="{FF2B5EF4-FFF2-40B4-BE49-F238E27FC236}">
                        <a16:creationId xmlns:a16="http://schemas.microsoft.com/office/drawing/2014/main" id="{2E1FFBB5-0F28-07B2-AC86-D2F06BE6FDF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56661" y="5916515"/>
                    <a:ext cx="977126" cy="719108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da-DK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kstfelt 23">
                    <a:extLst>
                      <a:ext uri="{FF2B5EF4-FFF2-40B4-BE49-F238E27FC236}">
                        <a16:creationId xmlns:a16="http://schemas.microsoft.com/office/drawing/2014/main" id="{B328C282-38F1-8425-62F4-567E305E1207}"/>
                      </a:ext>
                    </a:extLst>
                  </p:cNvPr>
                  <p:cNvSpPr txBox="1"/>
                  <p:nvPr/>
                </p:nvSpPr>
                <p:spPr>
                  <a:xfrm>
                    <a:off x="4693206" y="6094303"/>
                    <a:ext cx="452047" cy="32316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[−]</m:t>
                          </m:r>
                        </m:oMath>
                      </m:oMathPara>
                    </a14:m>
                    <a:endParaRPr lang="da-DK" dirty="0"/>
                  </a:p>
                </p:txBody>
              </p:sp>
            </mc:Choice>
            <mc:Fallback xmlns="">
              <p:sp>
                <p:nvSpPr>
                  <p:cNvPr id="24" name="Tekstfelt 23">
                    <a:extLst>
                      <a:ext uri="{FF2B5EF4-FFF2-40B4-BE49-F238E27FC236}">
                        <a16:creationId xmlns:a16="http://schemas.microsoft.com/office/drawing/2014/main" id="{B328C282-38F1-8425-62F4-567E305E120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93206" y="6094303"/>
                    <a:ext cx="452047" cy="32316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21622" t="-1887" r="-21622" b="-35849"/>
                    </a:stretch>
                  </a:blipFill>
                </p:spPr>
                <p:txBody>
                  <a:bodyPr/>
                  <a:lstStyle/>
                  <a:p>
                    <a:r>
                      <a:rPr lang="da-DK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kstfelt 4">
                <a:extLst>
                  <a:ext uri="{FF2B5EF4-FFF2-40B4-BE49-F238E27FC236}">
                    <a16:creationId xmlns:a16="http://schemas.microsoft.com/office/drawing/2014/main" id="{7187C52E-97E0-CBAE-5667-FF707CFAF720}"/>
                  </a:ext>
                </a:extLst>
              </p:cNvPr>
              <p:cNvSpPr txBox="1"/>
              <p:nvPr/>
            </p:nvSpPr>
            <p:spPr>
              <a:xfrm>
                <a:off x="560512" y="1556792"/>
                <a:ext cx="1514710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∙∆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" name="Tekstfelt 4">
                <a:extLst>
                  <a:ext uri="{FF2B5EF4-FFF2-40B4-BE49-F238E27FC236}">
                    <a16:creationId xmlns:a16="http://schemas.microsoft.com/office/drawing/2014/main" id="{7187C52E-97E0-CBAE-5667-FF707CFAF7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512" y="1556792"/>
                <a:ext cx="1514710" cy="415498"/>
              </a:xfrm>
              <a:prstGeom prst="rect">
                <a:avLst/>
              </a:prstGeom>
              <a:blipFill>
                <a:blip r:embed="rId9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kstfelt 6">
                <a:extLst>
                  <a:ext uri="{FF2B5EF4-FFF2-40B4-BE49-F238E27FC236}">
                    <a16:creationId xmlns:a16="http://schemas.microsoft.com/office/drawing/2014/main" id="{C561688D-938B-486A-FB15-6E02E952E384}"/>
                  </a:ext>
                </a:extLst>
              </p:cNvPr>
              <p:cNvSpPr txBox="1"/>
              <p:nvPr/>
            </p:nvSpPr>
            <p:spPr>
              <a:xfrm>
                <a:off x="547775" y="2533506"/>
                <a:ext cx="1524905" cy="4403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∙∆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7" name="Tekstfelt 6">
                <a:extLst>
                  <a:ext uri="{FF2B5EF4-FFF2-40B4-BE49-F238E27FC236}">
                    <a16:creationId xmlns:a16="http://schemas.microsoft.com/office/drawing/2014/main" id="{C561688D-938B-486A-FB15-6E02E952E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775" y="2533506"/>
                <a:ext cx="1524905" cy="440377"/>
              </a:xfrm>
              <a:prstGeom prst="rect">
                <a:avLst/>
              </a:prstGeom>
              <a:blipFill>
                <a:blip r:embed="rId10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1311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C3D41-8F6D-A8DE-61FD-5DDDB2C33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BBCFD029-5A1E-569A-E0D2-9AD9F750B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13</a:t>
            </a:fld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FA224244-6A6A-4FDE-B7AC-BBF3494F9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37" y="665585"/>
            <a:ext cx="9090889" cy="480067"/>
          </a:xfrm>
        </p:spPr>
        <p:txBody>
          <a:bodyPr/>
          <a:lstStyle/>
          <a:p>
            <a:r>
              <a:rPr lang="da-DK" dirty="0" err="1"/>
              <a:t>Entalpi</a:t>
            </a:r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EE584EA4-A4D3-5E43-9C31-F373FBBE0D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Pladsholder til indhold 8">
                <a:extLst>
                  <a:ext uri="{FF2B5EF4-FFF2-40B4-BE49-F238E27FC236}">
                    <a16:creationId xmlns:a16="http://schemas.microsoft.com/office/drawing/2014/main" id="{2241B914-385B-6319-2A3F-7FE4A3F9D01F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44236" y="1121708"/>
                <a:ext cx="7245068" cy="5235347"/>
              </a:xfrm>
            </p:spPr>
            <p:txBody>
              <a:bodyPr/>
              <a:lstStyle/>
              <a:p>
                <a:endParaRPr lang="da-DK" dirty="0"/>
              </a:p>
              <a:p>
                <a:r>
                  <a:rPr lang="da-DK" b="0" dirty="0"/>
                  <a:t>Endnu en regneteknisk størrelse</a:t>
                </a:r>
              </a:p>
              <a:p>
                <a:endParaRPr lang="da-DK" b="0" dirty="0"/>
              </a:p>
              <a:p>
                <a:r>
                  <a:rPr lang="da-DK" b="0" dirty="0"/>
                  <a:t>Defineres som summen af den indre energi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da-DK" b="0" dirty="0"/>
                  <a:t> og trykenergien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endParaRPr lang="da-DK" b="0" dirty="0"/>
              </a:p>
              <a:p>
                <a:endParaRPr lang="da-DK" b="0" dirty="0"/>
              </a:p>
              <a:p>
                <a:r>
                  <a:rPr lang="da-DK" b="0" dirty="0"/>
                  <a:t>Trykenergien er den energi der er nødvendig for at opretholde et</a:t>
                </a:r>
              </a:p>
              <a:p>
                <a:r>
                  <a:rPr lang="da-DK" b="0" dirty="0"/>
                  <a:t>givent volumen. Man kan forestilles sig en cylinder hvor stemplet påvirkes af et tryk fra omgivelserne. Her findes trykenergien som trykket p der skal til for at opretholde volumenet ganget gassens volumen i cylinderen. </a:t>
                </a:r>
              </a:p>
              <a:p>
                <a:r>
                  <a:rPr lang="da-DK" b="0" dirty="0" err="1"/>
                  <a:t>Entalpi</a:t>
                </a:r>
                <a:r>
                  <a:rPr lang="da-DK" b="0" dirty="0"/>
                  <a:t> kan udtrykkes som:</a:t>
                </a:r>
              </a:p>
              <a:p>
                <a:endParaRPr lang="da-DK" b="0" dirty="0"/>
              </a:p>
              <a:p>
                <a:r>
                  <a:rPr lang="da-DK" b="0" dirty="0"/>
                  <a:t>Hvor:</a:t>
                </a:r>
              </a:p>
              <a:p>
                <a:endParaRPr lang="da-DK" b="0" dirty="0"/>
              </a:p>
            </p:txBody>
          </p:sp>
        </mc:Choice>
        <mc:Fallback xmlns="">
          <p:sp>
            <p:nvSpPr>
              <p:cNvPr id="6" name="Pladsholder til indhold 8">
                <a:extLst>
                  <a:ext uri="{FF2B5EF4-FFF2-40B4-BE49-F238E27FC236}">
                    <a16:creationId xmlns:a16="http://schemas.microsoft.com/office/drawing/2014/main" id="{2241B914-385B-6319-2A3F-7FE4A3F9D0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44236" y="1121708"/>
                <a:ext cx="7245068" cy="5235347"/>
              </a:xfrm>
              <a:blipFill>
                <a:blip r:embed="rId2"/>
                <a:stretch>
                  <a:fillRect l="-50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Billede 4">
            <a:extLst>
              <a:ext uri="{FF2B5EF4-FFF2-40B4-BE49-F238E27FC236}">
                <a16:creationId xmlns:a16="http://schemas.microsoft.com/office/drawing/2014/main" id="{B1C51EE4-6837-E910-8D7B-E403E51DF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6776" y="4581128"/>
            <a:ext cx="1485900" cy="295275"/>
          </a:xfrm>
          <a:prstGeom prst="rect">
            <a:avLst/>
          </a:prstGeom>
        </p:spPr>
      </p:pic>
      <p:pic>
        <p:nvPicPr>
          <p:cNvPr id="9" name="Billede 8">
            <a:extLst>
              <a:ext uri="{FF2B5EF4-FFF2-40B4-BE49-F238E27FC236}">
                <a16:creationId xmlns:a16="http://schemas.microsoft.com/office/drawing/2014/main" id="{6050E0EB-36DE-4CFE-77CC-887C98EC87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720" y="5384723"/>
            <a:ext cx="5819775" cy="1390650"/>
          </a:xfrm>
          <a:prstGeom prst="rect">
            <a:avLst/>
          </a:prstGeom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ACEB1465-0FCE-2DE2-C7C7-2CCA81C8C2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4968" y="4465764"/>
            <a:ext cx="5131296" cy="389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738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546EE-0E1E-B5E0-C46E-00F95FCDA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FE6DC62B-DDBF-0CD8-0EA8-530F6E865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14</a:t>
            </a:fld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21FB5D1B-3F07-F71F-3DE7-9F8BC2ADD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37" y="665585"/>
            <a:ext cx="9090889" cy="480067"/>
          </a:xfrm>
        </p:spPr>
        <p:txBody>
          <a:bodyPr/>
          <a:lstStyle/>
          <a:p>
            <a:r>
              <a:rPr lang="da-DK" dirty="0" err="1"/>
              <a:t>Entalpi</a:t>
            </a:r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4F1C1711-699A-120C-9A27-11C578F338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indhold 8">
            <a:extLst>
              <a:ext uri="{FF2B5EF4-FFF2-40B4-BE49-F238E27FC236}">
                <a16:creationId xmlns:a16="http://schemas.microsoft.com/office/drawing/2014/main" id="{BF581161-8DA7-034A-FE5D-9DA688D9D3F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236" y="1121708"/>
            <a:ext cx="7245068" cy="5235347"/>
          </a:xfrm>
        </p:spPr>
        <p:txBody>
          <a:bodyPr/>
          <a:lstStyle/>
          <a:p>
            <a:endParaRPr lang="da-DK" dirty="0"/>
          </a:p>
          <a:p>
            <a:r>
              <a:rPr lang="da-DK" b="0" dirty="0"/>
              <a:t>Stigning i </a:t>
            </a:r>
            <a:r>
              <a:rPr lang="da-DK" b="0" dirty="0" err="1"/>
              <a:t>entalpi</a:t>
            </a:r>
            <a:r>
              <a:rPr lang="da-DK" b="0" dirty="0"/>
              <a:t> for en </a:t>
            </a:r>
            <a:r>
              <a:rPr lang="da-DK" b="0" dirty="0" err="1"/>
              <a:t>isokor</a:t>
            </a:r>
            <a:r>
              <a:rPr lang="da-DK" b="0" dirty="0"/>
              <a:t> proces:</a:t>
            </a:r>
          </a:p>
          <a:p>
            <a:endParaRPr lang="da-DK" b="0" dirty="0"/>
          </a:p>
          <a:p>
            <a:endParaRPr lang="da-DK" b="0" dirty="0"/>
          </a:p>
          <a:p>
            <a:r>
              <a:rPr lang="da-DK" b="0" dirty="0"/>
              <a:t>Stigning i </a:t>
            </a:r>
            <a:r>
              <a:rPr lang="da-DK" b="0" dirty="0" err="1"/>
              <a:t>entalpi</a:t>
            </a:r>
            <a:r>
              <a:rPr lang="da-DK" b="0" dirty="0"/>
              <a:t> for en isobar proces:</a:t>
            </a:r>
          </a:p>
          <a:p>
            <a:endParaRPr lang="da-DK" b="0" dirty="0"/>
          </a:p>
        </p:txBody>
      </p:sp>
      <p:pic>
        <p:nvPicPr>
          <p:cNvPr id="11" name="Billede 10">
            <a:extLst>
              <a:ext uri="{FF2B5EF4-FFF2-40B4-BE49-F238E27FC236}">
                <a16:creationId xmlns:a16="http://schemas.microsoft.com/office/drawing/2014/main" id="{099D33B3-D1D8-9A40-9B79-71CCB67A6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536" y="1916832"/>
            <a:ext cx="2143125" cy="314325"/>
          </a:xfrm>
          <a:prstGeom prst="rect">
            <a:avLst/>
          </a:prstGeom>
        </p:spPr>
      </p:pic>
      <p:pic>
        <p:nvPicPr>
          <p:cNvPr id="13" name="Billede 12">
            <a:extLst>
              <a:ext uri="{FF2B5EF4-FFF2-40B4-BE49-F238E27FC236}">
                <a16:creationId xmlns:a16="http://schemas.microsoft.com/office/drawing/2014/main" id="{D0C20425-FD01-6F3C-AE73-D0AEE04CA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536" y="2900362"/>
            <a:ext cx="2019300" cy="3524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kstfelt 13">
                <a:extLst>
                  <a:ext uri="{FF2B5EF4-FFF2-40B4-BE49-F238E27FC236}">
                    <a16:creationId xmlns:a16="http://schemas.microsoft.com/office/drawing/2014/main" id="{0F69F3F4-977E-FB59-4BD8-4398818D6137}"/>
                  </a:ext>
                </a:extLst>
              </p:cNvPr>
              <p:cNvSpPr txBox="1"/>
              <p:nvPr/>
            </p:nvSpPr>
            <p:spPr>
              <a:xfrm>
                <a:off x="3100115" y="1743134"/>
                <a:ext cx="586443" cy="719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num>
                            <m:den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𝑘𝑔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4" name="Tekstfelt 13">
                <a:extLst>
                  <a:ext uri="{FF2B5EF4-FFF2-40B4-BE49-F238E27FC236}">
                    <a16:creationId xmlns:a16="http://schemas.microsoft.com/office/drawing/2014/main" id="{0F69F3F4-977E-FB59-4BD8-4398818D61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0115" y="1743134"/>
                <a:ext cx="586443" cy="7191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kstfelt 15">
                <a:extLst>
                  <a:ext uri="{FF2B5EF4-FFF2-40B4-BE49-F238E27FC236}">
                    <a16:creationId xmlns:a16="http://schemas.microsoft.com/office/drawing/2014/main" id="{FB0FD06D-E07D-F325-CA45-8CBDAF1A7FE3}"/>
                  </a:ext>
                </a:extLst>
              </p:cNvPr>
              <p:cNvSpPr txBox="1"/>
              <p:nvPr/>
            </p:nvSpPr>
            <p:spPr>
              <a:xfrm>
                <a:off x="2816525" y="2720891"/>
                <a:ext cx="623222" cy="811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num>
                            <m:den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𝑘𝑔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6" name="Tekstfelt 15">
                <a:extLst>
                  <a:ext uri="{FF2B5EF4-FFF2-40B4-BE49-F238E27FC236}">
                    <a16:creationId xmlns:a16="http://schemas.microsoft.com/office/drawing/2014/main" id="{FB0FD06D-E07D-F325-CA45-8CBDAF1A7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6525" y="2720891"/>
                <a:ext cx="623222" cy="8114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6812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34C7F-0D29-CC7F-25C2-BBF7EF8D9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8668CA13-217B-0059-EFD7-4A96D0AA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15</a:t>
            </a:fld>
            <a:endParaRPr lang="da-DK" dirty="0"/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314BD245-589A-0639-9E43-20649B81474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8939" y="1988839"/>
            <a:ext cx="9116187" cy="4320545"/>
          </a:xfrm>
        </p:spPr>
        <p:txBody>
          <a:bodyPr/>
          <a:lstStyle/>
          <a:p>
            <a:r>
              <a:rPr lang="da-DK" dirty="0"/>
              <a:t>Regn opgave:</a:t>
            </a:r>
          </a:p>
          <a:p>
            <a:endParaRPr lang="da-DK" dirty="0"/>
          </a:p>
          <a:p>
            <a:endParaRPr lang="da-DK" dirty="0"/>
          </a:p>
          <a:p>
            <a:r>
              <a:rPr lang="da-DK" dirty="0"/>
              <a:t>9.20.1, 9.21.1, 9.21.2 (Vi regner 9.20.1 sammen på tavlen)</a:t>
            </a:r>
          </a:p>
          <a:p>
            <a:endParaRPr lang="da-DK" dirty="0"/>
          </a:p>
          <a:p>
            <a:r>
              <a:rPr lang="da-DK" dirty="0"/>
              <a:t>Og følgende opgaver i opgavehæftet (</a:t>
            </a:r>
            <a:r>
              <a:rPr lang="da-DK" dirty="0" err="1"/>
              <a:t>ebog</a:t>
            </a:r>
            <a:r>
              <a:rPr lang="da-DK" dirty="0"/>
              <a:t>):</a:t>
            </a:r>
          </a:p>
          <a:p>
            <a:endParaRPr lang="da-DK" dirty="0"/>
          </a:p>
          <a:p>
            <a:r>
              <a:rPr lang="da-DK" dirty="0"/>
              <a:t>9.56 og 9.62</a:t>
            </a:r>
          </a:p>
          <a:p>
            <a:pPr marL="536433" lvl="1" indent="0">
              <a:buNone/>
            </a:pPr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6570F343-9D06-7EEB-518B-73178C509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37" y="962770"/>
            <a:ext cx="9090889" cy="480067"/>
          </a:xfrm>
        </p:spPr>
        <p:txBody>
          <a:bodyPr/>
          <a:lstStyle/>
          <a:p>
            <a:r>
              <a:rPr lang="da-DK" dirty="0"/>
              <a:t>Opgaveregning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B187B7C1-177F-7290-2788-EFA6A61CF4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10-09-2026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576342854"/>
      </p:ext>
    </p:extLst>
  </p:cSld>
  <p:clrMapOvr>
    <a:masterClrMapping/>
  </p:clrMapOvr>
</p:sld>
</file>

<file path=ppt/theme/theme1.xml><?xml version="1.0" encoding="utf-8"?>
<a:theme xmlns:a="http://schemas.openxmlformats.org/drawingml/2006/main" name="Martec v1.0">
  <a:themeElements>
    <a:clrScheme name="Shrpa farver">
      <a:dk1>
        <a:sysClr val="windowText" lastClr="000000"/>
      </a:dk1>
      <a:lt1>
        <a:sysClr val="window" lastClr="FFFFFF"/>
      </a:lt1>
      <a:dk2>
        <a:srgbClr val="0080DB"/>
      </a:dk2>
      <a:lt2>
        <a:srgbClr val="FFFFFF"/>
      </a:lt2>
      <a:accent1>
        <a:srgbClr val="BDCCD4"/>
      </a:accent1>
      <a:accent2>
        <a:srgbClr val="756A86"/>
      </a:accent2>
      <a:accent3>
        <a:srgbClr val="CCCCCC"/>
      </a:accent3>
      <a:accent4>
        <a:srgbClr val="727A8F"/>
      </a:accent4>
      <a:accent5>
        <a:srgbClr val="84C5CB"/>
      </a:accent5>
      <a:accent6>
        <a:srgbClr val="C8DFD8"/>
      </a:accent6>
      <a:hlink>
        <a:srgbClr val="0080DB"/>
      </a:hlink>
      <a:folHlink>
        <a:srgbClr val="808080"/>
      </a:folHlink>
    </a:clrScheme>
    <a:fontScheme name="Shrpa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90B86947F2F384791A43E453BD63C53" ma:contentTypeVersion="3" ma:contentTypeDescription="Opret et nyt dokument." ma:contentTypeScope="" ma:versionID="924b14b58be40a76b67bff0b65d02dc8">
  <xsd:schema xmlns:xsd="http://www.w3.org/2001/XMLSchema" xmlns:xs="http://www.w3.org/2001/XMLSchema" xmlns:p="http://schemas.microsoft.com/office/2006/metadata/properties" xmlns:ns2="b0b3f9a3-cc49-4c1b-8e77-4a04ffe98b8e" targetNamespace="http://schemas.microsoft.com/office/2006/metadata/properties" ma:root="true" ma:fieldsID="a7c221301ad9a472da9d5e0a356bdffd" ns2:_="">
    <xsd:import namespace="b0b3f9a3-cc49-4c1b-8e77-4a04ffe98b8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b3f9a3-cc49-4c1b-8e77-4a04ffe98b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634AB23-3E4C-4006-AFFA-F6D9CE03D5EB}">
  <ds:schemaRefs>
    <ds:schemaRef ds:uri="http://purl.org/dc/dcmitype/"/>
    <ds:schemaRef ds:uri="http://www.w3.org/XML/1998/namespace"/>
    <ds:schemaRef ds:uri="http://purl.org/dc/terms/"/>
    <ds:schemaRef ds:uri="http://purl.org/dc/elements/1.1/"/>
    <ds:schemaRef ds:uri="http://schemas.openxmlformats.org/package/2006/metadata/core-properties"/>
    <ds:schemaRef ds:uri="0be61fce-68b2-4a0e-80ea-205159f95b8a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AA5587E0-1E1F-487C-87AA-2FD65DF18E4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35B9468-8ED3-499B-92B3-A257A42CFFB3}"/>
</file>

<file path=docProps/app.xml><?xml version="1.0" encoding="utf-8"?>
<Properties xmlns="http://schemas.openxmlformats.org/officeDocument/2006/extended-properties" xmlns:vt="http://schemas.openxmlformats.org/officeDocument/2006/docPropsVTypes">
  <Template>Martec - powerpoint skabelon_v1</Template>
  <TotalTime>28815</TotalTime>
  <Words>882</Words>
  <Application>Microsoft Office PowerPoint</Application>
  <PresentationFormat>A4-papir (210 x 297 mm)</PresentationFormat>
  <Paragraphs>179</Paragraphs>
  <Slides>15</Slides>
  <Notes>2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15</vt:i4>
      </vt:variant>
    </vt:vector>
  </HeadingPairs>
  <TitlesOfParts>
    <vt:vector size="19" baseType="lpstr">
      <vt:lpstr>Arial</vt:lpstr>
      <vt:lpstr>Cambria Math</vt:lpstr>
      <vt:lpstr>Calibri</vt:lpstr>
      <vt:lpstr>Martec v1.0</vt:lpstr>
      <vt:lpstr>Dagens program</vt:lpstr>
      <vt:lpstr>Entropi</vt:lpstr>
      <vt:lpstr>Entropi</vt:lpstr>
      <vt:lpstr>Entropi</vt:lpstr>
      <vt:lpstr>Entropi</vt:lpstr>
      <vt:lpstr>Entropi</vt:lpstr>
      <vt:lpstr>Entropi</vt:lpstr>
      <vt:lpstr>Entropi</vt:lpstr>
      <vt:lpstr>Entropi</vt:lpstr>
      <vt:lpstr>Entropi</vt:lpstr>
      <vt:lpstr>Specifikke varmekapaciteter for gasser</vt:lpstr>
      <vt:lpstr>Specifikke varmekapaciteter for gasser</vt:lpstr>
      <vt:lpstr>Entalpi</vt:lpstr>
      <vt:lpstr>Entalpi</vt:lpstr>
      <vt:lpstr>Opgaveregning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Niels Ilberg Jacobsen</dc:creator>
  <cp:lastModifiedBy>Anders Kirkegaard</cp:lastModifiedBy>
  <cp:revision>52</cp:revision>
  <cp:lastPrinted>2025-01-28T07:28:24Z</cp:lastPrinted>
  <dcterms:created xsi:type="dcterms:W3CDTF">2015-02-09T14:06:07Z</dcterms:created>
  <dcterms:modified xsi:type="dcterms:W3CDTF">2026-09-10T06:07:32Z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0x010100190B86947F2F384791A43E453BD63C53</vt:lpwstr>
  </property>
</Properties>
</file>