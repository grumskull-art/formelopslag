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712" r:id="rId4"/>
  </p:sldMasterIdLst>
  <p:notesMasterIdLst>
    <p:notesMasterId r:id="rId19"/>
  </p:notesMasterIdLst>
  <p:handoutMasterIdLst>
    <p:handoutMasterId r:id="rId20"/>
  </p:handoutMasterIdLst>
  <p:sldIdLst>
    <p:sldId id="308" r:id="rId5"/>
    <p:sldId id="370" r:id="rId6"/>
    <p:sldId id="338" r:id="rId7"/>
    <p:sldId id="371" r:id="rId8"/>
    <p:sldId id="372" r:id="rId9"/>
    <p:sldId id="373" r:id="rId10"/>
    <p:sldId id="374" r:id="rId11"/>
    <p:sldId id="375" r:id="rId12"/>
    <p:sldId id="376" r:id="rId13"/>
    <p:sldId id="379" r:id="rId14"/>
    <p:sldId id="377" r:id="rId15"/>
    <p:sldId id="380" r:id="rId16"/>
    <p:sldId id="381" r:id="rId17"/>
    <p:sldId id="351" r:id="rId18"/>
  </p:sldIdLst>
  <p:sldSz cx="9906000" cy="6858000" type="A4"/>
  <p:notesSz cx="9926638" cy="6797675"/>
  <p:embeddedFontLst>
    <p:embeddedFont>
      <p:font typeface="Cambria Math" panose="02040503050406030204" pitchFamily="18" charset="0"/>
      <p:regular r:id="rId21"/>
    </p:embeddedFont>
  </p:embeddedFontLst>
  <p:defaultTextStyle>
    <a:defPPr>
      <a:defRPr lang="da-DK"/>
    </a:defPPr>
    <a:lvl1pPr marL="0" algn="l" defTabSz="1072866" rtl="0" eaLnBrk="1" latinLnBrk="0" hangingPunct="1">
      <a:defRPr sz="2100" kern="1200">
        <a:solidFill>
          <a:schemeClr val="tx1"/>
        </a:solidFill>
        <a:latin typeface="+mn-lt"/>
        <a:ea typeface="+mn-ea"/>
        <a:cs typeface="+mn-cs"/>
      </a:defRPr>
    </a:lvl1pPr>
    <a:lvl2pPr marL="536433" algn="l" defTabSz="1072866" rtl="0" eaLnBrk="1" latinLnBrk="0" hangingPunct="1">
      <a:defRPr sz="2100" kern="1200">
        <a:solidFill>
          <a:schemeClr val="tx1"/>
        </a:solidFill>
        <a:latin typeface="+mn-lt"/>
        <a:ea typeface="+mn-ea"/>
        <a:cs typeface="+mn-cs"/>
      </a:defRPr>
    </a:lvl2pPr>
    <a:lvl3pPr marL="1072866" algn="l" defTabSz="1072866" rtl="0" eaLnBrk="1" latinLnBrk="0" hangingPunct="1">
      <a:defRPr sz="2100" kern="1200">
        <a:solidFill>
          <a:schemeClr val="tx1"/>
        </a:solidFill>
        <a:latin typeface="+mn-lt"/>
        <a:ea typeface="+mn-ea"/>
        <a:cs typeface="+mn-cs"/>
      </a:defRPr>
    </a:lvl3pPr>
    <a:lvl4pPr marL="1609298" algn="l" defTabSz="1072866" rtl="0" eaLnBrk="1" latinLnBrk="0" hangingPunct="1">
      <a:defRPr sz="2100" kern="1200">
        <a:solidFill>
          <a:schemeClr val="tx1"/>
        </a:solidFill>
        <a:latin typeface="+mn-lt"/>
        <a:ea typeface="+mn-ea"/>
        <a:cs typeface="+mn-cs"/>
      </a:defRPr>
    </a:lvl4pPr>
    <a:lvl5pPr marL="2145731" algn="l" defTabSz="1072866" rtl="0" eaLnBrk="1" latinLnBrk="0" hangingPunct="1">
      <a:defRPr sz="2100" kern="1200">
        <a:solidFill>
          <a:schemeClr val="tx1"/>
        </a:solidFill>
        <a:latin typeface="+mn-lt"/>
        <a:ea typeface="+mn-ea"/>
        <a:cs typeface="+mn-cs"/>
      </a:defRPr>
    </a:lvl5pPr>
    <a:lvl6pPr marL="2682164" algn="l" defTabSz="1072866" rtl="0" eaLnBrk="1" latinLnBrk="0" hangingPunct="1">
      <a:defRPr sz="2100" kern="1200">
        <a:solidFill>
          <a:schemeClr val="tx1"/>
        </a:solidFill>
        <a:latin typeface="+mn-lt"/>
        <a:ea typeface="+mn-ea"/>
        <a:cs typeface="+mn-cs"/>
      </a:defRPr>
    </a:lvl6pPr>
    <a:lvl7pPr marL="3218597" algn="l" defTabSz="1072866" rtl="0" eaLnBrk="1" latinLnBrk="0" hangingPunct="1">
      <a:defRPr sz="2100" kern="1200">
        <a:solidFill>
          <a:schemeClr val="tx1"/>
        </a:solidFill>
        <a:latin typeface="+mn-lt"/>
        <a:ea typeface="+mn-ea"/>
        <a:cs typeface="+mn-cs"/>
      </a:defRPr>
    </a:lvl7pPr>
    <a:lvl8pPr marL="3755029" algn="l" defTabSz="1072866" rtl="0" eaLnBrk="1" latinLnBrk="0" hangingPunct="1">
      <a:defRPr sz="2100" kern="1200">
        <a:solidFill>
          <a:schemeClr val="tx1"/>
        </a:solidFill>
        <a:latin typeface="+mn-lt"/>
        <a:ea typeface="+mn-ea"/>
        <a:cs typeface="+mn-cs"/>
      </a:defRPr>
    </a:lvl8pPr>
    <a:lvl9pPr marL="4291462" algn="l" defTabSz="1072866" rtl="0" eaLnBrk="1" latinLnBrk="0" hangingPunct="1">
      <a:defRPr sz="21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sektion" id="{367A50A3-E1A1-411C-B60A-C790A055E8D1}">
          <p14:sldIdLst>
            <p14:sldId id="308"/>
            <p14:sldId id="370"/>
            <p14:sldId id="338"/>
            <p14:sldId id="371"/>
            <p14:sldId id="372"/>
            <p14:sldId id="373"/>
            <p14:sldId id="374"/>
            <p14:sldId id="375"/>
            <p14:sldId id="376"/>
            <p14:sldId id="379"/>
            <p14:sldId id="377"/>
            <p14:sldId id="380"/>
            <p14:sldId id="381"/>
            <p14:sldId id="351"/>
          </p14:sldIdLst>
        </p14:section>
      </p14:sectionLst>
    </p:ex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141" userDrawn="1">
          <p15:clr>
            <a:srgbClr val="A4A3A4"/>
          </p15:clr>
        </p15:guide>
        <p15:guide id="2" pos="312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273"/>
    <a:srgbClr val="76D2B6"/>
    <a:srgbClr val="0080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C34CA2-55AA-43B9-87E4-F3B7C36E2C9E}" v="25" dt="2026-03-06T07:11:53.2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17" autoAdjust="0"/>
    <p:restoredTop sz="94590" autoAdjust="0"/>
  </p:normalViewPr>
  <p:slideViewPr>
    <p:cSldViewPr snapToObjects="1">
      <p:cViewPr varScale="1">
        <p:scale>
          <a:sx n="60" d="100"/>
          <a:sy n="60" d="100"/>
        </p:scale>
        <p:origin x="62" y="71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varScale="1">
        <p:scale>
          <a:sx n="76" d="100"/>
          <a:sy n="76" d="100"/>
        </p:scale>
        <p:origin x="-1908" y="-90"/>
      </p:cViewPr>
      <p:guideLst>
        <p:guide orient="horz" pos="2141"/>
        <p:guide pos="3127"/>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font" Target="fonts/font1.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tian Holm Nielsen" userId="7f6e59cd-4e17-4f4e-8cb8-d8c27ec9a1e7" providerId="ADAL" clId="{0FC4D70B-04FC-45FB-8D5C-EBB01ABE2253}"/>
    <pc:docChg chg="undo custSel modSld">
      <pc:chgData name="Kristian Holm Nielsen" userId="7f6e59cd-4e17-4f4e-8cb8-d8c27ec9a1e7" providerId="ADAL" clId="{0FC4D70B-04FC-45FB-8D5C-EBB01ABE2253}" dt="2026-03-06T07:11:53.217" v="184" actId="20577"/>
      <pc:docMkLst>
        <pc:docMk/>
      </pc:docMkLst>
      <pc:sldChg chg="addSp modSp mod">
        <pc:chgData name="Kristian Holm Nielsen" userId="7f6e59cd-4e17-4f4e-8cb8-d8c27ec9a1e7" providerId="ADAL" clId="{0FC4D70B-04FC-45FB-8D5C-EBB01ABE2253}" dt="2026-03-05T11:13:41.759" v="130" actId="113"/>
        <pc:sldMkLst>
          <pc:docMk/>
          <pc:sldMk cId="4227580867" sldId="338"/>
        </pc:sldMkLst>
        <pc:spChg chg="mod">
          <ac:chgData name="Kristian Holm Nielsen" userId="7f6e59cd-4e17-4f4e-8cb8-d8c27ec9a1e7" providerId="ADAL" clId="{0FC4D70B-04FC-45FB-8D5C-EBB01ABE2253}" dt="2026-03-05T11:13:41.759" v="130" actId="113"/>
          <ac:spMkLst>
            <pc:docMk/>
            <pc:sldMk cId="4227580867" sldId="338"/>
            <ac:spMk id="9" creationId="{C71B5DEF-B090-CDCE-696A-134F9B4406D0}"/>
          </ac:spMkLst>
        </pc:spChg>
        <pc:picChg chg="add mod">
          <ac:chgData name="Kristian Holm Nielsen" userId="7f6e59cd-4e17-4f4e-8cb8-d8c27ec9a1e7" providerId="ADAL" clId="{0FC4D70B-04FC-45FB-8D5C-EBB01ABE2253}" dt="2026-03-05T11:12:22.486" v="126" actId="1076"/>
          <ac:picMkLst>
            <pc:docMk/>
            <pc:sldMk cId="4227580867" sldId="338"/>
            <ac:picMk id="5" creationId="{380BE49B-7CBC-4823-6CBC-5F58C1240257}"/>
          </ac:picMkLst>
        </pc:picChg>
      </pc:sldChg>
      <pc:sldChg chg="modSp mod">
        <pc:chgData name="Kristian Holm Nielsen" userId="7f6e59cd-4e17-4f4e-8cb8-d8c27ec9a1e7" providerId="ADAL" clId="{0FC4D70B-04FC-45FB-8D5C-EBB01ABE2253}" dt="2026-03-05T11:07:04.503" v="124" actId="20577"/>
        <pc:sldMkLst>
          <pc:docMk/>
          <pc:sldMk cId="3576342854" sldId="351"/>
        </pc:sldMkLst>
        <pc:spChg chg="mod">
          <ac:chgData name="Kristian Holm Nielsen" userId="7f6e59cd-4e17-4f4e-8cb8-d8c27ec9a1e7" providerId="ADAL" clId="{0FC4D70B-04FC-45FB-8D5C-EBB01ABE2253}" dt="2026-03-05T11:07:04.503" v="124" actId="20577"/>
          <ac:spMkLst>
            <pc:docMk/>
            <pc:sldMk cId="3576342854" sldId="351"/>
            <ac:spMk id="9" creationId="{314BD245-589A-0639-9E43-20649B81474F}"/>
          </ac:spMkLst>
        </pc:spChg>
      </pc:sldChg>
      <pc:sldChg chg="modSp mod">
        <pc:chgData name="Kristian Holm Nielsen" userId="7f6e59cd-4e17-4f4e-8cb8-d8c27ec9a1e7" providerId="ADAL" clId="{0FC4D70B-04FC-45FB-8D5C-EBB01ABE2253}" dt="2026-03-06T05:20:22.605" v="134" actId="1076"/>
        <pc:sldMkLst>
          <pc:docMk/>
          <pc:sldMk cId="1887428061" sldId="370"/>
        </pc:sldMkLst>
        <pc:spChg chg="mod">
          <ac:chgData name="Kristian Holm Nielsen" userId="7f6e59cd-4e17-4f4e-8cb8-d8c27ec9a1e7" providerId="ADAL" clId="{0FC4D70B-04FC-45FB-8D5C-EBB01ABE2253}" dt="2026-03-06T05:20:22.605" v="134" actId="1076"/>
          <ac:spMkLst>
            <pc:docMk/>
            <pc:sldMk cId="1887428061" sldId="370"/>
            <ac:spMk id="9" creationId="{2121D16B-70C3-04E6-041E-4CAED375080C}"/>
          </ac:spMkLst>
        </pc:spChg>
      </pc:sldChg>
      <pc:sldChg chg="modSp mod">
        <pc:chgData name="Kristian Holm Nielsen" userId="7f6e59cd-4e17-4f4e-8cb8-d8c27ec9a1e7" providerId="ADAL" clId="{0FC4D70B-04FC-45FB-8D5C-EBB01ABE2253}" dt="2026-03-06T05:32:53.657" v="135" actId="20577"/>
        <pc:sldMkLst>
          <pc:docMk/>
          <pc:sldMk cId="3417722070" sldId="372"/>
        </pc:sldMkLst>
        <pc:spChg chg="mod">
          <ac:chgData name="Kristian Holm Nielsen" userId="7f6e59cd-4e17-4f4e-8cb8-d8c27ec9a1e7" providerId="ADAL" clId="{0FC4D70B-04FC-45FB-8D5C-EBB01ABE2253}" dt="2026-03-06T05:32:53.657" v="135" actId="20577"/>
          <ac:spMkLst>
            <pc:docMk/>
            <pc:sldMk cId="3417722070" sldId="372"/>
            <ac:spMk id="9" creationId="{20D89F90-2F31-7EE3-2E31-CBEB6E64AAEE}"/>
          </ac:spMkLst>
        </pc:spChg>
      </pc:sldChg>
      <pc:sldChg chg="addSp delSp modSp mod">
        <pc:chgData name="Kristian Holm Nielsen" userId="7f6e59cd-4e17-4f4e-8cb8-d8c27ec9a1e7" providerId="ADAL" clId="{0FC4D70B-04FC-45FB-8D5C-EBB01ABE2253}" dt="2026-03-06T05:56:27.707" v="166" actId="1076"/>
        <pc:sldMkLst>
          <pc:docMk/>
          <pc:sldMk cId="1749249526" sldId="373"/>
        </pc:sldMkLst>
        <pc:spChg chg="mod">
          <ac:chgData name="Kristian Holm Nielsen" userId="7f6e59cd-4e17-4f4e-8cb8-d8c27ec9a1e7" providerId="ADAL" clId="{0FC4D70B-04FC-45FB-8D5C-EBB01ABE2253}" dt="2026-02-26T09:28:32.678" v="2" actId="20577"/>
          <ac:spMkLst>
            <pc:docMk/>
            <pc:sldMk cId="1749249526" sldId="373"/>
            <ac:spMk id="9" creationId="{5799D022-3612-970D-374A-88FC4509C9B4}"/>
          </ac:spMkLst>
        </pc:spChg>
        <pc:picChg chg="add del mod">
          <ac:chgData name="Kristian Holm Nielsen" userId="7f6e59cd-4e17-4f4e-8cb8-d8c27ec9a1e7" providerId="ADAL" clId="{0FC4D70B-04FC-45FB-8D5C-EBB01ABE2253}" dt="2026-03-06T05:55:52.769" v="161" actId="478"/>
          <ac:picMkLst>
            <pc:docMk/>
            <pc:sldMk cId="1749249526" sldId="373"/>
            <ac:picMk id="5" creationId="{995C2104-C83D-B7B9-FA5D-DFF8A95C0F7E}"/>
          </ac:picMkLst>
        </pc:picChg>
        <pc:picChg chg="add mod">
          <ac:chgData name="Kristian Holm Nielsen" userId="7f6e59cd-4e17-4f4e-8cb8-d8c27ec9a1e7" providerId="ADAL" clId="{0FC4D70B-04FC-45FB-8D5C-EBB01ABE2253}" dt="2026-03-06T05:56:27.707" v="166" actId="1076"/>
          <ac:picMkLst>
            <pc:docMk/>
            <pc:sldMk cId="1749249526" sldId="373"/>
            <ac:picMk id="7" creationId="{4F861DFA-EC3C-5CB1-9864-49615D6073EF}"/>
          </ac:picMkLst>
        </pc:picChg>
      </pc:sldChg>
      <pc:sldChg chg="addSp delSp modSp mod">
        <pc:chgData name="Kristian Holm Nielsen" userId="7f6e59cd-4e17-4f4e-8cb8-d8c27ec9a1e7" providerId="ADAL" clId="{0FC4D70B-04FC-45FB-8D5C-EBB01ABE2253}" dt="2026-03-06T07:11:53.217" v="184" actId="20577"/>
        <pc:sldMkLst>
          <pc:docMk/>
          <pc:sldMk cId="1756119756" sldId="374"/>
        </pc:sldMkLst>
        <pc:spChg chg="mod">
          <ac:chgData name="Kristian Holm Nielsen" userId="7f6e59cd-4e17-4f4e-8cb8-d8c27ec9a1e7" providerId="ADAL" clId="{0FC4D70B-04FC-45FB-8D5C-EBB01ABE2253}" dt="2026-03-06T07:11:53.217" v="184" actId="20577"/>
          <ac:spMkLst>
            <pc:docMk/>
            <pc:sldMk cId="1756119756" sldId="374"/>
            <ac:spMk id="9" creationId="{6F71E27E-5A15-E4B1-393C-4CDB129A38A7}"/>
          </ac:spMkLst>
        </pc:spChg>
        <pc:picChg chg="add mod">
          <ac:chgData name="Kristian Holm Nielsen" userId="7f6e59cd-4e17-4f4e-8cb8-d8c27ec9a1e7" providerId="ADAL" clId="{0FC4D70B-04FC-45FB-8D5C-EBB01ABE2253}" dt="2026-03-06T05:41:57.612" v="141" actId="1076"/>
          <ac:picMkLst>
            <pc:docMk/>
            <pc:sldMk cId="1756119756" sldId="374"/>
            <ac:picMk id="5" creationId="{2B7923A4-3780-25BE-197B-0D53D4146FD0}"/>
          </ac:picMkLst>
        </pc:picChg>
        <pc:picChg chg="add del mod">
          <ac:chgData name="Kristian Holm Nielsen" userId="7f6e59cd-4e17-4f4e-8cb8-d8c27ec9a1e7" providerId="ADAL" clId="{0FC4D70B-04FC-45FB-8D5C-EBB01ABE2253}" dt="2026-03-06T05:52:51.105" v="153" actId="478"/>
          <ac:picMkLst>
            <pc:docMk/>
            <pc:sldMk cId="1756119756" sldId="374"/>
            <ac:picMk id="6" creationId="{874C9704-77BD-5D46-8069-D152D5D0FD45}"/>
          </ac:picMkLst>
        </pc:picChg>
        <pc:picChg chg="add del mod">
          <ac:chgData name="Kristian Holm Nielsen" userId="7f6e59cd-4e17-4f4e-8cb8-d8c27ec9a1e7" providerId="ADAL" clId="{0FC4D70B-04FC-45FB-8D5C-EBB01ABE2253}" dt="2026-03-06T05:42:23.056" v="147" actId="1076"/>
          <ac:picMkLst>
            <pc:docMk/>
            <pc:sldMk cId="1756119756" sldId="374"/>
            <ac:picMk id="7" creationId="{49F47374-E60B-11AC-D4B7-06F380FBB132}"/>
          </ac:picMkLst>
        </pc:picChg>
        <pc:picChg chg="add mod">
          <ac:chgData name="Kristian Holm Nielsen" userId="7f6e59cd-4e17-4f4e-8cb8-d8c27ec9a1e7" providerId="ADAL" clId="{0FC4D70B-04FC-45FB-8D5C-EBB01ABE2253}" dt="2026-03-06T05:52:57.681" v="155" actId="1076"/>
          <ac:picMkLst>
            <pc:docMk/>
            <pc:sldMk cId="1756119756" sldId="374"/>
            <ac:picMk id="11" creationId="{1B821484-2570-3202-2DC6-C8E46173ECFF}"/>
          </ac:picMkLst>
        </pc:picChg>
      </pc:sldChg>
      <pc:sldChg chg="addSp delSp modSp mod">
        <pc:chgData name="Kristian Holm Nielsen" userId="7f6e59cd-4e17-4f4e-8cb8-d8c27ec9a1e7" providerId="ADAL" clId="{0FC4D70B-04FC-45FB-8D5C-EBB01ABE2253}" dt="2026-03-06T05:55:26.298" v="159" actId="1076"/>
        <pc:sldMkLst>
          <pc:docMk/>
          <pc:sldMk cId="1987811371" sldId="375"/>
        </pc:sldMkLst>
        <pc:picChg chg="add mod">
          <ac:chgData name="Kristian Holm Nielsen" userId="7f6e59cd-4e17-4f4e-8cb8-d8c27ec9a1e7" providerId="ADAL" clId="{0FC4D70B-04FC-45FB-8D5C-EBB01ABE2253}" dt="2026-03-06T05:55:26.298" v="159" actId="1076"/>
          <ac:picMkLst>
            <pc:docMk/>
            <pc:sldMk cId="1987811371" sldId="375"/>
            <ac:picMk id="7" creationId="{0C293997-63D1-C4A3-3F91-EB92C3B35038}"/>
          </ac:picMkLst>
        </pc:picChg>
        <pc:picChg chg="del">
          <ac:chgData name="Kristian Holm Nielsen" userId="7f6e59cd-4e17-4f4e-8cb8-d8c27ec9a1e7" providerId="ADAL" clId="{0FC4D70B-04FC-45FB-8D5C-EBB01ABE2253}" dt="2026-03-06T05:52:41.144" v="150" actId="478"/>
          <ac:picMkLst>
            <pc:docMk/>
            <pc:sldMk cId="1987811371" sldId="375"/>
            <ac:picMk id="11" creationId="{53CD59F2-C4BC-D072-F390-C745FFA33887}"/>
          </ac:picMkLst>
        </pc:picChg>
        <pc:picChg chg="add mod">
          <ac:chgData name="Kristian Holm Nielsen" userId="7f6e59cd-4e17-4f4e-8cb8-d8c27ec9a1e7" providerId="ADAL" clId="{0FC4D70B-04FC-45FB-8D5C-EBB01ABE2253}" dt="2026-03-06T05:55:14.887" v="158" actId="1076"/>
          <ac:picMkLst>
            <pc:docMk/>
            <pc:sldMk cId="1987811371" sldId="375"/>
            <ac:picMk id="12" creationId="{642CFC89-0574-C31A-5EFD-B03ECBE04BAA}"/>
          </ac:picMkLst>
        </pc:picChg>
        <pc:picChg chg="del">
          <ac:chgData name="Kristian Holm Nielsen" userId="7f6e59cd-4e17-4f4e-8cb8-d8c27ec9a1e7" providerId="ADAL" clId="{0FC4D70B-04FC-45FB-8D5C-EBB01ABE2253}" dt="2026-03-06T05:55:05.036" v="156" actId="478"/>
          <ac:picMkLst>
            <pc:docMk/>
            <pc:sldMk cId="1987811371" sldId="375"/>
            <ac:picMk id="13" creationId="{9060F9A3-1F2C-D341-929F-893ABA9DADC2}"/>
          </ac:picMkLst>
        </pc:picChg>
      </pc:sldChg>
      <pc:sldChg chg="modSp mod">
        <pc:chgData name="Kristian Holm Nielsen" userId="7f6e59cd-4e17-4f4e-8cb8-d8c27ec9a1e7" providerId="ADAL" clId="{0FC4D70B-04FC-45FB-8D5C-EBB01ABE2253}" dt="2026-02-26T09:31:04.922" v="9" actId="6549"/>
        <pc:sldMkLst>
          <pc:docMk/>
          <pc:sldMk cId="1127132043" sldId="379"/>
        </pc:sldMkLst>
        <pc:spChg chg="mod">
          <ac:chgData name="Kristian Holm Nielsen" userId="7f6e59cd-4e17-4f4e-8cb8-d8c27ec9a1e7" providerId="ADAL" clId="{0FC4D70B-04FC-45FB-8D5C-EBB01ABE2253}" dt="2026-02-26T09:31:04.922" v="9" actId="6549"/>
          <ac:spMkLst>
            <pc:docMk/>
            <pc:sldMk cId="1127132043" sldId="379"/>
            <ac:spMk id="9" creationId="{3718260C-F9B7-EB85-48D6-FB27C8D137B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4301543" cy="339884"/>
          </a:xfrm>
          <a:prstGeom prst="rect">
            <a:avLst/>
          </a:prstGeom>
        </p:spPr>
        <p:txBody>
          <a:bodyPr vert="horz" lIns="91001" tIns="45501" rIns="91001" bIns="45501" rtlCol="0"/>
          <a:lstStyle>
            <a:lvl1pPr algn="l">
              <a:defRPr sz="1200"/>
            </a:lvl1pPr>
          </a:lstStyle>
          <a:p>
            <a:endParaRPr lang="da-DK"/>
          </a:p>
        </p:txBody>
      </p:sp>
      <p:sp>
        <p:nvSpPr>
          <p:cNvPr id="3" name="Pladsholder til dato 2"/>
          <p:cNvSpPr>
            <a:spLocks noGrp="1"/>
          </p:cNvSpPr>
          <p:nvPr>
            <p:ph type="dt" sz="quarter" idx="1"/>
          </p:nvPr>
        </p:nvSpPr>
        <p:spPr>
          <a:xfrm>
            <a:off x="5622797" y="0"/>
            <a:ext cx="4301543" cy="339884"/>
          </a:xfrm>
          <a:prstGeom prst="rect">
            <a:avLst/>
          </a:prstGeom>
        </p:spPr>
        <p:txBody>
          <a:bodyPr vert="horz" lIns="91001" tIns="45501" rIns="91001" bIns="45501" rtlCol="0"/>
          <a:lstStyle>
            <a:lvl1pPr algn="r">
              <a:defRPr sz="1200"/>
            </a:lvl1pPr>
          </a:lstStyle>
          <a:p>
            <a:fld id="{0AE49F00-0C9E-4AB3-AEF3-93A1138AB15A}" type="datetime1">
              <a:rPr lang="da-DK" smtClean="0"/>
              <a:pPr/>
              <a:t>22-09-2026</a:t>
            </a:fld>
            <a:endParaRPr lang="da-DK"/>
          </a:p>
        </p:txBody>
      </p:sp>
      <p:sp>
        <p:nvSpPr>
          <p:cNvPr id="4" name="Pladsholder til sidefod 3"/>
          <p:cNvSpPr>
            <a:spLocks noGrp="1"/>
          </p:cNvSpPr>
          <p:nvPr>
            <p:ph type="ftr" sz="quarter" idx="2"/>
          </p:nvPr>
        </p:nvSpPr>
        <p:spPr>
          <a:xfrm>
            <a:off x="0" y="6456612"/>
            <a:ext cx="4301543" cy="339884"/>
          </a:xfrm>
          <a:prstGeom prst="rect">
            <a:avLst/>
          </a:prstGeom>
        </p:spPr>
        <p:txBody>
          <a:bodyPr vert="horz" lIns="91001" tIns="45501" rIns="91001" bIns="45501" rtlCol="0" anchor="b"/>
          <a:lstStyle>
            <a:lvl1pPr algn="l">
              <a:defRPr sz="1200"/>
            </a:lvl1pPr>
          </a:lstStyle>
          <a:p>
            <a:endParaRPr lang="da-DK"/>
          </a:p>
        </p:txBody>
      </p:sp>
      <p:sp>
        <p:nvSpPr>
          <p:cNvPr id="5" name="Pladsholder til diasnummer 4"/>
          <p:cNvSpPr>
            <a:spLocks noGrp="1"/>
          </p:cNvSpPr>
          <p:nvPr>
            <p:ph type="sldNum" sz="quarter" idx="3"/>
          </p:nvPr>
        </p:nvSpPr>
        <p:spPr>
          <a:xfrm>
            <a:off x="5622797" y="6456612"/>
            <a:ext cx="4301543" cy="339884"/>
          </a:xfrm>
          <a:prstGeom prst="rect">
            <a:avLst/>
          </a:prstGeom>
        </p:spPr>
        <p:txBody>
          <a:bodyPr vert="horz" lIns="91001" tIns="45501" rIns="91001" bIns="45501" rtlCol="0" anchor="b"/>
          <a:lstStyle>
            <a:lvl1pPr algn="r">
              <a:defRPr sz="1200"/>
            </a:lvl1pPr>
          </a:lstStyle>
          <a:p>
            <a:fld id="{2A938149-C147-4FB1-A460-A81341C02630}" type="slidenum">
              <a:rPr lang="da-DK" smtClean="0"/>
              <a:pPr/>
              <a:t>‹nr.›</a:t>
            </a:fld>
            <a:endParaRPr lang="da-DK"/>
          </a:p>
        </p:txBody>
      </p:sp>
    </p:spTree>
    <p:extLst>
      <p:ext uri="{BB962C8B-B14F-4D97-AF65-F5344CB8AC3E}">
        <p14:creationId xmlns:p14="http://schemas.microsoft.com/office/powerpoint/2010/main" val="3752701112"/>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4301543" cy="339884"/>
          </a:xfrm>
          <a:prstGeom prst="rect">
            <a:avLst/>
          </a:prstGeom>
        </p:spPr>
        <p:txBody>
          <a:bodyPr vert="horz" lIns="91001" tIns="45501" rIns="91001" bIns="45501" rtlCol="0"/>
          <a:lstStyle>
            <a:lvl1pPr algn="l">
              <a:defRPr sz="1200"/>
            </a:lvl1pPr>
          </a:lstStyle>
          <a:p>
            <a:endParaRPr lang="da-DK"/>
          </a:p>
        </p:txBody>
      </p:sp>
      <p:sp>
        <p:nvSpPr>
          <p:cNvPr id="3" name="Pladsholder til dato 2"/>
          <p:cNvSpPr>
            <a:spLocks noGrp="1"/>
          </p:cNvSpPr>
          <p:nvPr>
            <p:ph type="dt" idx="1"/>
          </p:nvPr>
        </p:nvSpPr>
        <p:spPr>
          <a:xfrm>
            <a:off x="5622797" y="0"/>
            <a:ext cx="4301543" cy="339884"/>
          </a:xfrm>
          <a:prstGeom prst="rect">
            <a:avLst/>
          </a:prstGeom>
        </p:spPr>
        <p:txBody>
          <a:bodyPr vert="horz" lIns="91001" tIns="45501" rIns="91001" bIns="45501" rtlCol="0"/>
          <a:lstStyle>
            <a:lvl1pPr algn="r">
              <a:defRPr sz="1200"/>
            </a:lvl1pPr>
          </a:lstStyle>
          <a:p>
            <a:fld id="{95666CCB-B7BD-45F2-9C52-503B2080BF50}" type="datetime1">
              <a:rPr lang="da-DK" smtClean="0"/>
              <a:pPr/>
              <a:t>22-09-2026</a:t>
            </a:fld>
            <a:endParaRPr lang="da-DK"/>
          </a:p>
        </p:txBody>
      </p:sp>
      <p:sp>
        <p:nvSpPr>
          <p:cNvPr id="4" name="Pladsholder til diasbillede 3"/>
          <p:cNvSpPr>
            <a:spLocks noGrp="1" noRot="1" noChangeAspect="1"/>
          </p:cNvSpPr>
          <p:nvPr>
            <p:ph type="sldImg" idx="2"/>
          </p:nvPr>
        </p:nvSpPr>
        <p:spPr>
          <a:xfrm>
            <a:off x="3122613" y="509588"/>
            <a:ext cx="3681412" cy="2549525"/>
          </a:xfrm>
          <a:prstGeom prst="rect">
            <a:avLst/>
          </a:prstGeom>
          <a:noFill/>
          <a:ln w="12700">
            <a:solidFill>
              <a:prstClr val="black"/>
            </a:solidFill>
          </a:ln>
        </p:spPr>
        <p:txBody>
          <a:bodyPr vert="horz" lIns="91001" tIns="45501" rIns="91001" bIns="45501" rtlCol="0" anchor="ctr"/>
          <a:lstStyle/>
          <a:p>
            <a:endParaRPr lang="da-DK"/>
          </a:p>
        </p:txBody>
      </p:sp>
      <p:sp>
        <p:nvSpPr>
          <p:cNvPr id="5" name="Pladsholder til noter 4"/>
          <p:cNvSpPr>
            <a:spLocks noGrp="1"/>
          </p:cNvSpPr>
          <p:nvPr>
            <p:ph type="body" sz="quarter" idx="3"/>
          </p:nvPr>
        </p:nvSpPr>
        <p:spPr>
          <a:xfrm>
            <a:off x="992664" y="3228896"/>
            <a:ext cx="7941310" cy="3058954"/>
          </a:xfrm>
          <a:prstGeom prst="rect">
            <a:avLst/>
          </a:prstGeom>
        </p:spPr>
        <p:txBody>
          <a:bodyPr vert="horz" lIns="91001" tIns="45501" rIns="91001" bIns="45501" rtlCol="0">
            <a:normAutofit/>
          </a:bodyPr>
          <a:lstStyle/>
          <a:p>
            <a:pPr lvl="0"/>
            <a:r>
              <a:rPr lang="da-DK"/>
              <a:t>Klik for at redigere typografi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6456612"/>
            <a:ext cx="4301543" cy="339884"/>
          </a:xfrm>
          <a:prstGeom prst="rect">
            <a:avLst/>
          </a:prstGeom>
        </p:spPr>
        <p:txBody>
          <a:bodyPr vert="horz" lIns="91001" tIns="45501" rIns="91001" bIns="45501" rtlCol="0" anchor="b"/>
          <a:lstStyle>
            <a:lvl1pPr algn="l">
              <a:defRPr sz="1200"/>
            </a:lvl1pPr>
          </a:lstStyle>
          <a:p>
            <a:endParaRPr lang="da-DK"/>
          </a:p>
        </p:txBody>
      </p:sp>
      <p:sp>
        <p:nvSpPr>
          <p:cNvPr id="7" name="Pladsholder til diasnummer 6"/>
          <p:cNvSpPr>
            <a:spLocks noGrp="1"/>
          </p:cNvSpPr>
          <p:nvPr>
            <p:ph type="sldNum" sz="quarter" idx="5"/>
          </p:nvPr>
        </p:nvSpPr>
        <p:spPr>
          <a:xfrm>
            <a:off x="5622797" y="6456612"/>
            <a:ext cx="4301543" cy="339884"/>
          </a:xfrm>
          <a:prstGeom prst="rect">
            <a:avLst/>
          </a:prstGeom>
        </p:spPr>
        <p:txBody>
          <a:bodyPr vert="horz" lIns="91001" tIns="45501" rIns="91001" bIns="45501" rtlCol="0" anchor="b"/>
          <a:lstStyle>
            <a:lvl1pPr algn="r">
              <a:defRPr sz="1200"/>
            </a:lvl1pPr>
          </a:lstStyle>
          <a:p>
            <a:fld id="{C0745616-2564-45CF-B293-4F9F1738F760}" type="slidenum">
              <a:rPr lang="da-DK" smtClean="0"/>
              <a:pPr/>
              <a:t>‹nr.›</a:t>
            </a:fld>
            <a:endParaRPr lang="da-DK"/>
          </a:p>
        </p:txBody>
      </p:sp>
    </p:spTree>
    <p:extLst>
      <p:ext uri="{BB962C8B-B14F-4D97-AF65-F5344CB8AC3E}">
        <p14:creationId xmlns:p14="http://schemas.microsoft.com/office/powerpoint/2010/main" val="1691919819"/>
      </p:ext>
    </p:extLst>
  </p:cSld>
  <p:clrMap bg1="lt1" tx1="dk1" bg2="lt2" tx2="dk2" accent1="accent1" accent2="accent2" accent3="accent3" accent4="accent4" accent5="accent5" accent6="accent6" hlink="hlink" folHlink="folHlink"/>
  <p:hf/>
  <p:notesStyle>
    <a:lvl1pPr marL="0" algn="l" defTabSz="1072866" rtl="0" eaLnBrk="1" latinLnBrk="0" hangingPunct="1">
      <a:defRPr sz="1400" kern="1200">
        <a:solidFill>
          <a:schemeClr val="tx1"/>
        </a:solidFill>
        <a:latin typeface="+mn-lt"/>
        <a:ea typeface="+mn-ea"/>
        <a:cs typeface="+mn-cs"/>
      </a:defRPr>
    </a:lvl1pPr>
    <a:lvl2pPr marL="536433" algn="l" defTabSz="1072866" rtl="0" eaLnBrk="1" latinLnBrk="0" hangingPunct="1">
      <a:defRPr sz="1400" kern="1200">
        <a:solidFill>
          <a:schemeClr val="tx1"/>
        </a:solidFill>
        <a:latin typeface="+mn-lt"/>
        <a:ea typeface="+mn-ea"/>
        <a:cs typeface="+mn-cs"/>
      </a:defRPr>
    </a:lvl2pPr>
    <a:lvl3pPr marL="1072866" algn="l" defTabSz="1072866" rtl="0" eaLnBrk="1" latinLnBrk="0" hangingPunct="1">
      <a:defRPr sz="1400" kern="1200">
        <a:solidFill>
          <a:schemeClr val="tx1"/>
        </a:solidFill>
        <a:latin typeface="+mn-lt"/>
        <a:ea typeface="+mn-ea"/>
        <a:cs typeface="+mn-cs"/>
      </a:defRPr>
    </a:lvl3pPr>
    <a:lvl4pPr marL="1609298" algn="l" defTabSz="1072866" rtl="0" eaLnBrk="1" latinLnBrk="0" hangingPunct="1">
      <a:defRPr sz="1400" kern="1200">
        <a:solidFill>
          <a:schemeClr val="tx1"/>
        </a:solidFill>
        <a:latin typeface="+mn-lt"/>
        <a:ea typeface="+mn-ea"/>
        <a:cs typeface="+mn-cs"/>
      </a:defRPr>
    </a:lvl4pPr>
    <a:lvl5pPr marL="2145731" algn="l" defTabSz="1072866" rtl="0" eaLnBrk="1" latinLnBrk="0" hangingPunct="1">
      <a:defRPr sz="1400" kern="1200">
        <a:solidFill>
          <a:schemeClr val="tx1"/>
        </a:solidFill>
        <a:latin typeface="+mn-lt"/>
        <a:ea typeface="+mn-ea"/>
        <a:cs typeface="+mn-cs"/>
      </a:defRPr>
    </a:lvl5pPr>
    <a:lvl6pPr marL="2682164" algn="l" defTabSz="1072866" rtl="0" eaLnBrk="1" latinLnBrk="0" hangingPunct="1">
      <a:defRPr sz="1400" kern="1200">
        <a:solidFill>
          <a:schemeClr val="tx1"/>
        </a:solidFill>
        <a:latin typeface="+mn-lt"/>
        <a:ea typeface="+mn-ea"/>
        <a:cs typeface="+mn-cs"/>
      </a:defRPr>
    </a:lvl6pPr>
    <a:lvl7pPr marL="3218597" algn="l" defTabSz="1072866" rtl="0" eaLnBrk="1" latinLnBrk="0" hangingPunct="1">
      <a:defRPr sz="1400" kern="1200">
        <a:solidFill>
          <a:schemeClr val="tx1"/>
        </a:solidFill>
        <a:latin typeface="+mn-lt"/>
        <a:ea typeface="+mn-ea"/>
        <a:cs typeface="+mn-cs"/>
      </a:defRPr>
    </a:lvl7pPr>
    <a:lvl8pPr marL="3755029" algn="l" defTabSz="1072866" rtl="0" eaLnBrk="1" latinLnBrk="0" hangingPunct="1">
      <a:defRPr sz="1400" kern="1200">
        <a:solidFill>
          <a:schemeClr val="tx1"/>
        </a:solidFill>
        <a:latin typeface="+mn-lt"/>
        <a:ea typeface="+mn-ea"/>
        <a:cs typeface="+mn-cs"/>
      </a:defRPr>
    </a:lvl8pPr>
    <a:lvl9pPr marL="4291462" algn="l" defTabSz="107286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idehoved 3"/>
          <p:cNvSpPr>
            <a:spLocks noGrp="1"/>
          </p:cNvSpPr>
          <p:nvPr>
            <p:ph type="hdr" sz="quarter"/>
          </p:nvPr>
        </p:nvSpPr>
        <p:spPr/>
        <p:txBody>
          <a:bodyPr/>
          <a:lstStyle/>
          <a:p>
            <a:endParaRPr lang="da-DK"/>
          </a:p>
        </p:txBody>
      </p:sp>
      <p:sp>
        <p:nvSpPr>
          <p:cNvPr id="5" name="Pladsholder til dato 4"/>
          <p:cNvSpPr>
            <a:spLocks noGrp="1"/>
          </p:cNvSpPr>
          <p:nvPr>
            <p:ph type="dt" idx="1"/>
          </p:nvPr>
        </p:nvSpPr>
        <p:spPr/>
        <p:txBody>
          <a:bodyPr/>
          <a:lstStyle/>
          <a:p>
            <a:fld id="{95666CCB-B7BD-45F2-9C52-503B2080BF50}" type="datetime1">
              <a:rPr lang="da-DK" smtClean="0"/>
              <a:pPr/>
              <a:t>22-09-2026</a:t>
            </a:fld>
            <a:endParaRPr lang="da-DK"/>
          </a:p>
        </p:txBody>
      </p:sp>
      <p:sp>
        <p:nvSpPr>
          <p:cNvPr id="6" name="Pladsholder til sidefod 5"/>
          <p:cNvSpPr>
            <a:spLocks noGrp="1"/>
          </p:cNvSpPr>
          <p:nvPr>
            <p:ph type="ftr" sz="quarter" idx="4"/>
          </p:nvPr>
        </p:nvSpPr>
        <p:spPr/>
        <p:txBody>
          <a:bodyPr/>
          <a:lstStyle/>
          <a:p>
            <a:endParaRPr lang="da-DK"/>
          </a:p>
        </p:txBody>
      </p:sp>
      <p:sp>
        <p:nvSpPr>
          <p:cNvPr id="7" name="Pladsholder til slidenummer 6"/>
          <p:cNvSpPr>
            <a:spLocks noGrp="1"/>
          </p:cNvSpPr>
          <p:nvPr>
            <p:ph type="sldNum" sz="quarter" idx="5"/>
          </p:nvPr>
        </p:nvSpPr>
        <p:spPr/>
        <p:txBody>
          <a:bodyPr/>
          <a:lstStyle/>
          <a:p>
            <a:fld id="{C0745616-2564-45CF-B293-4F9F1738F760}" type="slidenum">
              <a:rPr lang="da-DK" smtClean="0"/>
              <a:pPr/>
              <a:t>1</a:t>
            </a:fld>
            <a:endParaRPr lang="da-DK"/>
          </a:p>
        </p:txBody>
      </p:sp>
    </p:spTree>
    <p:extLst>
      <p:ext uri="{BB962C8B-B14F-4D97-AF65-F5344CB8AC3E}">
        <p14:creationId xmlns:p14="http://schemas.microsoft.com/office/powerpoint/2010/main" val="10002107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pic>
        <p:nvPicPr>
          <p:cNvPr id="6" name="Billed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8059" b="14030"/>
          <a:stretch/>
        </p:blipFill>
        <p:spPr>
          <a:xfrm>
            <a:off x="0" y="-1"/>
            <a:ext cx="9906000" cy="5145207"/>
          </a:xfrm>
          <a:prstGeom prst="rect">
            <a:avLst/>
          </a:prstGeom>
        </p:spPr>
      </p:pic>
      <p:sp>
        <p:nvSpPr>
          <p:cNvPr id="7" name="Rektangel 6"/>
          <p:cNvSpPr/>
          <p:nvPr userDrawn="1"/>
        </p:nvSpPr>
        <p:spPr>
          <a:xfrm>
            <a:off x="0" y="5145206"/>
            <a:ext cx="9906000" cy="84034"/>
          </a:xfrm>
          <a:prstGeom prst="rect">
            <a:avLst/>
          </a:prstGeom>
          <a:solidFill>
            <a:srgbClr val="76D2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10" name="Billed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33384" y="5739931"/>
            <a:ext cx="1537425" cy="560487"/>
          </a:xfrm>
          <a:prstGeom prst="rect">
            <a:avLst/>
          </a:prstGeom>
        </p:spPr>
      </p:pic>
      <p:sp>
        <p:nvSpPr>
          <p:cNvPr id="3" name="Pladsholder til tekst 2"/>
          <p:cNvSpPr>
            <a:spLocks noGrp="1"/>
          </p:cNvSpPr>
          <p:nvPr>
            <p:ph type="body" sz="quarter" idx="10" hasCustomPrompt="1"/>
          </p:nvPr>
        </p:nvSpPr>
        <p:spPr>
          <a:xfrm>
            <a:off x="273050" y="5499100"/>
            <a:ext cx="7200900" cy="521074"/>
          </a:xfrm>
        </p:spPr>
        <p:txBody>
          <a:bodyPr/>
          <a:lstStyle>
            <a:lvl1pPr>
              <a:defRPr sz="3200" baseline="0">
                <a:solidFill>
                  <a:schemeClr val="tx1"/>
                </a:solidFill>
              </a:defRPr>
            </a:lvl1pPr>
          </a:lstStyle>
          <a:p>
            <a:pPr lvl="0"/>
            <a:r>
              <a:rPr lang="da-DK" dirty="0" err="1"/>
              <a:t>Præsentationtitel</a:t>
            </a:r>
            <a:endParaRPr lang="da-DK" dirty="0"/>
          </a:p>
        </p:txBody>
      </p:sp>
      <p:sp>
        <p:nvSpPr>
          <p:cNvPr id="4" name="Pladsholder til tekst 3"/>
          <p:cNvSpPr>
            <a:spLocks noGrp="1"/>
          </p:cNvSpPr>
          <p:nvPr>
            <p:ph type="body" sz="quarter" idx="11" hasCustomPrompt="1"/>
          </p:nvPr>
        </p:nvSpPr>
        <p:spPr>
          <a:xfrm>
            <a:off x="272582" y="6129338"/>
            <a:ext cx="5670550" cy="450850"/>
          </a:xfrm>
        </p:spPr>
        <p:txBody>
          <a:bodyPr/>
          <a:lstStyle>
            <a:lvl2pPr marL="39114" indent="0">
              <a:buNone/>
              <a:defRPr>
                <a:solidFill>
                  <a:schemeClr val="tx1"/>
                </a:solidFill>
              </a:defRPr>
            </a:lvl2pPr>
          </a:lstStyle>
          <a:p>
            <a:pPr lvl="1"/>
            <a:r>
              <a:rPr lang="da-DK" dirty="0"/>
              <a:t>[Dato, sted, forfatter]</a:t>
            </a:r>
          </a:p>
        </p:txBody>
      </p:sp>
    </p:spTree>
    <p:extLst>
      <p:ext uri="{BB962C8B-B14F-4D97-AF65-F5344CB8AC3E}">
        <p14:creationId xmlns:p14="http://schemas.microsoft.com/office/powerpoint/2010/main" val="1721833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ktion st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2352" y="2828920"/>
            <a:ext cx="9361300" cy="901179"/>
          </a:xfrm>
        </p:spPr>
        <p:txBody>
          <a:bodyPr>
            <a:normAutofit/>
          </a:bodyPr>
          <a:lstStyle>
            <a:lvl1pPr algn="ctr">
              <a:defRPr sz="2300" baseline="0">
                <a:latin typeface="Arial" pitchFamily="34" charset="0"/>
                <a:cs typeface="Arial" pitchFamily="34" charset="0"/>
              </a:defRPr>
            </a:lvl1pPr>
          </a:lstStyle>
          <a:p>
            <a:r>
              <a:rPr lang="da-DK" dirty="0"/>
              <a:t>SEKTIONS OVERSKRIFT</a:t>
            </a:r>
          </a:p>
        </p:txBody>
      </p:sp>
      <p:sp>
        <p:nvSpPr>
          <p:cNvPr id="5" name="Pladsholder til diasnummer 4"/>
          <p:cNvSpPr>
            <a:spLocks noGrp="1"/>
          </p:cNvSpPr>
          <p:nvPr>
            <p:ph type="sldNum" sz="quarter" idx="12"/>
          </p:nvPr>
        </p:nvSpPr>
        <p:spPr>
          <a:xfrm>
            <a:off x="7000775" y="6309385"/>
            <a:ext cx="2534351" cy="366183"/>
          </a:xfrm>
        </p:spPr>
        <p:txBody>
          <a:bodyPr/>
          <a:lstStyle>
            <a:lvl1pPr>
              <a:defRPr sz="1000">
                <a:solidFill>
                  <a:srgbClr val="006273"/>
                </a:solidFill>
                <a:latin typeface="Arial" pitchFamily="34" charset="0"/>
                <a:cs typeface="Arial" pitchFamily="34" charset="0"/>
              </a:defRPr>
            </a:lvl1pPr>
          </a:lstStyle>
          <a:p>
            <a:fld id="{8027C91F-3113-4170-B0A7-EB36B47BBC64}" type="slidenum">
              <a:rPr lang="da-DK" smtClean="0"/>
              <a:pPr/>
              <a:t>‹nr.›</a:t>
            </a:fld>
            <a:endParaRPr lang="da-DK" dirty="0"/>
          </a:p>
        </p:txBody>
      </p:sp>
      <p:sp>
        <p:nvSpPr>
          <p:cNvPr id="9" name="Pladsholder til tekst 8"/>
          <p:cNvSpPr>
            <a:spLocks noGrp="1"/>
          </p:cNvSpPr>
          <p:nvPr>
            <p:ph type="body" sz="quarter" idx="13" hasCustomPrompt="1"/>
          </p:nvPr>
        </p:nvSpPr>
        <p:spPr>
          <a:xfrm>
            <a:off x="272353" y="1388728"/>
            <a:ext cx="9361921" cy="1151467"/>
          </a:xfrm>
        </p:spPr>
        <p:txBody>
          <a:bodyPr anchor="ctr">
            <a:noAutofit/>
          </a:bodyPr>
          <a:lstStyle>
            <a:lvl1pPr algn="ctr">
              <a:buNone/>
              <a:defRPr sz="7000">
                <a:latin typeface="Arial" pitchFamily="34" charset="0"/>
                <a:cs typeface="Arial" pitchFamily="34" charset="0"/>
              </a:defRPr>
            </a:lvl1pPr>
          </a:lstStyle>
          <a:p>
            <a:pPr lvl="0"/>
            <a:r>
              <a:rPr lang="da-DK" dirty="0" err="1"/>
              <a:t>Nr</a:t>
            </a:r>
            <a:endParaRPr lang="da-DK" dirty="0"/>
          </a:p>
        </p:txBody>
      </p:sp>
      <p:sp>
        <p:nvSpPr>
          <p:cNvPr id="11" name="Pladsholder til tekst 10"/>
          <p:cNvSpPr>
            <a:spLocks noGrp="1"/>
          </p:cNvSpPr>
          <p:nvPr>
            <p:ph type="body" sz="quarter" idx="14" hasCustomPrompt="1"/>
          </p:nvPr>
        </p:nvSpPr>
        <p:spPr>
          <a:xfrm>
            <a:off x="271727" y="3789050"/>
            <a:ext cx="9362546" cy="2038351"/>
          </a:xfrm>
        </p:spPr>
        <p:txBody>
          <a:bodyPr>
            <a:normAutofit/>
          </a:bodyPr>
          <a:lstStyle>
            <a:lvl1pPr algn="ctr">
              <a:buNone/>
              <a:defRPr lang="da-DK" sz="2100" b="0" i="0" baseline="0" dirty="0">
                <a:solidFill>
                  <a:schemeClr val="bg1">
                    <a:lumMod val="50000"/>
                  </a:schemeClr>
                </a:solidFill>
              </a:defRPr>
            </a:lvl1pPr>
            <a:lvl4pPr>
              <a:buNone/>
              <a:defRPr lang="da-DK" dirty="0"/>
            </a:lvl4pPr>
          </a:lstStyle>
          <a:p>
            <a:pPr lvl="0"/>
            <a:r>
              <a:rPr lang="da-DK" dirty="0"/>
              <a:t>Beskrivende tekst</a:t>
            </a:r>
          </a:p>
        </p:txBody>
      </p:sp>
      <p:sp>
        <p:nvSpPr>
          <p:cNvPr id="7" name="Pladsholder til sidefod 16"/>
          <p:cNvSpPr>
            <a:spLocks noGrp="1"/>
          </p:cNvSpPr>
          <p:nvPr>
            <p:ph type="ftr" sz="quarter" idx="3"/>
          </p:nvPr>
        </p:nvSpPr>
        <p:spPr>
          <a:xfrm>
            <a:off x="3384552" y="6356353"/>
            <a:ext cx="3136900" cy="366183"/>
          </a:xfrm>
          <a:prstGeom prst="rect">
            <a:avLst/>
          </a:prstGeom>
        </p:spPr>
        <p:txBody>
          <a:bodyPr vert="horz" lIns="107287" tIns="53643" rIns="107287" bIns="53643" rtlCol="0" anchor="ctr"/>
          <a:lstStyle>
            <a:lvl1pPr algn="ctr">
              <a:defRPr sz="1000">
                <a:solidFill>
                  <a:schemeClr val="bg1">
                    <a:lumMod val="65000"/>
                  </a:schemeClr>
                </a:solidFill>
                <a:latin typeface="Arial" pitchFamily="34" charset="0"/>
                <a:cs typeface="Arial" pitchFamily="34" charset="0"/>
              </a:defRPr>
            </a:lvl1pPr>
          </a:lstStyle>
          <a:p>
            <a:endParaRPr lang="da-DK" dirty="0"/>
          </a:p>
        </p:txBody>
      </p:sp>
      <p:sp>
        <p:nvSpPr>
          <p:cNvPr id="8" name="Pladsholder til dato 7"/>
          <p:cNvSpPr>
            <a:spLocks noGrp="1"/>
          </p:cNvSpPr>
          <p:nvPr>
            <p:ph type="dt" sz="half" idx="11"/>
          </p:nvPr>
        </p:nvSpPr>
        <p:spPr>
          <a:xfrm>
            <a:off x="195000" y="6312001"/>
            <a:ext cx="877617" cy="366183"/>
          </a:xfrm>
        </p:spPr>
        <p:txBody>
          <a:bodyPr/>
          <a:lstStyle>
            <a:lvl1pPr>
              <a:defRPr sz="1000" b="1">
                <a:solidFill>
                  <a:srgbClr val="006273"/>
                </a:solidFill>
                <a:latin typeface="Arial" pitchFamily="34" charset="0"/>
                <a:cs typeface="Arial" pitchFamily="34" charset="0"/>
              </a:defRPr>
            </a:lvl1pPr>
          </a:lstStyle>
          <a:p>
            <a:fld id="{4708341F-0F0E-47FB-8512-CCC8C3F1C977}" type="datetime1">
              <a:rPr lang="da-DK" smtClean="0"/>
              <a:pPr/>
              <a:t>22-09-2026</a:t>
            </a:fld>
            <a:endParaRPr lang="da-DK" dirty="0"/>
          </a:p>
        </p:txBody>
      </p:sp>
      <p:pic>
        <p:nvPicPr>
          <p:cNvPr id="10" name="Billed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101308" y="258165"/>
            <a:ext cx="1537425" cy="56048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dhold med text og tynd stre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Pladsholder til diasnummer 4"/>
          <p:cNvSpPr>
            <a:spLocks noGrp="1"/>
          </p:cNvSpPr>
          <p:nvPr>
            <p:ph type="sldNum" sz="quarter" idx="12"/>
          </p:nvPr>
        </p:nvSpPr>
        <p:spPr>
          <a:xfrm>
            <a:off x="7000775" y="6309385"/>
            <a:ext cx="2534351" cy="366183"/>
          </a:xfrm>
        </p:spPr>
        <p:txBody>
          <a:bodyPr/>
          <a:lstStyle>
            <a:lvl1pPr>
              <a:defRPr sz="1000">
                <a:solidFill>
                  <a:srgbClr val="006273"/>
                </a:solidFill>
                <a:latin typeface="Arial" pitchFamily="34" charset="0"/>
                <a:cs typeface="Arial" pitchFamily="34" charset="0"/>
              </a:defRPr>
            </a:lvl1pPr>
          </a:lstStyle>
          <a:p>
            <a:fld id="{8027C91F-3113-4170-B0A7-EB36B47BBC64}" type="slidenum">
              <a:rPr lang="da-DK" smtClean="0"/>
              <a:pPr/>
              <a:t>‹nr.›</a:t>
            </a:fld>
            <a:endParaRPr lang="da-DK" dirty="0"/>
          </a:p>
        </p:txBody>
      </p:sp>
      <p:sp>
        <p:nvSpPr>
          <p:cNvPr id="11" name="Pladsholder til indhold 10"/>
          <p:cNvSpPr>
            <a:spLocks noGrp="1"/>
          </p:cNvSpPr>
          <p:nvPr>
            <p:ph sz="quarter" idx="13" hasCustomPrompt="1"/>
          </p:nvPr>
        </p:nvSpPr>
        <p:spPr>
          <a:xfrm>
            <a:off x="369891" y="2228840"/>
            <a:ext cx="9068709" cy="3960529"/>
          </a:xfrm>
          <a:prstGeom prst="rect">
            <a:avLst/>
          </a:prstGeom>
        </p:spPr>
        <p:txBody>
          <a:bodyPr/>
          <a:lstStyle>
            <a:lvl1pPr>
              <a:defRPr sz="1800" baseline="0">
                <a:solidFill>
                  <a:srgbClr val="006273"/>
                </a:solidFill>
                <a:latin typeface="Arial" pitchFamily="34" charset="0"/>
                <a:cs typeface="Arial" pitchFamily="34" charset="0"/>
              </a:defRPr>
            </a:lvl1pPr>
            <a:lvl2pPr marL="312919" indent="-281255">
              <a:defRPr sz="1400" baseline="0">
                <a:solidFill>
                  <a:srgbClr val="006273"/>
                </a:solidFill>
                <a:latin typeface="Arial" pitchFamily="34" charset="0"/>
                <a:cs typeface="Arial" pitchFamily="34" charset="0"/>
              </a:defRPr>
            </a:lvl2pPr>
            <a:lvl3pPr marL="528982" indent="-216063">
              <a:defRPr sz="1400" baseline="0">
                <a:solidFill>
                  <a:srgbClr val="006273"/>
                </a:solidFill>
                <a:latin typeface="Arial" pitchFamily="34" charset="0"/>
                <a:cs typeface="Arial" pitchFamily="34" charset="0"/>
              </a:defRPr>
            </a:lvl3pPr>
            <a:lvl4pPr marL="735733" indent="-206751">
              <a:defRPr sz="1400" baseline="0">
                <a:solidFill>
                  <a:srgbClr val="006273"/>
                </a:solidFill>
                <a:latin typeface="Arial" pitchFamily="34" charset="0"/>
                <a:cs typeface="Arial" pitchFamily="34" charset="0"/>
              </a:defRPr>
            </a:lvl4pPr>
            <a:lvl5pPr marL="944346" indent="-208613">
              <a:defRPr sz="1400" baseline="0">
                <a:solidFill>
                  <a:srgbClr val="006273"/>
                </a:solidFill>
                <a:latin typeface="Arial" pitchFamily="34" charset="0"/>
                <a:cs typeface="Arial" pitchFamily="34" charset="0"/>
              </a:defRPr>
            </a:lvl5pPr>
            <a:lvl6pPr>
              <a:defRPr sz="1400" baseline="0">
                <a:solidFill>
                  <a:srgbClr val="006273"/>
                </a:solidFill>
                <a:latin typeface="Arial" pitchFamily="34" charset="0"/>
                <a:cs typeface="Arial" pitchFamily="34" charset="0"/>
              </a:defRPr>
            </a:lvl6pPr>
            <a:lvl7pPr>
              <a:defRPr sz="1400" baseline="0">
                <a:solidFill>
                  <a:srgbClr val="006273"/>
                </a:solidFill>
                <a:latin typeface="Arial" pitchFamily="34" charset="0"/>
                <a:cs typeface="Arial" pitchFamily="34" charset="0"/>
              </a:defRPr>
            </a:lvl7pPr>
          </a:lstStyle>
          <a:p>
            <a:pPr lvl="0"/>
            <a:r>
              <a:rPr lang="da-DK" dirty="0"/>
              <a:t>KLIK FOR AT REDIGERE TYPOGRAFI I MASTEREN</a:t>
            </a:r>
          </a:p>
          <a:p>
            <a:pPr lvl="1"/>
            <a:r>
              <a:rPr lang="da-DK" dirty="0"/>
              <a:t>Andet niveau</a:t>
            </a:r>
          </a:p>
          <a:p>
            <a:pPr lvl="2"/>
            <a:r>
              <a:rPr lang="da-DK" dirty="0"/>
              <a:t>Tredje niveau</a:t>
            </a:r>
          </a:p>
          <a:p>
            <a:pPr lvl="3"/>
            <a:r>
              <a:rPr lang="da-DK" dirty="0"/>
              <a:t>Fjerde niveau</a:t>
            </a:r>
          </a:p>
          <a:p>
            <a:pPr lvl="4"/>
            <a:r>
              <a:rPr lang="da-DK" dirty="0"/>
              <a:t>Femte niveau</a:t>
            </a:r>
          </a:p>
          <a:p>
            <a:pPr lvl="5"/>
            <a:r>
              <a:rPr lang="da-DK" dirty="0"/>
              <a:t>6</a:t>
            </a:r>
          </a:p>
          <a:p>
            <a:pPr lvl="6"/>
            <a:r>
              <a:rPr lang="da-DK" dirty="0"/>
              <a:t>7</a:t>
            </a:r>
          </a:p>
        </p:txBody>
      </p:sp>
      <p:sp>
        <p:nvSpPr>
          <p:cNvPr id="14" name="Titel 5"/>
          <p:cNvSpPr>
            <a:spLocks noGrp="1"/>
          </p:cNvSpPr>
          <p:nvPr>
            <p:ph type="title" hasCustomPrompt="1"/>
          </p:nvPr>
        </p:nvSpPr>
        <p:spPr>
          <a:xfrm>
            <a:off x="347711" y="1628757"/>
            <a:ext cx="9090889" cy="480067"/>
          </a:xfrm>
        </p:spPr>
        <p:txBody>
          <a:bodyPr>
            <a:noAutofit/>
          </a:bodyPr>
          <a:lstStyle>
            <a:lvl1pPr>
              <a:defRPr sz="2300" b="1" baseline="0">
                <a:solidFill>
                  <a:srgbClr val="006273"/>
                </a:solidFill>
                <a:latin typeface="Arial" pitchFamily="34" charset="0"/>
                <a:cs typeface="Arial" pitchFamily="34" charset="0"/>
              </a:defRPr>
            </a:lvl1pPr>
          </a:lstStyle>
          <a:p>
            <a:r>
              <a:rPr lang="da-DK" dirty="0"/>
              <a:t>OVERSKRIFT</a:t>
            </a:r>
          </a:p>
        </p:txBody>
      </p:sp>
      <p:sp>
        <p:nvSpPr>
          <p:cNvPr id="6" name="Pladsholder til dato 7"/>
          <p:cNvSpPr>
            <a:spLocks noGrp="1"/>
          </p:cNvSpPr>
          <p:nvPr>
            <p:ph type="dt" sz="half" idx="11"/>
          </p:nvPr>
        </p:nvSpPr>
        <p:spPr>
          <a:xfrm>
            <a:off x="195000" y="6312001"/>
            <a:ext cx="1157520" cy="366183"/>
          </a:xfrm>
        </p:spPr>
        <p:txBody>
          <a:bodyPr/>
          <a:lstStyle>
            <a:lvl1pPr>
              <a:defRPr sz="1000" b="1" baseline="0">
                <a:solidFill>
                  <a:srgbClr val="006273"/>
                </a:solidFill>
                <a:latin typeface="Arial" pitchFamily="34" charset="0"/>
              </a:defRPr>
            </a:lvl1pPr>
          </a:lstStyle>
          <a:p>
            <a:fld id="{4708341F-0F0E-47FB-8512-CCC8C3F1C977}" type="datetime1">
              <a:rPr lang="da-DK" smtClean="0"/>
              <a:pPr/>
              <a:t>22-09-2026</a:t>
            </a:fld>
            <a:endParaRPr lang="da-DK" dirty="0"/>
          </a:p>
        </p:txBody>
      </p:sp>
      <p:sp>
        <p:nvSpPr>
          <p:cNvPr id="8" name="Pladsholder til sidefod 16"/>
          <p:cNvSpPr>
            <a:spLocks noGrp="1"/>
          </p:cNvSpPr>
          <p:nvPr>
            <p:ph type="ftr" sz="quarter" idx="3"/>
          </p:nvPr>
        </p:nvSpPr>
        <p:spPr>
          <a:xfrm>
            <a:off x="3384552" y="6309385"/>
            <a:ext cx="3136900" cy="366183"/>
          </a:xfrm>
          <a:prstGeom prst="rect">
            <a:avLst/>
          </a:prstGeom>
        </p:spPr>
        <p:txBody>
          <a:bodyPr vert="horz" lIns="107287" tIns="53643" rIns="107287" bIns="53643" rtlCol="0" anchor="ctr"/>
          <a:lstStyle>
            <a:lvl1pPr algn="ctr">
              <a:defRPr sz="1000">
                <a:solidFill>
                  <a:schemeClr val="bg1">
                    <a:lumMod val="65000"/>
                  </a:schemeClr>
                </a:solidFill>
                <a:latin typeface="Arial" pitchFamily="34" charset="0"/>
                <a:cs typeface="Arial" pitchFamily="34" charset="0"/>
              </a:defRPr>
            </a:lvl1pPr>
          </a:lstStyle>
          <a:p>
            <a:endParaRPr lang="da-DK" dirty="0"/>
          </a:p>
        </p:txBody>
      </p:sp>
      <p:pic>
        <p:nvPicPr>
          <p:cNvPr id="9" name="Billed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96198" y="258165"/>
            <a:ext cx="1537425" cy="560487"/>
          </a:xfrm>
          <a:prstGeom prst="rect">
            <a:avLst/>
          </a:prstGeom>
        </p:spPr>
      </p:pic>
    </p:spTree>
    <p:extLst>
      <p:ext uri="{BB962C8B-B14F-4D97-AF65-F5344CB8AC3E}">
        <p14:creationId xmlns:p14="http://schemas.microsoft.com/office/powerpoint/2010/main" val="1631020059"/>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dhold med text og tynd streg uden bundstreg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Pladsholder til diasnummer 4"/>
          <p:cNvSpPr>
            <a:spLocks noGrp="1"/>
          </p:cNvSpPr>
          <p:nvPr>
            <p:ph type="sldNum" sz="quarter" idx="12"/>
          </p:nvPr>
        </p:nvSpPr>
        <p:spPr>
          <a:xfrm>
            <a:off x="7000775" y="6309385"/>
            <a:ext cx="2534351" cy="366183"/>
          </a:xfrm>
        </p:spPr>
        <p:txBody>
          <a:bodyPr/>
          <a:lstStyle>
            <a:lvl1pPr>
              <a:defRPr sz="1000">
                <a:solidFill>
                  <a:srgbClr val="006273"/>
                </a:solidFill>
                <a:latin typeface="Arial" pitchFamily="34" charset="0"/>
                <a:cs typeface="Arial" pitchFamily="34" charset="0"/>
              </a:defRPr>
            </a:lvl1pPr>
          </a:lstStyle>
          <a:p>
            <a:fld id="{8027C91F-3113-4170-B0A7-EB36B47BBC64}" type="slidenum">
              <a:rPr lang="da-DK" smtClean="0"/>
              <a:pPr/>
              <a:t>‹nr.›</a:t>
            </a:fld>
            <a:endParaRPr lang="da-DK" dirty="0"/>
          </a:p>
        </p:txBody>
      </p:sp>
      <p:sp>
        <p:nvSpPr>
          <p:cNvPr id="11" name="Pladsholder til indhold 10"/>
          <p:cNvSpPr>
            <a:spLocks noGrp="1"/>
          </p:cNvSpPr>
          <p:nvPr>
            <p:ph sz="quarter" idx="13" hasCustomPrompt="1"/>
          </p:nvPr>
        </p:nvSpPr>
        <p:spPr>
          <a:xfrm>
            <a:off x="369891" y="2228840"/>
            <a:ext cx="9068709" cy="3960529"/>
          </a:xfrm>
          <a:prstGeom prst="rect">
            <a:avLst/>
          </a:prstGeom>
        </p:spPr>
        <p:txBody>
          <a:bodyPr/>
          <a:lstStyle>
            <a:lvl1pPr>
              <a:defRPr sz="1800" baseline="0">
                <a:solidFill>
                  <a:srgbClr val="006273"/>
                </a:solidFill>
              </a:defRPr>
            </a:lvl1pPr>
            <a:lvl2pPr marL="312919" indent="-281255">
              <a:defRPr sz="1400" baseline="0">
                <a:solidFill>
                  <a:srgbClr val="006273"/>
                </a:solidFill>
              </a:defRPr>
            </a:lvl2pPr>
            <a:lvl3pPr marL="528982" indent="-216063">
              <a:defRPr sz="1400" baseline="0">
                <a:solidFill>
                  <a:srgbClr val="006273"/>
                </a:solidFill>
              </a:defRPr>
            </a:lvl3pPr>
            <a:lvl4pPr marL="735733" indent="-206751">
              <a:defRPr sz="1400" baseline="0">
                <a:solidFill>
                  <a:srgbClr val="006273"/>
                </a:solidFill>
              </a:defRPr>
            </a:lvl4pPr>
            <a:lvl5pPr marL="944346" indent="-208613">
              <a:defRPr sz="1400" baseline="0">
                <a:solidFill>
                  <a:srgbClr val="006273"/>
                </a:solidFill>
              </a:defRPr>
            </a:lvl5pPr>
            <a:lvl6pPr>
              <a:defRPr sz="1400" baseline="0">
                <a:solidFill>
                  <a:srgbClr val="006273"/>
                </a:solidFill>
              </a:defRPr>
            </a:lvl6pPr>
            <a:lvl7pPr>
              <a:defRPr sz="1400" baseline="0">
                <a:solidFill>
                  <a:srgbClr val="006273"/>
                </a:solidFill>
              </a:defRPr>
            </a:lvl7pPr>
          </a:lstStyle>
          <a:p>
            <a:pPr lvl="0"/>
            <a:r>
              <a:rPr lang="da-DK" dirty="0"/>
              <a:t>KLIK FOR AT REDIGERE TYPOGRAFI I MASTEREN</a:t>
            </a:r>
          </a:p>
          <a:p>
            <a:pPr lvl="1"/>
            <a:r>
              <a:rPr lang="da-DK" dirty="0"/>
              <a:t>Andet niveau</a:t>
            </a:r>
          </a:p>
          <a:p>
            <a:pPr lvl="2"/>
            <a:r>
              <a:rPr lang="da-DK" dirty="0"/>
              <a:t>Tredje niveau</a:t>
            </a:r>
          </a:p>
          <a:p>
            <a:pPr lvl="3"/>
            <a:r>
              <a:rPr lang="da-DK" dirty="0"/>
              <a:t>Fjerde niveau</a:t>
            </a:r>
          </a:p>
          <a:p>
            <a:pPr lvl="4"/>
            <a:r>
              <a:rPr lang="da-DK" dirty="0"/>
              <a:t>Femte niveau</a:t>
            </a:r>
          </a:p>
          <a:p>
            <a:pPr lvl="5"/>
            <a:r>
              <a:rPr lang="da-DK" dirty="0"/>
              <a:t>6</a:t>
            </a:r>
          </a:p>
          <a:p>
            <a:pPr lvl="6"/>
            <a:r>
              <a:rPr lang="da-DK" dirty="0"/>
              <a:t>7</a:t>
            </a:r>
          </a:p>
        </p:txBody>
      </p:sp>
      <p:sp>
        <p:nvSpPr>
          <p:cNvPr id="14" name="Titel 5"/>
          <p:cNvSpPr>
            <a:spLocks noGrp="1"/>
          </p:cNvSpPr>
          <p:nvPr>
            <p:ph type="title" hasCustomPrompt="1"/>
          </p:nvPr>
        </p:nvSpPr>
        <p:spPr>
          <a:xfrm>
            <a:off x="347711" y="1628757"/>
            <a:ext cx="9090889" cy="480067"/>
          </a:xfrm>
        </p:spPr>
        <p:txBody>
          <a:bodyPr>
            <a:noAutofit/>
          </a:bodyPr>
          <a:lstStyle>
            <a:lvl1pPr>
              <a:defRPr sz="2300" b="1" baseline="0">
                <a:solidFill>
                  <a:srgbClr val="006273"/>
                </a:solidFill>
              </a:defRPr>
            </a:lvl1pPr>
          </a:lstStyle>
          <a:p>
            <a:r>
              <a:rPr lang="da-DK" dirty="0"/>
              <a:t>OVERSKRIFT</a:t>
            </a:r>
          </a:p>
        </p:txBody>
      </p:sp>
      <p:sp>
        <p:nvSpPr>
          <p:cNvPr id="6" name="Pladsholder til dato 7"/>
          <p:cNvSpPr>
            <a:spLocks noGrp="1"/>
          </p:cNvSpPr>
          <p:nvPr>
            <p:ph type="dt" sz="half" idx="11"/>
          </p:nvPr>
        </p:nvSpPr>
        <p:spPr>
          <a:xfrm>
            <a:off x="195000" y="6312001"/>
            <a:ext cx="877617" cy="366183"/>
          </a:xfrm>
        </p:spPr>
        <p:txBody>
          <a:bodyPr/>
          <a:lstStyle>
            <a:lvl1pPr>
              <a:defRPr sz="1000" b="1">
                <a:solidFill>
                  <a:srgbClr val="006273"/>
                </a:solidFill>
                <a:latin typeface="Arial" pitchFamily="34" charset="0"/>
                <a:cs typeface="Arial" pitchFamily="34" charset="0"/>
              </a:defRPr>
            </a:lvl1pPr>
          </a:lstStyle>
          <a:p>
            <a:fld id="{4708341F-0F0E-47FB-8512-CCC8C3F1C977}" type="datetime1">
              <a:rPr lang="da-DK" smtClean="0"/>
              <a:pPr/>
              <a:t>22-09-2026</a:t>
            </a:fld>
            <a:endParaRPr lang="da-DK" dirty="0"/>
          </a:p>
        </p:txBody>
      </p:sp>
      <p:sp>
        <p:nvSpPr>
          <p:cNvPr id="8" name="Pladsholder til sidefod 16"/>
          <p:cNvSpPr>
            <a:spLocks noGrp="1"/>
          </p:cNvSpPr>
          <p:nvPr>
            <p:ph type="ftr" sz="quarter" idx="3"/>
          </p:nvPr>
        </p:nvSpPr>
        <p:spPr>
          <a:xfrm>
            <a:off x="3384552" y="6309385"/>
            <a:ext cx="3136900" cy="366183"/>
          </a:xfrm>
          <a:prstGeom prst="rect">
            <a:avLst/>
          </a:prstGeom>
        </p:spPr>
        <p:txBody>
          <a:bodyPr vert="horz" lIns="107287" tIns="53643" rIns="107287" bIns="53643" rtlCol="0" anchor="ctr"/>
          <a:lstStyle>
            <a:lvl1pPr algn="ctr">
              <a:defRPr sz="1000">
                <a:solidFill>
                  <a:schemeClr val="bg1">
                    <a:lumMod val="65000"/>
                  </a:schemeClr>
                </a:solidFill>
              </a:defRPr>
            </a:lvl1pPr>
          </a:lstStyle>
          <a:p>
            <a:endParaRPr lang="da-DK" dirty="0"/>
          </a:p>
        </p:txBody>
      </p:sp>
      <p:pic>
        <p:nvPicPr>
          <p:cNvPr id="9" name="Billed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96199" y="258165"/>
            <a:ext cx="1537425" cy="560487"/>
          </a:xfrm>
          <a:prstGeom prst="rect">
            <a:avLst/>
          </a:prstGeom>
        </p:spPr>
      </p:pic>
    </p:spTree>
    <p:extLst>
      <p:ext uri="{BB962C8B-B14F-4D97-AF65-F5344CB8AC3E}">
        <p14:creationId xmlns:p14="http://schemas.microsoft.com/office/powerpoint/2010/main" val="4045498528"/>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om: Indhold med tekst">
    <p:bg>
      <p:bgPr>
        <a:solidFill>
          <a:schemeClr val="bg1"/>
        </a:solidFill>
        <a:effectLst/>
      </p:bgPr>
    </p:bg>
    <p:spTree>
      <p:nvGrpSpPr>
        <p:cNvPr id="1" name=""/>
        <p:cNvGrpSpPr/>
        <p:nvPr/>
      </p:nvGrpSpPr>
      <p:grpSpPr>
        <a:xfrm>
          <a:off x="0" y="0"/>
          <a:ext cx="0" cy="0"/>
          <a:chOff x="0" y="0"/>
          <a:chExt cx="0" cy="0"/>
        </a:xfrm>
      </p:grpSpPr>
      <p:sp>
        <p:nvSpPr>
          <p:cNvPr id="5" name="Pladsholder til diasnummer 4"/>
          <p:cNvSpPr>
            <a:spLocks noGrp="1"/>
          </p:cNvSpPr>
          <p:nvPr>
            <p:ph type="sldNum" sz="quarter" idx="12"/>
          </p:nvPr>
        </p:nvSpPr>
        <p:spPr>
          <a:xfrm>
            <a:off x="7000775" y="6309385"/>
            <a:ext cx="2534351" cy="366183"/>
          </a:xfrm>
        </p:spPr>
        <p:txBody>
          <a:bodyPr/>
          <a:lstStyle>
            <a:lvl1pPr>
              <a:defRPr sz="1000">
                <a:solidFill>
                  <a:srgbClr val="006273"/>
                </a:solidFill>
                <a:latin typeface="Arial" pitchFamily="34" charset="0"/>
                <a:cs typeface="Arial" pitchFamily="34" charset="0"/>
              </a:defRPr>
            </a:lvl1pPr>
          </a:lstStyle>
          <a:p>
            <a:fld id="{8027C91F-3113-4170-B0A7-EB36B47BBC64}" type="slidenum">
              <a:rPr lang="da-DK" smtClean="0"/>
              <a:pPr/>
              <a:t>‹nr.›</a:t>
            </a:fld>
            <a:endParaRPr lang="da-DK" dirty="0"/>
          </a:p>
        </p:txBody>
      </p:sp>
      <p:sp>
        <p:nvSpPr>
          <p:cNvPr id="11" name="Pladsholder til indhold 10"/>
          <p:cNvSpPr>
            <a:spLocks noGrp="1"/>
          </p:cNvSpPr>
          <p:nvPr>
            <p:ph sz="quarter" idx="13" hasCustomPrompt="1"/>
          </p:nvPr>
        </p:nvSpPr>
        <p:spPr>
          <a:xfrm>
            <a:off x="369891" y="2228840"/>
            <a:ext cx="9068709" cy="3960529"/>
          </a:xfrm>
          <a:prstGeom prst="rect">
            <a:avLst/>
          </a:prstGeom>
        </p:spPr>
        <p:txBody>
          <a:bodyPr/>
          <a:lstStyle>
            <a:lvl1pPr>
              <a:defRPr sz="1800" baseline="0">
                <a:solidFill>
                  <a:srgbClr val="006273"/>
                </a:solidFill>
                <a:latin typeface="Arial" pitchFamily="34" charset="0"/>
                <a:cs typeface="Arial" pitchFamily="34" charset="0"/>
              </a:defRPr>
            </a:lvl1pPr>
            <a:lvl2pPr marL="312919" indent="-281255">
              <a:defRPr sz="1400" baseline="0">
                <a:solidFill>
                  <a:srgbClr val="006273"/>
                </a:solidFill>
                <a:latin typeface="Arial" pitchFamily="34" charset="0"/>
                <a:cs typeface="Arial" pitchFamily="34" charset="0"/>
              </a:defRPr>
            </a:lvl2pPr>
            <a:lvl3pPr marL="528982" indent="-216063">
              <a:defRPr sz="1400" baseline="0">
                <a:solidFill>
                  <a:srgbClr val="006273"/>
                </a:solidFill>
                <a:latin typeface="Arial" pitchFamily="34" charset="0"/>
                <a:cs typeface="Arial" pitchFamily="34" charset="0"/>
              </a:defRPr>
            </a:lvl3pPr>
            <a:lvl4pPr marL="735733" indent="-206751">
              <a:defRPr sz="1400" baseline="0">
                <a:solidFill>
                  <a:srgbClr val="006273"/>
                </a:solidFill>
                <a:latin typeface="Arial" pitchFamily="34" charset="0"/>
                <a:cs typeface="Arial" pitchFamily="34" charset="0"/>
              </a:defRPr>
            </a:lvl4pPr>
            <a:lvl5pPr marL="944346" indent="-208613">
              <a:defRPr sz="1400" baseline="0">
                <a:solidFill>
                  <a:srgbClr val="006273"/>
                </a:solidFill>
                <a:latin typeface="Arial" pitchFamily="34" charset="0"/>
                <a:cs typeface="Arial" pitchFamily="34" charset="0"/>
              </a:defRPr>
            </a:lvl5pPr>
            <a:lvl6pPr>
              <a:defRPr sz="1400" baseline="0">
                <a:solidFill>
                  <a:srgbClr val="006273"/>
                </a:solidFill>
                <a:latin typeface="Arial" pitchFamily="34" charset="0"/>
                <a:cs typeface="Arial" pitchFamily="34" charset="0"/>
              </a:defRPr>
            </a:lvl6pPr>
            <a:lvl7pPr>
              <a:defRPr sz="1400" baseline="0">
                <a:solidFill>
                  <a:srgbClr val="006273"/>
                </a:solidFill>
                <a:latin typeface="Arial" pitchFamily="34" charset="0"/>
                <a:cs typeface="Arial" pitchFamily="34" charset="0"/>
              </a:defRPr>
            </a:lvl7pPr>
          </a:lstStyle>
          <a:p>
            <a:pPr lvl="0"/>
            <a:r>
              <a:rPr lang="da-DK" dirty="0"/>
              <a:t>KLIK FOR AT REDIGERE TYPOGRAFI I MASTEREN</a:t>
            </a:r>
          </a:p>
          <a:p>
            <a:pPr lvl="1"/>
            <a:r>
              <a:rPr lang="da-DK" dirty="0"/>
              <a:t>Andet niveau</a:t>
            </a:r>
          </a:p>
          <a:p>
            <a:pPr lvl="2"/>
            <a:r>
              <a:rPr lang="da-DK" dirty="0"/>
              <a:t>Tredje niveau</a:t>
            </a:r>
          </a:p>
          <a:p>
            <a:pPr lvl="3"/>
            <a:r>
              <a:rPr lang="da-DK" dirty="0"/>
              <a:t>Fjerde niveau</a:t>
            </a:r>
          </a:p>
          <a:p>
            <a:pPr lvl="4"/>
            <a:r>
              <a:rPr lang="da-DK" dirty="0"/>
              <a:t>Femte niveau</a:t>
            </a:r>
          </a:p>
          <a:p>
            <a:pPr lvl="5"/>
            <a:r>
              <a:rPr lang="da-DK" dirty="0"/>
              <a:t>6</a:t>
            </a:r>
          </a:p>
          <a:p>
            <a:pPr lvl="6"/>
            <a:r>
              <a:rPr lang="da-DK" dirty="0"/>
              <a:t>7</a:t>
            </a:r>
          </a:p>
        </p:txBody>
      </p:sp>
      <p:sp>
        <p:nvSpPr>
          <p:cNvPr id="14" name="Titel 5"/>
          <p:cNvSpPr>
            <a:spLocks noGrp="1"/>
          </p:cNvSpPr>
          <p:nvPr>
            <p:ph type="title" hasCustomPrompt="1"/>
          </p:nvPr>
        </p:nvSpPr>
        <p:spPr>
          <a:xfrm>
            <a:off x="347711" y="1628757"/>
            <a:ext cx="9090889" cy="480067"/>
          </a:xfrm>
        </p:spPr>
        <p:txBody>
          <a:bodyPr>
            <a:noAutofit/>
          </a:bodyPr>
          <a:lstStyle>
            <a:lvl1pPr>
              <a:defRPr sz="2300" b="1" baseline="0">
                <a:solidFill>
                  <a:srgbClr val="006273"/>
                </a:solidFill>
                <a:latin typeface="Arial" pitchFamily="34" charset="0"/>
                <a:cs typeface="Arial" pitchFamily="34" charset="0"/>
              </a:defRPr>
            </a:lvl1pPr>
          </a:lstStyle>
          <a:p>
            <a:r>
              <a:rPr lang="da-DK" dirty="0"/>
              <a:t>OVERSKRIFT</a:t>
            </a:r>
          </a:p>
        </p:txBody>
      </p:sp>
      <p:sp>
        <p:nvSpPr>
          <p:cNvPr id="6" name="Pladsholder til dato 7"/>
          <p:cNvSpPr>
            <a:spLocks noGrp="1"/>
          </p:cNvSpPr>
          <p:nvPr>
            <p:ph type="dt" sz="half" idx="11"/>
          </p:nvPr>
        </p:nvSpPr>
        <p:spPr>
          <a:xfrm>
            <a:off x="195000" y="6312001"/>
            <a:ext cx="877617" cy="366183"/>
          </a:xfrm>
        </p:spPr>
        <p:txBody>
          <a:bodyPr/>
          <a:lstStyle>
            <a:lvl1pPr>
              <a:defRPr sz="1000" b="1">
                <a:solidFill>
                  <a:srgbClr val="006273"/>
                </a:solidFill>
                <a:latin typeface="Arial" pitchFamily="34" charset="0"/>
                <a:cs typeface="Arial" pitchFamily="34" charset="0"/>
              </a:defRPr>
            </a:lvl1pPr>
          </a:lstStyle>
          <a:p>
            <a:fld id="{4708341F-0F0E-47FB-8512-CCC8C3F1C977}" type="datetime1">
              <a:rPr lang="da-DK" smtClean="0"/>
              <a:pPr/>
              <a:t>22-09-2026</a:t>
            </a:fld>
            <a:endParaRPr lang="da-DK" dirty="0"/>
          </a:p>
        </p:txBody>
      </p:sp>
      <p:sp>
        <p:nvSpPr>
          <p:cNvPr id="8" name="Pladsholder til sidefod 16"/>
          <p:cNvSpPr>
            <a:spLocks noGrp="1"/>
          </p:cNvSpPr>
          <p:nvPr>
            <p:ph type="ftr" sz="quarter" idx="3"/>
          </p:nvPr>
        </p:nvSpPr>
        <p:spPr>
          <a:xfrm>
            <a:off x="3384552" y="6309385"/>
            <a:ext cx="3136900" cy="366183"/>
          </a:xfrm>
          <a:prstGeom prst="rect">
            <a:avLst/>
          </a:prstGeom>
        </p:spPr>
        <p:txBody>
          <a:bodyPr vert="horz" lIns="107287" tIns="53643" rIns="107287" bIns="53643" rtlCol="0" anchor="ctr"/>
          <a:lstStyle>
            <a:lvl1pPr algn="ctr">
              <a:defRPr sz="1000">
                <a:solidFill>
                  <a:schemeClr val="bg1">
                    <a:lumMod val="65000"/>
                  </a:schemeClr>
                </a:solidFill>
              </a:defRPr>
            </a:lvl1pPr>
          </a:lstStyle>
          <a:p>
            <a:endParaRPr lang="da-DK" dirty="0"/>
          </a:p>
        </p:txBody>
      </p:sp>
      <p:pic>
        <p:nvPicPr>
          <p:cNvPr id="9" name="Billed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96199" y="258165"/>
            <a:ext cx="1537425" cy="560487"/>
          </a:xfrm>
          <a:prstGeom prst="rect">
            <a:avLst/>
          </a:prstGeom>
        </p:spPr>
      </p:pic>
    </p:spTree>
    <p:extLst>
      <p:ext uri="{BB962C8B-B14F-4D97-AF65-F5344CB8AC3E}">
        <p14:creationId xmlns:p14="http://schemas.microsoft.com/office/powerpoint/2010/main" val="3481985682"/>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om: Indhold med tekst">
    <p:bg>
      <p:bgPr>
        <a:solidFill>
          <a:schemeClr val="bg1"/>
        </a:solidFill>
        <a:effectLst/>
      </p:bgPr>
    </p:bg>
    <p:spTree>
      <p:nvGrpSpPr>
        <p:cNvPr id="1" name=""/>
        <p:cNvGrpSpPr/>
        <p:nvPr/>
      </p:nvGrpSpPr>
      <p:grpSpPr>
        <a:xfrm>
          <a:off x="0" y="0"/>
          <a:ext cx="0" cy="0"/>
          <a:chOff x="0" y="0"/>
          <a:chExt cx="0" cy="0"/>
        </a:xfrm>
      </p:grpSpPr>
      <p:sp>
        <p:nvSpPr>
          <p:cNvPr id="5" name="Pladsholder til diasnummer 4"/>
          <p:cNvSpPr>
            <a:spLocks noGrp="1"/>
          </p:cNvSpPr>
          <p:nvPr>
            <p:ph type="sldNum" sz="quarter" idx="12"/>
          </p:nvPr>
        </p:nvSpPr>
        <p:spPr>
          <a:xfrm>
            <a:off x="7000775" y="6309385"/>
            <a:ext cx="2534351" cy="366183"/>
          </a:xfrm>
        </p:spPr>
        <p:txBody>
          <a:bodyPr/>
          <a:lstStyle>
            <a:lvl1pPr>
              <a:defRPr sz="1000">
                <a:solidFill>
                  <a:srgbClr val="006273"/>
                </a:solidFill>
                <a:latin typeface="Arial" pitchFamily="34" charset="0"/>
                <a:cs typeface="Arial" pitchFamily="34" charset="0"/>
              </a:defRPr>
            </a:lvl1pPr>
          </a:lstStyle>
          <a:p>
            <a:fld id="{8027C91F-3113-4170-B0A7-EB36B47BBC64}" type="slidenum">
              <a:rPr lang="da-DK" smtClean="0"/>
              <a:pPr/>
              <a:t>‹nr.›</a:t>
            </a:fld>
            <a:endParaRPr lang="da-DK" dirty="0"/>
          </a:p>
        </p:txBody>
      </p:sp>
      <p:sp>
        <p:nvSpPr>
          <p:cNvPr id="6" name="Pladsholder til dato 7"/>
          <p:cNvSpPr>
            <a:spLocks noGrp="1"/>
          </p:cNvSpPr>
          <p:nvPr>
            <p:ph type="dt" sz="half" idx="11"/>
          </p:nvPr>
        </p:nvSpPr>
        <p:spPr>
          <a:xfrm>
            <a:off x="195000" y="6312001"/>
            <a:ext cx="877617" cy="366183"/>
          </a:xfrm>
        </p:spPr>
        <p:txBody>
          <a:bodyPr/>
          <a:lstStyle>
            <a:lvl1pPr>
              <a:defRPr sz="1000" b="1">
                <a:solidFill>
                  <a:srgbClr val="006273"/>
                </a:solidFill>
                <a:latin typeface="Arial" pitchFamily="34" charset="0"/>
                <a:cs typeface="Arial" pitchFamily="34" charset="0"/>
              </a:defRPr>
            </a:lvl1pPr>
          </a:lstStyle>
          <a:p>
            <a:fld id="{4708341F-0F0E-47FB-8512-CCC8C3F1C977}" type="datetime1">
              <a:rPr lang="da-DK" smtClean="0"/>
              <a:pPr/>
              <a:t>22-09-2026</a:t>
            </a:fld>
            <a:endParaRPr lang="da-DK" dirty="0"/>
          </a:p>
        </p:txBody>
      </p:sp>
      <p:sp>
        <p:nvSpPr>
          <p:cNvPr id="8" name="Pladsholder til sidefod 16"/>
          <p:cNvSpPr>
            <a:spLocks noGrp="1"/>
          </p:cNvSpPr>
          <p:nvPr>
            <p:ph type="ftr" sz="quarter" idx="3"/>
          </p:nvPr>
        </p:nvSpPr>
        <p:spPr>
          <a:xfrm>
            <a:off x="3384552" y="6309385"/>
            <a:ext cx="3136900" cy="366183"/>
          </a:xfrm>
          <a:prstGeom prst="rect">
            <a:avLst/>
          </a:prstGeom>
        </p:spPr>
        <p:txBody>
          <a:bodyPr vert="horz" lIns="107287" tIns="53643" rIns="107287" bIns="53643" rtlCol="0" anchor="ctr"/>
          <a:lstStyle>
            <a:lvl1pPr algn="ctr">
              <a:defRPr sz="1000">
                <a:solidFill>
                  <a:schemeClr val="bg1">
                    <a:lumMod val="65000"/>
                  </a:schemeClr>
                </a:solidFill>
                <a:latin typeface="Arial" pitchFamily="34" charset="0"/>
                <a:cs typeface="Arial" pitchFamily="34" charset="0"/>
              </a:defRPr>
            </a:lvl1pPr>
          </a:lstStyle>
          <a:p>
            <a:endParaRPr lang="da-DK" dirty="0"/>
          </a:p>
        </p:txBody>
      </p:sp>
      <p:pic>
        <p:nvPicPr>
          <p:cNvPr id="9" name="Billed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03420" y="258165"/>
            <a:ext cx="1537425" cy="560487"/>
          </a:xfrm>
          <a:prstGeom prst="rect">
            <a:avLst/>
          </a:prstGeom>
        </p:spPr>
      </p:pic>
    </p:spTree>
    <p:extLst>
      <p:ext uri="{BB962C8B-B14F-4D97-AF65-F5344CB8AC3E}">
        <p14:creationId xmlns:p14="http://schemas.microsoft.com/office/powerpoint/2010/main" val="1707880721"/>
      </p:ext>
    </p:extLst>
  </p:cSld>
  <p:clrMapOvr>
    <a:masterClrMapping/>
  </p:clrMapOvr>
  <p:hf hdr="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Pladsholder til titel 13"/>
          <p:cNvSpPr>
            <a:spLocks noGrp="1"/>
          </p:cNvSpPr>
          <p:nvPr>
            <p:ph type="title"/>
          </p:nvPr>
        </p:nvSpPr>
        <p:spPr>
          <a:xfrm>
            <a:off x="467404" y="275167"/>
            <a:ext cx="8971196" cy="1143000"/>
          </a:xfrm>
          <a:prstGeom prst="rect">
            <a:avLst/>
          </a:prstGeom>
        </p:spPr>
        <p:txBody>
          <a:bodyPr vert="horz" lIns="107287" tIns="53643" rIns="107287" bIns="53643" rtlCol="0" anchor="ctr">
            <a:normAutofit/>
          </a:bodyPr>
          <a:lstStyle/>
          <a:p>
            <a:r>
              <a:rPr lang="da-DK" dirty="0"/>
              <a:t>KLIK FOR AT REDIGERE TITELTYPOGRAFI I MASTEREN</a:t>
            </a:r>
          </a:p>
        </p:txBody>
      </p:sp>
      <p:sp>
        <p:nvSpPr>
          <p:cNvPr id="16" name="Pladsholder til dato 15"/>
          <p:cNvSpPr>
            <a:spLocks noGrp="1"/>
          </p:cNvSpPr>
          <p:nvPr>
            <p:ph type="dt" sz="half" idx="2"/>
          </p:nvPr>
        </p:nvSpPr>
        <p:spPr>
          <a:xfrm>
            <a:off x="370879" y="6356353"/>
            <a:ext cx="2534351" cy="366183"/>
          </a:xfrm>
          <a:prstGeom prst="rect">
            <a:avLst/>
          </a:prstGeom>
        </p:spPr>
        <p:txBody>
          <a:bodyPr vert="horz" lIns="107287" tIns="53643" rIns="107287" bIns="53643" rtlCol="0" anchor="ctr"/>
          <a:lstStyle>
            <a:lvl1pPr algn="l">
              <a:defRPr sz="900">
                <a:solidFill>
                  <a:schemeClr val="bg1">
                    <a:lumMod val="65000"/>
                  </a:schemeClr>
                </a:solidFill>
              </a:defRPr>
            </a:lvl1pPr>
          </a:lstStyle>
          <a:p>
            <a:fld id="{4708341F-0F0E-47FB-8512-CCC8C3F1C977}" type="datetime1">
              <a:rPr lang="da-DK" smtClean="0"/>
              <a:pPr/>
              <a:t>22-09-2026</a:t>
            </a:fld>
            <a:endParaRPr lang="da-DK" dirty="0"/>
          </a:p>
        </p:txBody>
      </p:sp>
      <p:sp>
        <p:nvSpPr>
          <p:cNvPr id="17" name="Pladsholder til sidefod 16"/>
          <p:cNvSpPr>
            <a:spLocks noGrp="1"/>
          </p:cNvSpPr>
          <p:nvPr>
            <p:ph type="ftr" sz="quarter" idx="3"/>
          </p:nvPr>
        </p:nvSpPr>
        <p:spPr>
          <a:xfrm>
            <a:off x="3384552" y="6356353"/>
            <a:ext cx="3136900" cy="366183"/>
          </a:xfrm>
          <a:prstGeom prst="rect">
            <a:avLst/>
          </a:prstGeom>
        </p:spPr>
        <p:txBody>
          <a:bodyPr vert="horz" lIns="107287" tIns="53643" rIns="107287" bIns="53643" rtlCol="0" anchor="ctr"/>
          <a:lstStyle>
            <a:lvl1pPr algn="ctr">
              <a:defRPr sz="900">
                <a:solidFill>
                  <a:schemeClr val="bg1">
                    <a:lumMod val="65000"/>
                  </a:schemeClr>
                </a:solidFill>
              </a:defRPr>
            </a:lvl1pPr>
          </a:lstStyle>
          <a:p>
            <a:endParaRPr lang="da-DK" dirty="0"/>
          </a:p>
        </p:txBody>
      </p:sp>
      <p:sp>
        <p:nvSpPr>
          <p:cNvPr id="18" name="Pladsholder til diasnummer 17"/>
          <p:cNvSpPr>
            <a:spLocks noGrp="1"/>
          </p:cNvSpPr>
          <p:nvPr>
            <p:ph type="sldNum" sz="quarter" idx="4"/>
          </p:nvPr>
        </p:nvSpPr>
        <p:spPr>
          <a:xfrm>
            <a:off x="7000775" y="6356353"/>
            <a:ext cx="2534351" cy="366183"/>
          </a:xfrm>
          <a:prstGeom prst="rect">
            <a:avLst/>
          </a:prstGeom>
        </p:spPr>
        <p:txBody>
          <a:bodyPr vert="horz" lIns="107287" tIns="53643" rIns="107287" bIns="53643" rtlCol="0" anchor="ctr"/>
          <a:lstStyle>
            <a:lvl1pPr algn="r">
              <a:defRPr sz="900">
                <a:solidFill>
                  <a:schemeClr val="bg1">
                    <a:lumMod val="65000"/>
                  </a:schemeClr>
                </a:solidFill>
              </a:defRPr>
            </a:lvl1pPr>
          </a:lstStyle>
          <a:p>
            <a:fld id="{8027C91F-3113-4170-B0A7-EB36B47BBC64}" type="slidenum">
              <a:rPr lang="da-DK" smtClean="0"/>
              <a:pPr/>
              <a:t>‹nr.›</a:t>
            </a:fld>
            <a:endParaRPr lang="da-DK" dirty="0"/>
          </a:p>
        </p:txBody>
      </p:sp>
      <p:sp>
        <p:nvSpPr>
          <p:cNvPr id="8" name="Pladsholder til tekst 7"/>
          <p:cNvSpPr>
            <a:spLocks noGrp="1"/>
          </p:cNvSpPr>
          <p:nvPr>
            <p:ph type="body" idx="1"/>
          </p:nvPr>
        </p:nvSpPr>
        <p:spPr>
          <a:xfrm>
            <a:off x="467404" y="1600202"/>
            <a:ext cx="8971196" cy="4525433"/>
          </a:xfrm>
          <a:prstGeom prst="rect">
            <a:avLst/>
          </a:prstGeom>
        </p:spPr>
        <p:txBody>
          <a:bodyPr vert="horz" lIns="107287" tIns="53643" rIns="107287" bIns="53643" rtlCol="0">
            <a:noAutofit/>
          </a:bodyPr>
          <a:lstStyle/>
          <a:p>
            <a:pPr lvl="0"/>
            <a:r>
              <a:rPr lang="da-DK" dirty="0"/>
              <a:t>KLIK FOR AT REDIGERE TYPOGRAFI I MASTEREN</a:t>
            </a:r>
          </a:p>
          <a:p>
            <a:pPr lvl="1"/>
            <a:r>
              <a:rPr lang="da-DK" dirty="0"/>
              <a:t>Andet niveau</a:t>
            </a:r>
          </a:p>
          <a:p>
            <a:pPr lvl="2"/>
            <a:r>
              <a:rPr lang="da-DK" dirty="0"/>
              <a:t>Tredje niveau</a:t>
            </a:r>
          </a:p>
          <a:p>
            <a:pPr lvl="3"/>
            <a:r>
              <a:rPr lang="da-DK" dirty="0"/>
              <a:t>Fjerde niveau</a:t>
            </a:r>
          </a:p>
          <a:p>
            <a:pPr lvl="4"/>
            <a:r>
              <a:rPr lang="da-DK" dirty="0"/>
              <a:t>Femte niveau</a:t>
            </a:r>
          </a:p>
          <a:p>
            <a:pPr lvl="5"/>
            <a:r>
              <a:rPr lang="da-DK" dirty="0" err="1"/>
              <a:t>Level</a:t>
            </a:r>
            <a:r>
              <a:rPr lang="da-DK" dirty="0"/>
              <a:t> 6</a:t>
            </a:r>
          </a:p>
          <a:p>
            <a:pPr lvl="6"/>
            <a:r>
              <a:rPr lang="da-DK" dirty="0" err="1"/>
              <a:t>Level</a:t>
            </a:r>
            <a:r>
              <a:rPr lang="da-DK" dirty="0"/>
              <a:t> 7</a:t>
            </a:r>
          </a:p>
          <a:p>
            <a:pPr lvl="5"/>
            <a:endParaRPr lang="da-DK" dirty="0"/>
          </a:p>
        </p:txBody>
      </p:sp>
    </p:spTree>
  </p:cSld>
  <p:clrMap bg1="lt1" tx1="dk1" bg2="lt2" tx2="dk2" accent1="accent1" accent2="accent2" accent3="accent3" accent4="accent4" accent5="accent5" accent6="accent6" hlink="hlink" folHlink="folHlink"/>
  <p:sldLayoutIdLst>
    <p:sldLayoutId id="2147483773" r:id="rId1"/>
    <p:sldLayoutId id="2147483720" r:id="rId2"/>
    <p:sldLayoutId id="2147483765" r:id="rId3"/>
    <p:sldLayoutId id="2147483768" r:id="rId4"/>
    <p:sldLayoutId id="2147483770" r:id="rId5"/>
    <p:sldLayoutId id="2147483771" r:id="rId6"/>
  </p:sldLayoutIdLst>
  <p:hf hdr="0"/>
  <p:txStyles>
    <p:titleStyle>
      <a:lvl1pPr marL="420951" indent="-420951" algn="l" defTabSz="1072866" rtl="0" eaLnBrk="1" latinLnBrk="0" hangingPunct="1">
        <a:spcBef>
          <a:spcPct val="0"/>
        </a:spcBef>
        <a:buClr>
          <a:schemeClr val="tx2"/>
        </a:buClr>
        <a:buFont typeface="+mj-lt"/>
        <a:buNone/>
        <a:defRPr sz="2800" b="1" kern="1200">
          <a:solidFill>
            <a:srgbClr val="006273"/>
          </a:solidFill>
          <a:latin typeface="Arial" pitchFamily="34" charset="0"/>
          <a:ea typeface="+mj-ea"/>
          <a:cs typeface="Arial" pitchFamily="34" charset="0"/>
        </a:defRPr>
      </a:lvl1pPr>
    </p:titleStyle>
    <p:bodyStyle>
      <a:lvl1pPr marL="0" indent="0" algn="l" defTabSz="1072866" rtl="0" eaLnBrk="1" latinLnBrk="0" hangingPunct="1">
        <a:spcBef>
          <a:spcPct val="20000"/>
        </a:spcBef>
        <a:buSzPct val="25000"/>
        <a:buFontTx/>
        <a:buNone/>
        <a:defRPr sz="2100" b="1" kern="1200">
          <a:solidFill>
            <a:srgbClr val="006273"/>
          </a:solidFill>
          <a:latin typeface="Arial" pitchFamily="34" charset="0"/>
          <a:ea typeface="+mn-ea"/>
          <a:cs typeface="Arial" pitchFamily="34" charset="0"/>
        </a:defRPr>
      </a:lvl1pPr>
      <a:lvl2pPr marL="312919" indent="-273805" algn="l" defTabSz="1072866" rtl="0" eaLnBrk="1" latinLnBrk="0" hangingPunct="1">
        <a:spcBef>
          <a:spcPct val="20000"/>
        </a:spcBef>
        <a:buClr>
          <a:schemeClr val="bg1">
            <a:lumMod val="85000"/>
          </a:schemeClr>
        </a:buClr>
        <a:buFont typeface="Arial" pitchFamily="34" charset="0"/>
        <a:buChar char="•"/>
        <a:defRPr sz="1900" kern="1200">
          <a:solidFill>
            <a:srgbClr val="006273"/>
          </a:solidFill>
          <a:latin typeface="Arial" pitchFamily="34" charset="0"/>
          <a:ea typeface="+mn-ea"/>
          <a:cs typeface="Arial" pitchFamily="34" charset="0"/>
        </a:defRPr>
      </a:lvl2pPr>
      <a:lvl3pPr marL="528982" indent="-216063" algn="l" defTabSz="1072866" rtl="0" eaLnBrk="1" latinLnBrk="0" hangingPunct="1">
        <a:spcBef>
          <a:spcPct val="20000"/>
        </a:spcBef>
        <a:buClr>
          <a:schemeClr val="bg1">
            <a:lumMod val="85000"/>
          </a:schemeClr>
        </a:buClr>
        <a:buFont typeface="Arial" pitchFamily="34" charset="0"/>
        <a:buChar char="•"/>
        <a:defRPr sz="1600" kern="1200">
          <a:solidFill>
            <a:srgbClr val="006273"/>
          </a:solidFill>
          <a:latin typeface="Arial" pitchFamily="34" charset="0"/>
          <a:ea typeface="+mn-ea"/>
          <a:cs typeface="Arial" pitchFamily="34" charset="0"/>
        </a:defRPr>
      </a:lvl3pPr>
      <a:lvl4pPr marL="735733" indent="-206751" algn="l" defTabSz="1072866" rtl="0" eaLnBrk="1" latinLnBrk="0" hangingPunct="1">
        <a:spcBef>
          <a:spcPct val="20000"/>
        </a:spcBef>
        <a:buClr>
          <a:schemeClr val="bg1">
            <a:lumMod val="85000"/>
          </a:schemeClr>
        </a:buClr>
        <a:buFont typeface="Arial" pitchFamily="34" charset="0"/>
        <a:buChar char="•"/>
        <a:defRPr sz="1600" kern="1200">
          <a:solidFill>
            <a:srgbClr val="006273"/>
          </a:solidFill>
          <a:latin typeface="Arial" pitchFamily="34" charset="0"/>
          <a:ea typeface="+mn-ea"/>
          <a:cs typeface="Arial" pitchFamily="34" charset="0"/>
        </a:defRPr>
      </a:lvl4pPr>
      <a:lvl5pPr marL="944346" indent="-208613" algn="l" defTabSz="1072866" rtl="0" eaLnBrk="1" latinLnBrk="0" hangingPunct="1">
        <a:spcBef>
          <a:spcPct val="20000"/>
        </a:spcBef>
        <a:buClr>
          <a:schemeClr val="bg1">
            <a:lumMod val="85000"/>
          </a:schemeClr>
        </a:buClr>
        <a:buFont typeface="Arial" pitchFamily="34" charset="0"/>
        <a:buChar char="•"/>
        <a:defRPr sz="1600" kern="1200">
          <a:solidFill>
            <a:srgbClr val="006273"/>
          </a:solidFill>
          <a:latin typeface="Arial" pitchFamily="34" charset="0"/>
          <a:ea typeface="+mn-ea"/>
          <a:cs typeface="Arial" pitchFamily="34" charset="0"/>
        </a:defRPr>
      </a:lvl5pPr>
      <a:lvl6pPr marL="1152958" indent="-208613" algn="l" defTabSz="1072866" rtl="0" eaLnBrk="1" latinLnBrk="0" hangingPunct="1">
        <a:spcBef>
          <a:spcPct val="20000"/>
        </a:spcBef>
        <a:buClr>
          <a:schemeClr val="bg1">
            <a:lumMod val="85000"/>
          </a:schemeClr>
        </a:buClr>
        <a:buFont typeface="Arial" pitchFamily="34" charset="0"/>
        <a:buChar char="•"/>
        <a:tabLst/>
        <a:defRPr sz="1600" kern="1200">
          <a:solidFill>
            <a:srgbClr val="006273"/>
          </a:solidFill>
          <a:latin typeface="Arial" pitchFamily="34" charset="0"/>
          <a:ea typeface="+mn-ea"/>
          <a:cs typeface="Arial" pitchFamily="34" charset="0"/>
        </a:defRPr>
      </a:lvl6pPr>
      <a:lvl7pPr marL="1369022" indent="-216063" algn="l" defTabSz="1072866" rtl="0" eaLnBrk="1" latinLnBrk="0" hangingPunct="1">
        <a:spcBef>
          <a:spcPct val="20000"/>
        </a:spcBef>
        <a:buClr>
          <a:schemeClr val="bg1">
            <a:lumMod val="85000"/>
          </a:schemeClr>
        </a:buClr>
        <a:buFont typeface="Arial" pitchFamily="34" charset="0"/>
        <a:buChar char="•"/>
        <a:defRPr sz="1600" kern="1200">
          <a:solidFill>
            <a:srgbClr val="006273"/>
          </a:solidFill>
          <a:latin typeface="Arial" pitchFamily="34" charset="0"/>
          <a:ea typeface="+mn-ea"/>
          <a:cs typeface="Arial" pitchFamily="34" charset="0"/>
        </a:defRPr>
      </a:lvl7pPr>
      <a:lvl8pPr marL="4023246" indent="-268216" algn="l" defTabSz="107286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559678" indent="-268216" algn="l" defTabSz="1072866"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da-DK"/>
      </a:defPPr>
      <a:lvl1pPr marL="0" algn="l" defTabSz="1072866" rtl="0" eaLnBrk="1" latinLnBrk="0" hangingPunct="1">
        <a:defRPr sz="2100" kern="1200">
          <a:solidFill>
            <a:schemeClr val="tx1"/>
          </a:solidFill>
          <a:latin typeface="+mn-lt"/>
          <a:ea typeface="+mn-ea"/>
          <a:cs typeface="+mn-cs"/>
        </a:defRPr>
      </a:lvl1pPr>
      <a:lvl2pPr marL="536433" algn="l" defTabSz="1072866" rtl="0" eaLnBrk="1" latinLnBrk="0" hangingPunct="1">
        <a:defRPr sz="2100" kern="1200">
          <a:solidFill>
            <a:schemeClr val="tx1"/>
          </a:solidFill>
          <a:latin typeface="+mn-lt"/>
          <a:ea typeface="+mn-ea"/>
          <a:cs typeface="+mn-cs"/>
        </a:defRPr>
      </a:lvl2pPr>
      <a:lvl3pPr marL="1072866" algn="l" defTabSz="1072866" rtl="0" eaLnBrk="1" latinLnBrk="0" hangingPunct="1">
        <a:defRPr sz="2100" kern="1200">
          <a:solidFill>
            <a:schemeClr val="tx1"/>
          </a:solidFill>
          <a:latin typeface="+mn-lt"/>
          <a:ea typeface="+mn-ea"/>
          <a:cs typeface="+mn-cs"/>
        </a:defRPr>
      </a:lvl3pPr>
      <a:lvl4pPr marL="1609298" algn="l" defTabSz="1072866" rtl="0" eaLnBrk="1" latinLnBrk="0" hangingPunct="1">
        <a:defRPr sz="2100" kern="1200">
          <a:solidFill>
            <a:schemeClr val="tx1"/>
          </a:solidFill>
          <a:latin typeface="+mn-lt"/>
          <a:ea typeface="+mn-ea"/>
          <a:cs typeface="+mn-cs"/>
        </a:defRPr>
      </a:lvl4pPr>
      <a:lvl5pPr marL="2145731" algn="l" defTabSz="1072866" rtl="0" eaLnBrk="1" latinLnBrk="0" hangingPunct="1">
        <a:defRPr sz="2100" kern="1200">
          <a:solidFill>
            <a:schemeClr val="tx1"/>
          </a:solidFill>
          <a:latin typeface="+mn-lt"/>
          <a:ea typeface="+mn-ea"/>
          <a:cs typeface="+mn-cs"/>
        </a:defRPr>
      </a:lvl5pPr>
      <a:lvl6pPr marL="2682164" algn="l" defTabSz="1072866" rtl="0" eaLnBrk="1" latinLnBrk="0" hangingPunct="1">
        <a:defRPr sz="2100" kern="1200">
          <a:solidFill>
            <a:schemeClr val="tx1"/>
          </a:solidFill>
          <a:latin typeface="+mn-lt"/>
          <a:ea typeface="+mn-ea"/>
          <a:cs typeface="+mn-cs"/>
        </a:defRPr>
      </a:lvl6pPr>
      <a:lvl7pPr marL="3218597" algn="l" defTabSz="1072866" rtl="0" eaLnBrk="1" latinLnBrk="0" hangingPunct="1">
        <a:defRPr sz="2100" kern="1200">
          <a:solidFill>
            <a:schemeClr val="tx1"/>
          </a:solidFill>
          <a:latin typeface="+mn-lt"/>
          <a:ea typeface="+mn-ea"/>
          <a:cs typeface="+mn-cs"/>
        </a:defRPr>
      </a:lvl7pPr>
      <a:lvl8pPr marL="3755029" algn="l" defTabSz="1072866" rtl="0" eaLnBrk="1" latinLnBrk="0" hangingPunct="1">
        <a:defRPr sz="2100" kern="1200">
          <a:solidFill>
            <a:schemeClr val="tx1"/>
          </a:solidFill>
          <a:latin typeface="+mn-lt"/>
          <a:ea typeface="+mn-ea"/>
          <a:cs typeface="+mn-cs"/>
        </a:defRPr>
      </a:lvl8pPr>
      <a:lvl9pPr marL="4291462" algn="l" defTabSz="107286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0.png"/><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3364F6B0-1E07-72EC-9C89-DDB049F12F21}"/>
              </a:ext>
            </a:extLst>
          </p:cNvPr>
          <p:cNvSpPr>
            <a:spLocks noGrp="1"/>
          </p:cNvSpPr>
          <p:nvPr>
            <p:ph type="sldNum" sz="quarter" idx="12"/>
          </p:nvPr>
        </p:nvSpPr>
        <p:spPr/>
        <p:txBody>
          <a:bodyPr/>
          <a:lstStyle/>
          <a:p>
            <a:fld id="{8027C91F-3113-4170-B0A7-EB36B47BBC64}" type="slidenum">
              <a:rPr lang="da-DK" smtClean="0"/>
              <a:pPr/>
              <a:t>1</a:t>
            </a:fld>
            <a:endParaRPr lang="da-DK" dirty="0"/>
          </a:p>
        </p:txBody>
      </p:sp>
      <p:sp>
        <p:nvSpPr>
          <p:cNvPr id="9" name="Pladsholder til indhold 8">
            <a:extLst>
              <a:ext uri="{FF2B5EF4-FFF2-40B4-BE49-F238E27FC236}">
                <a16:creationId xmlns:a16="http://schemas.microsoft.com/office/drawing/2014/main" id="{7DADD530-95D3-1180-7A82-446F48CA4186}"/>
              </a:ext>
            </a:extLst>
          </p:cNvPr>
          <p:cNvSpPr>
            <a:spLocks noGrp="1"/>
          </p:cNvSpPr>
          <p:nvPr>
            <p:ph sz="quarter" idx="13"/>
          </p:nvPr>
        </p:nvSpPr>
        <p:spPr>
          <a:xfrm>
            <a:off x="416129" y="904308"/>
            <a:ext cx="9068709" cy="5049384"/>
          </a:xfrm>
        </p:spPr>
        <p:txBody>
          <a:bodyPr/>
          <a:lstStyle/>
          <a:p>
            <a:r>
              <a:rPr lang="da-DK" b="0" dirty="0"/>
              <a:t>	Kredsproces og termisk virkningsgrad</a:t>
            </a:r>
          </a:p>
          <a:p>
            <a:r>
              <a:rPr lang="da-DK" dirty="0"/>
              <a:t>	</a:t>
            </a:r>
            <a:r>
              <a:rPr lang="da-DK" b="0" dirty="0"/>
              <a:t>Sammenhørende (V-p)- og (S-T) diagrammer</a:t>
            </a:r>
          </a:p>
          <a:p>
            <a:r>
              <a:rPr lang="da-DK" b="0" dirty="0"/>
              <a:t>	Carnots kredsproces</a:t>
            </a:r>
          </a:p>
          <a:p>
            <a:r>
              <a:rPr lang="da-DK" b="0" dirty="0"/>
              <a:t>	Tilstandsdiagrammer</a:t>
            </a:r>
          </a:p>
          <a:p>
            <a:br>
              <a:rPr lang="da-DK" b="0" dirty="0"/>
            </a:br>
            <a:endParaRPr lang="da-DK" b="0" dirty="0"/>
          </a:p>
          <a:p>
            <a:r>
              <a:rPr lang="da-DK" b="0" dirty="0"/>
              <a:t>	Opgaveregning / porteføljeopgaver</a:t>
            </a:r>
          </a:p>
          <a:p>
            <a:pPr marL="879333" lvl="1" indent="-342900">
              <a:buFont typeface="Arial" panose="020B0604020202020204" pitchFamily="34" charset="0"/>
              <a:buChar char="•"/>
            </a:pPr>
            <a:endParaRPr lang="da-DK" dirty="0">
              <a:solidFill>
                <a:srgbClr val="FF0000"/>
              </a:solidFill>
            </a:endParaRPr>
          </a:p>
          <a:p>
            <a:pPr marL="536433" lvl="1" indent="0">
              <a:buNone/>
            </a:pPr>
            <a:endParaRPr lang="da-DK" dirty="0"/>
          </a:p>
          <a:p>
            <a:pPr marL="0" lvl="1" indent="0">
              <a:buNone/>
            </a:pPr>
            <a:endParaRPr lang="da-DK" b="1" dirty="0"/>
          </a:p>
          <a:p>
            <a:pPr marL="0" lvl="1" indent="0">
              <a:buNone/>
            </a:pPr>
            <a:endParaRPr lang="da-DK" sz="1800" b="1" dirty="0"/>
          </a:p>
          <a:p>
            <a:pPr marL="0" lvl="1" indent="0">
              <a:buNone/>
            </a:pPr>
            <a:endParaRPr lang="da-DK" dirty="0"/>
          </a:p>
          <a:p>
            <a:pPr marL="879333" lvl="1" indent="-342900">
              <a:buFont typeface="Arial" panose="020B0604020202020204" pitchFamily="34" charset="0"/>
              <a:buChar char="•"/>
            </a:pPr>
            <a:endParaRPr lang="da-DK" dirty="0"/>
          </a:p>
          <a:p>
            <a:endParaRPr lang="da-DK" dirty="0"/>
          </a:p>
        </p:txBody>
      </p:sp>
      <p:sp>
        <p:nvSpPr>
          <p:cNvPr id="8" name="Titel 7">
            <a:extLst>
              <a:ext uri="{FF2B5EF4-FFF2-40B4-BE49-F238E27FC236}">
                <a16:creationId xmlns:a16="http://schemas.microsoft.com/office/drawing/2014/main" id="{7006793E-B127-4A92-293F-3CFF603B3C98}"/>
              </a:ext>
            </a:extLst>
          </p:cNvPr>
          <p:cNvSpPr>
            <a:spLocks noGrp="1"/>
          </p:cNvSpPr>
          <p:nvPr>
            <p:ph type="title"/>
          </p:nvPr>
        </p:nvSpPr>
        <p:spPr>
          <a:xfrm>
            <a:off x="435521" y="404664"/>
            <a:ext cx="9090889" cy="480067"/>
          </a:xfrm>
        </p:spPr>
        <p:txBody>
          <a:bodyPr/>
          <a:lstStyle/>
          <a:p>
            <a:r>
              <a:rPr lang="da-DK" dirty="0"/>
              <a:t>Dagens program</a:t>
            </a:r>
          </a:p>
        </p:txBody>
      </p:sp>
      <p:sp>
        <p:nvSpPr>
          <p:cNvPr id="3" name="Pladsholder til dato 2">
            <a:extLst>
              <a:ext uri="{FF2B5EF4-FFF2-40B4-BE49-F238E27FC236}">
                <a16:creationId xmlns:a16="http://schemas.microsoft.com/office/drawing/2014/main" id="{6C6A99DA-CAFB-848A-6E9A-A029577AC77C}"/>
              </a:ext>
            </a:extLst>
          </p:cNvPr>
          <p:cNvSpPr>
            <a:spLocks noGrp="1"/>
          </p:cNvSpPr>
          <p:nvPr>
            <p:ph type="dt" sz="half" idx="11"/>
          </p:nvPr>
        </p:nvSpPr>
        <p:spPr/>
        <p:txBody>
          <a:bodyPr/>
          <a:lstStyle/>
          <a:p>
            <a:fld id="{4708341F-0F0E-47FB-8512-CCC8C3F1C977}" type="datetime1">
              <a:rPr lang="da-DK" smtClean="0"/>
              <a:pPr/>
              <a:t>22-09-2026</a:t>
            </a:fld>
            <a:endParaRPr lang="da-DK" dirty="0"/>
          </a:p>
        </p:txBody>
      </p:sp>
      <p:sp>
        <p:nvSpPr>
          <p:cNvPr id="4" name="Pladsholder til sidefod 3">
            <a:extLst>
              <a:ext uri="{FF2B5EF4-FFF2-40B4-BE49-F238E27FC236}">
                <a16:creationId xmlns:a16="http://schemas.microsoft.com/office/drawing/2014/main" id="{7E9FD94A-32F4-273E-CB83-0B00245DAF5B}"/>
              </a:ext>
            </a:extLst>
          </p:cNvPr>
          <p:cNvSpPr>
            <a:spLocks noGrp="1"/>
          </p:cNvSpPr>
          <p:nvPr>
            <p:ph type="ftr" sz="quarter" idx="3"/>
          </p:nvPr>
        </p:nvSpPr>
        <p:spPr/>
        <p:txBody>
          <a:bodyPr/>
          <a:lstStyle/>
          <a:p>
            <a:endParaRPr lang="da-DK" dirty="0"/>
          </a:p>
        </p:txBody>
      </p:sp>
    </p:spTree>
    <p:extLst>
      <p:ext uri="{BB962C8B-B14F-4D97-AF65-F5344CB8AC3E}">
        <p14:creationId xmlns:p14="http://schemas.microsoft.com/office/powerpoint/2010/main" val="1964763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21E8A-2F8F-74DA-4B6C-C7563D978FF4}"/>
            </a:ext>
          </a:extLst>
        </p:cNvPr>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31A6E88A-09B9-C023-04A2-C47154A90BD9}"/>
              </a:ext>
            </a:extLst>
          </p:cNvPr>
          <p:cNvSpPr>
            <a:spLocks noGrp="1"/>
          </p:cNvSpPr>
          <p:nvPr>
            <p:ph type="sldNum" sz="quarter" idx="12"/>
          </p:nvPr>
        </p:nvSpPr>
        <p:spPr/>
        <p:txBody>
          <a:bodyPr/>
          <a:lstStyle/>
          <a:p>
            <a:fld id="{8027C91F-3113-4170-B0A7-EB36B47BBC64}" type="slidenum">
              <a:rPr lang="da-DK" smtClean="0"/>
              <a:pPr/>
              <a:t>2</a:t>
            </a:fld>
            <a:endParaRPr lang="da-DK" dirty="0"/>
          </a:p>
        </p:txBody>
      </p:sp>
      <p:sp>
        <p:nvSpPr>
          <p:cNvPr id="9" name="Pladsholder til indhold 8">
            <a:extLst>
              <a:ext uri="{FF2B5EF4-FFF2-40B4-BE49-F238E27FC236}">
                <a16:creationId xmlns:a16="http://schemas.microsoft.com/office/drawing/2014/main" id="{2121D16B-70C3-04E6-041E-4CAED375080C}"/>
              </a:ext>
            </a:extLst>
          </p:cNvPr>
          <p:cNvSpPr>
            <a:spLocks noGrp="1"/>
          </p:cNvSpPr>
          <p:nvPr>
            <p:ph sz="quarter" idx="13"/>
          </p:nvPr>
        </p:nvSpPr>
        <p:spPr>
          <a:xfrm>
            <a:off x="414469" y="1988840"/>
            <a:ext cx="6190246" cy="4176464"/>
          </a:xfrm>
        </p:spPr>
        <p:txBody>
          <a:bodyPr/>
          <a:lstStyle/>
          <a:p>
            <a:r>
              <a:rPr lang="da-DK" b="0" dirty="0"/>
              <a:t>En kredsproces er en proces, hvor et system gennemløber  flere delprocesser og til sidst vender tilbage til sin oprindelige tilstand. Da tilstanden er den samme før og efter, er systemets indre energi uændret:</a:t>
            </a:r>
            <a:endParaRPr lang="da-DK" b="1" dirty="0"/>
          </a:p>
          <a:p>
            <a:pPr marL="0" lvl="1" indent="0">
              <a:buNone/>
            </a:pPr>
            <a:endParaRPr lang="da-DK" b="1" dirty="0"/>
          </a:p>
          <a:p>
            <a:pPr marL="0" lvl="1" indent="0">
              <a:buNone/>
            </a:pPr>
            <a:r>
              <a:rPr lang="da-DK" sz="1800" dirty="0"/>
              <a:t>Ifølge første hovedsætning gælder derfor:</a:t>
            </a:r>
          </a:p>
          <a:p>
            <a:pPr marL="0" lvl="1" indent="0">
              <a:buNone/>
            </a:pPr>
            <a:endParaRPr lang="da-DK" dirty="0"/>
          </a:p>
          <a:p>
            <a:pPr marL="879333" lvl="1" indent="-342900">
              <a:buFont typeface="Arial" panose="020B0604020202020204" pitchFamily="34" charset="0"/>
              <a:buChar char="•"/>
            </a:pPr>
            <a:endParaRPr lang="da-DK" dirty="0"/>
          </a:p>
          <a:p>
            <a:r>
              <a:rPr lang="da-DK" b="0" dirty="0"/>
              <a:t>Vi husker at det mekaniske arbejde i et p-V-diagram findes som integralet:</a:t>
            </a:r>
          </a:p>
          <a:p>
            <a:endParaRPr lang="da-DK" b="0" dirty="0"/>
          </a:p>
          <a:p>
            <a:endParaRPr lang="da-DK" b="0" dirty="0"/>
          </a:p>
          <a:p>
            <a:r>
              <a:rPr lang="da-DK" b="0" dirty="0"/>
              <a:t>For en hel cyklus er nettoarbejdet lig arealet, der er indrammet af proceskurven.</a:t>
            </a:r>
          </a:p>
        </p:txBody>
      </p:sp>
      <p:sp>
        <p:nvSpPr>
          <p:cNvPr id="8" name="Titel 7">
            <a:extLst>
              <a:ext uri="{FF2B5EF4-FFF2-40B4-BE49-F238E27FC236}">
                <a16:creationId xmlns:a16="http://schemas.microsoft.com/office/drawing/2014/main" id="{EA3D6E2B-BD63-1B29-DAD8-B77D57B9130C}"/>
              </a:ext>
            </a:extLst>
          </p:cNvPr>
          <p:cNvSpPr>
            <a:spLocks noGrp="1"/>
          </p:cNvSpPr>
          <p:nvPr>
            <p:ph type="title"/>
          </p:nvPr>
        </p:nvSpPr>
        <p:spPr>
          <a:xfrm>
            <a:off x="444237" y="962770"/>
            <a:ext cx="9090889" cy="480067"/>
          </a:xfrm>
        </p:spPr>
        <p:txBody>
          <a:bodyPr/>
          <a:lstStyle/>
          <a:p>
            <a:r>
              <a:rPr lang="da-DK" dirty="0"/>
              <a:t>Kredsproces 1/3</a:t>
            </a:r>
          </a:p>
        </p:txBody>
      </p:sp>
      <p:sp>
        <p:nvSpPr>
          <p:cNvPr id="3" name="Pladsholder til dato 2">
            <a:extLst>
              <a:ext uri="{FF2B5EF4-FFF2-40B4-BE49-F238E27FC236}">
                <a16:creationId xmlns:a16="http://schemas.microsoft.com/office/drawing/2014/main" id="{E4EB14D6-AEC9-A500-F164-83BD8D3A3A43}"/>
              </a:ext>
            </a:extLst>
          </p:cNvPr>
          <p:cNvSpPr>
            <a:spLocks noGrp="1"/>
          </p:cNvSpPr>
          <p:nvPr>
            <p:ph type="dt" sz="half" idx="11"/>
          </p:nvPr>
        </p:nvSpPr>
        <p:spPr/>
        <p:txBody>
          <a:bodyPr/>
          <a:lstStyle/>
          <a:p>
            <a:fld id="{4708341F-0F0E-47FB-8512-CCC8C3F1C977}" type="datetime1">
              <a:rPr lang="da-DK" smtClean="0"/>
              <a:pPr/>
              <a:t>22-09-2026</a:t>
            </a:fld>
            <a:endParaRPr lang="da-DK" dirty="0"/>
          </a:p>
        </p:txBody>
      </p:sp>
      <p:sp>
        <p:nvSpPr>
          <p:cNvPr id="4" name="Pladsholder til sidefod 3">
            <a:extLst>
              <a:ext uri="{FF2B5EF4-FFF2-40B4-BE49-F238E27FC236}">
                <a16:creationId xmlns:a16="http://schemas.microsoft.com/office/drawing/2014/main" id="{05C0C179-674E-E24B-D746-6B04AA016416}"/>
              </a:ext>
            </a:extLst>
          </p:cNvPr>
          <p:cNvSpPr>
            <a:spLocks noGrp="1"/>
          </p:cNvSpPr>
          <p:nvPr>
            <p:ph type="ftr" sz="quarter" idx="3"/>
          </p:nvPr>
        </p:nvSpPr>
        <p:spPr/>
        <p:txBody>
          <a:bodyPr/>
          <a:lstStyle/>
          <a:p>
            <a:endParaRPr lang="da-DK" dirty="0"/>
          </a:p>
        </p:txBody>
      </p:sp>
      <p:pic>
        <p:nvPicPr>
          <p:cNvPr id="7" name="Billede 6">
            <a:extLst>
              <a:ext uri="{FF2B5EF4-FFF2-40B4-BE49-F238E27FC236}">
                <a16:creationId xmlns:a16="http://schemas.microsoft.com/office/drawing/2014/main" id="{08DFE8F2-E27F-1C70-C05D-B497F8BC988D}"/>
              </a:ext>
            </a:extLst>
          </p:cNvPr>
          <p:cNvPicPr>
            <a:picLocks noChangeAspect="1"/>
          </p:cNvPicPr>
          <p:nvPr/>
        </p:nvPicPr>
        <p:blipFill>
          <a:blip r:embed="rId2"/>
          <a:stretch>
            <a:fillRect/>
          </a:stretch>
        </p:blipFill>
        <p:spPr>
          <a:xfrm>
            <a:off x="3728863" y="3140212"/>
            <a:ext cx="944419" cy="323314"/>
          </a:xfrm>
          <a:prstGeom prst="rect">
            <a:avLst/>
          </a:prstGeom>
        </p:spPr>
      </p:pic>
      <p:pic>
        <p:nvPicPr>
          <p:cNvPr id="12" name="Billede 11">
            <a:extLst>
              <a:ext uri="{FF2B5EF4-FFF2-40B4-BE49-F238E27FC236}">
                <a16:creationId xmlns:a16="http://schemas.microsoft.com/office/drawing/2014/main" id="{ADE0399C-81D0-EAE8-3721-CABA7CE1EFB1}"/>
              </a:ext>
            </a:extLst>
          </p:cNvPr>
          <p:cNvPicPr>
            <a:picLocks noChangeAspect="1"/>
          </p:cNvPicPr>
          <p:nvPr/>
        </p:nvPicPr>
        <p:blipFill>
          <a:blip r:embed="rId3"/>
          <a:stretch>
            <a:fillRect/>
          </a:stretch>
        </p:blipFill>
        <p:spPr>
          <a:xfrm>
            <a:off x="3728863" y="3819868"/>
            <a:ext cx="1616572" cy="323314"/>
          </a:xfrm>
          <a:prstGeom prst="rect">
            <a:avLst/>
          </a:prstGeom>
        </p:spPr>
      </p:pic>
      <p:pic>
        <p:nvPicPr>
          <p:cNvPr id="16" name="Billede 15">
            <a:extLst>
              <a:ext uri="{FF2B5EF4-FFF2-40B4-BE49-F238E27FC236}">
                <a16:creationId xmlns:a16="http://schemas.microsoft.com/office/drawing/2014/main" id="{48FE5619-595D-576A-E7E9-B0E35F3C8651}"/>
              </a:ext>
            </a:extLst>
          </p:cNvPr>
          <p:cNvPicPr>
            <a:picLocks noChangeAspect="1"/>
          </p:cNvPicPr>
          <p:nvPr/>
        </p:nvPicPr>
        <p:blipFill>
          <a:blip r:embed="rId4"/>
          <a:stretch>
            <a:fillRect/>
          </a:stretch>
        </p:blipFill>
        <p:spPr>
          <a:xfrm>
            <a:off x="3776510" y="4775119"/>
            <a:ext cx="1256809" cy="513452"/>
          </a:xfrm>
          <a:prstGeom prst="rect">
            <a:avLst/>
          </a:prstGeom>
        </p:spPr>
      </p:pic>
      <p:pic>
        <p:nvPicPr>
          <p:cNvPr id="6" name="Billede 5">
            <a:extLst>
              <a:ext uri="{FF2B5EF4-FFF2-40B4-BE49-F238E27FC236}">
                <a16:creationId xmlns:a16="http://schemas.microsoft.com/office/drawing/2014/main" id="{6B5A5B73-57A1-9F47-6481-DE3CD069D40A}"/>
              </a:ext>
            </a:extLst>
          </p:cNvPr>
          <p:cNvPicPr>
            <a:picLocks noChangeAspect="1"/>
          </p:cNvPicPr>
          <p:nvPr/>
        </p:nvPicPr>
        <p:blipFill>
          <a:blip r:embed="rId5"/>
          <a:stretch>
            <a:fillRect/>
          </a:stretch>
        </p:blipFill>
        <p:spPr>
          <a:xfrm>
            <a:off x="6521452" y="2485506"/>
            <a:ext cx="3366207" cy="1956039"/>
          </a:xfrm>
          <a:prstGeom prst="rect">
            <a:avLst/>
          </a:prstGeom>
        </p:spPr>
      </p:pic>
    </p:spTree>
    <p:extLst>
      <p:ext uri="{BB962C8B-B14F-4D97-AF65-F5344CB8AC3E}">
        <p14:creationId xmlns:p14="http://schemas.microsoft.com/office/powerpoint/2010/main" val="1887428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7917B-8AEE-F12C-693E-7DF27346A445}"/>
            </a:ext>
          </a:extLst>
        </p:cNvPr>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A2F156D2-2800-CD65-2BDD-7DF9D271245D}"/>
              </a:ext>
            </a:extLst>
          </p:cNvPr>
          <p:cNvSpPr>
            <a:spLocks noGrp="1"/>
          </p:cNvSpPr>
          <p:nvPr>
            <p:ph type="sldNum" sz="quarter" idx="12"/>
          </p:nvPr>
        </p:nvSpPr>
        <p:spPr/>
        <p:txBody>
          <a:bodyPr/>
          <a:lstStyle/>
          <a:p>
            <a:fld id="{8027C91F-3113-4170-B0A7-EB36B47BBC64}" type="slidenum">
              <a:rPr lang="da-DK" smtClean="0"/>
              <a:pPr/>
              <a:t>3</a:t>
            </a:fld>
            <a:endParaRPr lang="da-DK" dirty="0"/>
          </a:p>
        </p:txBody>
      </p:sp>
      <p:sp>
        <p:nvSpPr>
          <p:cNvPr id="9" name="Pladsholder til indhold 8">
            <a:extLst>
              <a:ext uri="{FF2B5EF4-FFF2-40B4-BE49-F238E27FC236}">
                <a16:creationId xmlns:a16="http://schemas.microsoft.com/office/drawing/2014/main" id="{C71B5DEF-B090-CDCE-696A-134F9B4406D0}"/>
              </a:ext>
            </a:extLst>
          </p:cNvPr>
          <p:cNvSpPr>
            <a:spLocks noGrp="1"/>
          </p:cNvSpPr>
          <p:nvPr>
            <p:ph sz="quarter" idx="13"/>
          </p:nvPr>
        </p:nvSpPr>
        <p:spPr>
          <a:xfrm>
            <a:off x="418939" y="1988840"/>
            <a:ext cx="7198357" cy="4176464"/>
          </a:xfrm>
        </p:spPr>
        <p:txBody>
          <a:bodyPr/>
          <a:lstStyle/>
          <a:p>
            <a:r>
              <a:rPr lang="da-DK" b="0" dirty="0"/>
              <a:t>Hvis en kredsproces forløber </a:t>
            </a:r>
            <a:r>
              <a:rPr lang="da-DK" dirty="0"/>
              <a:t>med uret </a:t>
            </a:r>
            <a:r>
              <a:rPr lang="da-DK" b="0" dirty="0"/>
              <a:t>udfører gassen et positivt arbejde på omgivelserne (omgivelserne udfører et negativt </a:t>
            </a:r>
          </a:p>
          <a:p>
            <a:r>
              <a:rPr lang="da-DK" b="0" dirty="0"/>
              <a:t>arbejde på gassen) og man vil f.eks. kunne observere dette for </a:t>
            </a:r>
            <a:r>
              <a:rPr lang="da-DK" dirty="0"/>
              <a:t>forbrændingsmotorer</a:t>
            </a:r>
            <a:r>
              <a:rPr lang="da-DK" b="0" dirty="0"/>
              <a:t>. </a:t>
            </a:r>
          </a:p>
          <a:p>
            <a:endParaRPr lang="da-DK" b="0" dirty="0"/>
          </a:p>
          <a:p>
            <a:r>
              <a:rPr lang="da-DK" b="0" dirty="0"/>
              <a:t>En kredsproces der forløber </a:t>
            </a:r>
            <a:r>
              <a:rPr lang="da-DK" dirty="0"/>
              <a:t>mod uret </a:t>
            </a:r>
            <a:r>
              <a:rPr lang="da-DK" b="0" dirty="0"/>
              <a:t>vil kunne ses for en </a:t>
            </a:r>
            <a:r>
              <a:rPr lang="da-DK" dirty="0"/>
              <a:t>varmepumpe eller kølemaskine</a:t>
            </a:r>
            <a:r>
              <a:rPr lang="da-DK" b="0" dirty="0"/>
              <a:t>. Her skal der jo netop tilføres et nettoarbejde for at processen kan finde sted. </a:t>
            </a:r>
          </a:p>
        </p:txBody>
      </p:sp>
      <p:sp>
        <p:nvSpPr>
          <p:cNvPr id="8" name="Titel 7">
            <a:extLst>
              <a:ext uri="{FF2B5EF4-FFF2-40B4-BE49-F238E27FC236}">
                <a16:creationId xmlns:a16="http://schemas.microsoft.com/office/drawing/2014/main" id="{BFC04837-4D19-2EC6-AAC9-632AC2E41930}"/>
              </a:ext>
            </a:extLst>
          </p:cNvPr>
          <p:cNvSpPr>
            <a:spLocks noGrp="1"/>
          </p:cNvSpPr>
          <p:nvPr>
            <p:ph type="title"/>
          </p:nvPr>
        </p:nvSpPr>
        <p:spPr>
          <a:xfrm>
            <a:off x="444237" y="962770"/>
            <a:ext cx="9090889" cy="480067"/>
          </a:xfrm>
        </p:spPr>
        <p:txBody>
          <a:bodyPr/>
          <a:lstStyle/>
          <a:p>
            <a:r>
              <a:rPr lang="da-DK" dirty="0"/>
              <a:t>Kredsproces 2/2</a:t>
            </a:r>
          </a:p>
        </p:txBody>
      </p:sp>
      <p:sp>
        <p:nvSpPr>
          <p:cNvPr id="3" name="Pladsholder til dato 2">
            <a:extLst>
              <a:ext uri="{FF2B5EF4-FFF2-40B4-BE49-F238E27FC236}">
                <a16:creationId xmlns:a16="http://schemas.microsoft.com/office/drawing/2014/main" id="{5EFF530F-1A4E-4CAE-A271-9FCB20BF48DC}"/>
              </a:ext>
            </a:extLst>
          </p:cNvPr>
          <p:cNvSpPr>
            <a:spLocks noGrp="1"/>
          </p:cNvSpPr>
          <p:nvPr>
            <p:ph type="dt" sz="half" idx="11"/>
          </p:nvPr>
        </p:nvSpPr>
        <p:spPr/>
        <p:txBody>
          <a:bodyPr/>
          <a:lstStyle/>
          <a:p>
            <a:fld id="{4708341F-0F0E-47FB-8512-CCC8C3F1C977}" type="datetime1">
              <a:rPr lang="da-DK" smtClean="0"/>
              <a:pPr/>
              <a:t>22-09-2026</a:t>
            </a:fld>
            <a:endParaRPr lang="da-DK" dirty="0"/>
          </a:p>
        </p:txBody>
      </p:sp>
      <p:sp>
        <p:nvSpPr>
          <p:cNvPr id="4" name="Pladsholder til sidefod 3">
            <a:extLst>
              <a:ext uri="{FF2B5EF4-FFF2-40B4-BE49-F238E27FC236}">
                <a16:creationId xmlns:a16="http://schemas.microsoft.com/office/drawing/2014/main" id="{043A87A1-9261-4CA0-699E-98061C0D11CD}"/>
              </a:ext>
            </a:extLst>
          </p:cNvPr>
          <p:cNvSpPr>
            <a:spLocks noGrp="1"/>
          </p:cNvSpPr>
          <p:nvPr>
            <p:ph type="ftr" sz="quarter" idx="3"/>
          </p:nvPr>
        </p:nvSpPr>
        <p:spPr/>
        <p:txBody>
          <a:bodyPr/>
          <a:lstStyle/>
          <a:p>
            <a:endParaRPr lang="da-DK" dirty="0"/>
          </a:p>
        </p:txBody>
      </p:sp>
      <p:pic>
        <p:nvPicPr>
          <p:cNvPr id="5" name="Billede 4">
            <a:extLst>
              <a:ext uri="{FF2B5EF4-FFF2-40B4-BE49-F238E27FC236}">
                <a16:creationId xmlns:a16="http://schemas.microsoft.com/office/drawing/2014/main" id="{380BE49B-7CBC-4823-6CBC-5F58C1240257}"/>
              </a:ext>
            </a:extLst>
          </p:cNvPr>
          <p:cNvPicPr>
            <a:picLocks noChangeAspect="1"/>
          </p:cNvPicPr>
          <p:nvPr/>
        </p:nvPicPr>
        <p:blipFill>
          <a:blip r:embed="rId2"/>
          <a:stretch>
            <a:fillRect/>
          </a:stretch>
        </p:blipFill>
        <p:spPr>
          <a:xfrm>
            <a:off x="5889104" y="4221088"/>
            <a:ext cx="3942271" cy="2290779"/>
          </a:xfrm>
          <a:prstGeom prst="rect">
            <a:avLst/>
          </a:prstGeom>
        </p:spPr>
      </p:pic>
    </p:spTree>
    <p:extLst>
      <p:ext uri="{BB962C8B-B14F-4D97-AF65-F5344CB8AC3E}">
        <p14:creationId xmlns:p14="http://schemas.microsoft.com/office/powerpoint/2010/main" val="4227580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D10BA-76F1-95A4-4701-3F69FBC9C84D}"/>
            </a:ext>
          </a:extLst>
        </p:cNvPr>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8533837B-629C-85B1-F386-2E3AC937099E}"/>
              </a:ext>
            </a:extLst>
          </p:cNvPr>
          <p:cNvSpPr>
            <a:spLocks noGrp="1"/>
          </p:cNvSpPr>
          <p:nvPr>
            <p:ph type="sldNum" sz="quarter" idx="12"/>
          </p:nvPr>
        </p:nvSpPr>
        <p:spPr/>
        <p:txBody>
          <a:bodyPr/>
          <a:lstStyle/>
          <a:p>
            <a:fld id="{8027C91F-3113-4170-B0A7-EB36B47BBC64}" type="slidenum">
              <a:rPr lang="da-DK" smtClean="0"/>
              <a:pPr/>
              <a:t>4</a:t>
            </a:fld>
            <a:endParaRPr lang="da-DK" dirty="0"/>
          </a:p>
        </p:txBody>
      </p:sp>
      <p:sp>
        <p:nvSpPr>
          <p:cNvPr id="9" name="Pladsholder til indhold 8">
            <a:extLst>
              <a:ext uri="{FF2B5EF4-FFF2-40B4-BE49-F238E27FC236}">
                <a16:creationId xmlns:a16="http://schemas.microsoft.com/office/drawing/2014/main" id="{4E319A93-AD8B-8FBE-B094-C588619D9DF1}"/>
              </a:ext>
            </a:extLst>
          </p:cNvPr>
          <p:cNvSpPr>
            <a:spLocks noGrp="1"/>
          </p:cNvSpPr>
          <p:nvPr>
            <p:ph sz="quarter" idx="13"/>
          </p:nvPr>
        </p:nvSpPr>
        <p:spPr>
          <a:xfrm>
            <a:off x="418939" y="1988840"/>
            <a:ext cx="7198357" cy="4176464"/>
          </a:xfrm>
        </p:spPr>
        <p:txBody>
          <a:bodyPr/>
          <a:lstStyle/>
          <a:p>
            <a:r>
              <a:rPr lang="da-DK" b="0" dirty="0"/>
              <a:t>I et T, s-diagram er arealet under en proceskurve givet ved:</a:t>
            </a:r>
          </a:p>
          <a:p>
            <a:endParaRPr lang="da-DK" b="0" dirty="0"/>
          </a:p>
          <a:p>
            <a:endParaRPr lang="da-DK" b="0" dirty="0"/>
          </a:p>
          <a:p>
            <a:r>
              <a:rPr lang="da-DK" b="0" dirty="0"/>
              <a:t>Hvilket vil sige at det er </a:t>
            </a:r>
            <a:r>
              <a:rPr lang="da-DK" b="0" dirty="0" err="1"/>
              <a:t>varmeudvekslingen</a:t>
            </a:r>
            <a:r>
              <a:rPr lang="da-DK" b="0" dirty="0"/>
              <a:t> man her interesserer sig for. </a:t>
            </a:r>
          </a:p>
          <a:p>
            <a:r>
              <a:rPr lang="da-DK" b="0" dirty="0"/>
              <a:t>For en hel cyklus er det nettoarbejde systemet leverer lig med arealet indrammet af T, s-grafen.</a:t>
            </a:r>
          </a:p>
          <a:p>
            <a:endParaRPr lang="da-DK" b="0" dirty="0"/>
          </a:p>
        </p:txBody>
      </p:sp>
      <p:sp>
        <p:nvSpPr>
          <p:cNvPr id="8" name="Titel 7">
            <a:extLst>
              <a:ext uri="{FF2B5EF4-FFF2-40B4-BE49-F238E27FC236}">
                <a16:creationId xmlns:a16="http://schemas.microsoft.com/office/drawing/2014/main" id="{3733C136-630B-8776-1624-C7CABD06107C}"/>
              </a:ext>
            </a:extLst>
          </p:cNvPr>
          <p:cNvSpPr>
            <a:spLocks noGrp="1"/>
          </p:cNvSpPr>
          <p:nvPr>
            <p:ph type="title"/>
          </p:nvPr>
        </p:nvSpPr>
        <p:spPr>
          <a:xfrm>
            <a:off x="444237" y="962770"/>
            <a:ext cx="9090889" cy="480067"/>
          </a:xfrm>
        </p:spPr>
        <p:txBody>
          <a:bodyPr/>
          <a:lstStyle/>
          <a:p>
            <a:r>
              <a:rPr lang="da-DK" dirty="0"/>
              <a:t>Kredsproces 3/3</a:t>
            </a:r>
          </a:p>
        </p:txBody>
      </p:sp>
      <p:sp>
        <p:nvSpPr>
          <p:cNvPr id="3" name="Pladsholder til dato 2">
            <a:extLst>
              <a:ext uri="{FF2B5EF4-FFF2-40B4-BE49-F238E27FC236}">
                <a16:creationId xmlns:a16="http://schemas.microsoft.com/office/drawing/2014/main" id="{E7166737-AC23-70A2-BDBF-801981E6609F}"/>
              </a:ext>
            </a:extLst>
          </p:cNvPr>
          <p:cNvSpPr>
            <a:spLocks noGrp="1"/>
          </p:cNvSpPr>
          <p:nvPr>
            <p:ph type="dt" sz="half" idx="11"/>
          </p:nvPr>
        </p:nvSpPr>
        <p:spPr/>
        <p:txBody>
          <a:bodyPr/>
          <a:lstStyle/>
          <a:p>
            <a:fld id="{4708341F-0F0E-47FB-8512-CCC8C3F1C977}" type="datetime1">
              <a:rPr lang="da-DK" smtClean="0"/>
              <a:pPr/>
              <a:t>22-09-2026</a:t>
            </a:fld>
            <a:endParaRPr lang="da-DK" dirty="0"/>
          </a:p>
        </p:txBody>
      </p:sp>
      <p:sp>
        <p:nvSpPr>
          <p:cNvPr id="4" name="Pladsholder til sidefod 3">
            <a:extLst>
              <a:ext uri="{FF2B5EF4-FFF2-40B4-BE49-F238E27FC236}">
                <a16:creationId xmlns:a16="http://schemas.microsoft.com/office/drawing/2014/main" id="{E5096ECA-9184-708C-EECE-4943BCEBEF39}"/>
              </a:ext>
            </a:extLst>
          </p:cNvPr>
          <p:cNvSpPr>
            <a:spLocks noGrp="1"/>
          </p:cNvSpPr>
          <p:nvPr>
            <p:ph type="ftr" sz="quarter" idx="3"/>
          </p:nvPr>
        </p:nvSpPr>
        <p:spPr/>
        <p:txBody>
          <a:bodyPr/>
          <a:lstStyle/>
          <a:p>
            <a:endParaRPr lang="da-DK" dirty="0"/>
          </a:p>
        </p:txBody>
      </p:sp>
      <p:pic>
        <p:nvPicPr>
          <p:cNvPr id="6" name="Billede 5">
            <a:extLst>
              <a:ext uri="{FF2B5EF4-FFF2-40B4-BE49-F238E27FC236}">
                <a16:creationId xmlns:a16="http://schemas.microsoft.com/office/drawing/2014/main" id="{D1347BFA-881D-F277-64DE-F6C1E91EB87F}"/>
              </a:ext>
            </a:extLst>
          </p:cNvPr>
          <p:cNvPicPr>
            <a:picLocks noChangeAspect="1"/>
          </p:cNvPicPr>
          <p:nvPr/>
        </p:nvPicPr>
        <p:blipFill>
          <a:blip r:embed="rId2"/>
          <a:stretch>
            <a:fillRect/>
          </a:stretch>
        </p:blipFill>
        <p:spPr>
          <a:xfrm>
            <a:off x="3404720" y="2420888"/>
            <a:ext cx="1210126" cy="540370"/>
          </a:xfrm>
          <a:prstGeom prst="rect">
            <a:avLst/>
          </a:prstGeom>
        </p:spPr>
      </p:pic>
    </p:spTree>
    <p:extLst>
      <p:ext uri="{BB962C8B-B14F-4D97-AF65-F5344CB8AC3E}">
        <p14:creationId xmlns:p14="http://schemas.microsoft.com/office/powerpoint/2010/main" val="1254959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28B8A-41DD-41DF-3BD3-226DD5F46654}"/>
            </a:ext>
          </a:extLst>
        </p:cNvPr>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E955538C-A5E1-7B03-FD13-4E13B9D643CA}"/>
              </a:ext>
            </a:extLst>
          </p:cNvPr>
          <p:cNvSpPr>
            <a:spLocks noGrp="1"/>
          </p:cNvSpPr>
          <p:nvPr>
            <p:ph type="sldNum" sz="quarter" idx="12"/>
          </p:nvPr>
        </p:nvSpPr>
        <p:spPr/>
        <p:txBody>
          <a:bodyPr/>
          <a:lstStyle/>
          <a:p>
            <a:fld id="{8027C91F-3113-4170-B0A7-EB36B47BBC64}" type="slidenum">
              <a:rPr lang="da-DK" smtClean="0"/>
              <a:pPr/>
              <a:t>5</a:t>
            </a:fld>
            <a:endParaRPr lang="da-DK" dirty="0"/>
          </a:p>
        </p:txBody>
      </p:sp>
      <p:sp>
        <p:nvSpPr>
          <p:cNvPr id="9" name="Pladsholder til indhold 8">
            <a:extLst>
              <a:ext uri="{FF2B5EF4-FFF2-40B4-BE49-F238E27FC236}">
                <a16:creationId xmlns:a16="http://schemas.microsoft.com/office/drawing/2014/main" id="{20D89F90-2F31-7EE3-2E31-CBEB6E64AAEE}"/>
              </a:ext>
            </a:extLst>
          </p:cNvPr>
          <p:cNvSpPr>
            <a:spLocks noGrp="1"/>
          </p:cNvSpPr>
          <p:nvPr>
            <p:ph sz="quarter" idx="13"/>
          </p:nvPr>
        </p:nvSpPr>
        <p:spPr>
          <a:xfrm>
            <a:off x="418939" y="1988840"/>
            <a:ext cx="7198357" cy="4176464"/>
          </a:xfrm>
        </p:spPr>
        <p:txBody>
          <a:bodyPr/>
          <a:lstStyle/>
          <a:p>
            <a:r>
              <a:rPr lang="da-DK" b="0" dirty="0"/>
              <a:t>På p, V -grafen aflæses det mekaniske arbejde.</a:t>
            </a:r>
          </a:p>
          <a:p>
            <a:endParaRPr lang="da-DK" b="0" dirty="0"/>
          </a:p>
          <a:p>
            <a:r>
              <a:rPr lang="da-DK" b="0" dirty="0"/>
              <a:t>På T, s-grafen aflæses </a:t>
            </a:r>
            <a:r>
              <a:rPr lang="da-DK" b="0" dirty="0" err="1"/>
              <a:t>varmeudvekslingen</a:t>
            </a:r>
            <a:r>
              <a:rPr lang="da-DK" b="0" dirty="0"/>
              <a:t>. </a:t>
            </a:r>
          </a:p>
          <a:p>
            <a:endParaRPr lang="da-DK" b="0" dirty="0"/>
          </a:p>
          <a:p>
            <a:r>
              <a:rPr lang="da-DK" b="0" dirty="0"/>
              <a:t>Begge diagrammer repræsenterer dermed samme fysiske energibalancer, blot med forskelligt fokus.</a:t>
            </a:r>
          </a:p>
        </p:txBody>
      </p:sp>
      <p:sp>
        <p:nvSpPr>
          <p:cNvPr id="8" name="Titel 7">
            <a:extLst>
              <a:ext uri="{FF2B5EF4-FFF2-40B4-BE49-F238E27FC236}">
                <a16:creationId xmlns:a16="http://schemas.microsoft.com/office/drawing/2014/main" id="{CD996627-6D0E-8E97-ADD1-A126F4191FFB}"/>
              </a:ext>
            </a:extLst>
          </p:cNvPr>
          <p:cNvSpPr>
            <a:spLocks noGrp="1"/>
          </p:cNvSpPr>
          <p:nvPr>
            <p:ph type="title"/>
          </p:nvPr>
        </p:nvSpPr>
        <p:spPr>
          <a:xfrm>
            <a:off x="444237" y="962770"/>
            <a:ext cx="9090889" cy="480067"/>
          </a:xfrm>
        </p:spPr>
        <p:txBody>
          <a:bodyPr/>
          <a:lstStyle/>
          <a:p>
            <a:r>
              <a:rPr lang="da-DK" dirty="0"/>
              <a:t>Sammenhæng mellem </a:t>
            </a:r>
            <a:r>
              <a:rPr lang="da-DK" dirty="0" err="1"/>
              <a:t>p,V</a:t>
            </a:r>
            <a:r>
              <a:rPr lang="da-DK" dirty="0"/>
              <a:t> og </a:t>
            </a:r>
            <a:r>
              <a:rPr lang="da-DK" dirty="0" err="1"/>
              <a:t>s,T</a:t>
            </a:r>
            <a:r>
              <a:rPr lang="da-DK" dirty="0"/>
              <a:t> graf </a:t>
            </a:r>
          </a:p>
        </p:txBody>
      </p:sp>
      <p:sp>
        <p:nvSpPr>
          <p:cNvPr id="3" name="Pladsholder til dato 2">
            <a:extLst>
              <a:ext uri="{FF2B5EF4-FFF2-40B4-BE49-F238E27FC236}">
                <a16:creationId xmlns:a16="http://schemas.microsoft.com/office/drawing/2014/main" id="{5FEC81CA-A85B-BCBA-7E84-2A373A4B568D}"/>
              </a:ext>
            </a:extLst>
          </p:cNvPr>
          <p:cNvSpPr>
            <a:spLocks noGrp="1"/>
          </p:cNvSpPr>
          <p:nvPr>
            <p:ph type="dt" sz="half" idx="11"/>
          </p:nvPr>
        </p:nvSpPr>
        <p:spPr/>
        <p:txBody>
          <a:bodyPr/>
          <a:lstStyle/>
          <a:p>
            <a:fld id="{4708341F-0F0E-47FB-8512-CCC8C3F1C977}" type="datetime1">
              <a:rPr lang="da-DK" smtClean="0"/>
              <a:pPr/>
              <a:t>22-09-2026</a:t>
            </a:fld>
            <a:endParaRPr lang="da-DK" dirty="0"/>
          </a:p>
        </p:txBody>
      </p:sp>
      <p:sp>
        <p:nvSpPr>
          <p:cNvPr id="4" name="Pladsholder til sidefod 3">
            <a:extLst>
              <a:ext uri="{FF2B5EF4-FFF2-40B4-BE49-F238E27FC236}">
                <a16:creationId xmlns:a16="http://schemas.microsoft.com/office/drawing/2014/main" id="{44187DD1-F71B-2AC3-900F-0F7E992F42AC}"/>
              </a:ext>
            </a:extLst>
          </p:cNvPr>
          <p:cNvSpPr>
            <a:spLocks noGrp="1"/>
          </p:cNvSpPr>
          <p:nvPr>
            <p:ph type="ftr" sz="quarter" idx="3"/>
          </p:nvPr>
        </p:nvSpPr>
        <p:spPr/>
        <p:txBody>
          <a:bodyPr/>
          <a:lstStyle/>
          <a:p>
            <a:endParaRPr lang="da-DK" dirty="0"/>
          </a:p>
        </p:txBody>
      </p:sp>
    </p:spTree>
    <p:extLst>
      <p:ext uri="{BB962C8B-B14F-4D97-AF65-F5344CB8AC3E}">
        <p14:creationId xmlns:p14="http://schemas.microsoft.com/office/powerpoint/2010/main" val="3417722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3089E-B398-9A76-7984-F54626400E0B}"/>
            </a:ext>
          </a:extLst>
        </p:cNvPr>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73A1D101-FA76-7919-FCC1-9F3F138A8331}"/>
              </a:ext>
            </a:extLst>
          </p:cNvPr>
          <p:cNvSpPr>
            <a:spLocks noGrp="1"/>
          </p:cNvSpPr>
          <p:nvPr>
            <p:ph type="sldNum" sz="quarter" idx="12"/>
          </p:nvPr>
        </p:nvSpPr>
        <p:spPr/>
        <p:txBody>
          <a:bodyPr/>
          <a:lstStyle/>
          <a:p>
            <a:fld id="{8027C91F-3113-4170-B0A7-EB36B47BBC64}" type="slidenum">
              <a:rPr lang="da-DK" smtClean="0"/>
              <a:pPr/>
              <a:t>6</a:t>
            </a:fld>
            <a:endParaRPr lang="da-DK" dirty="0"/>
          </a:p>
        </p:txBody>
      </p:sp>
      <mc:AlternateContent xmlns:mc="http://schemas.openxmlformats.org/markup-compatibility/2006" xmlns:a14="http://schemas.microsoft.com/office/drawing/2010/main">
        <mc:Choice Requires="a14">
          <p:sp>
            <p:nvSpPr>
              <p:cNvPr id="9" name="Pladsholder til indhold 8">
                <a:extLst>
                  <a:ext uri="{FF2B5EF4-FFF2-40B4-BE49-F238E27FC236}">
                    <a16:creationId xmlns:a16="http://schemas.microsoft.com/office/drawing/2014/main" id="{5799D022-3612-970D-374A-88FC4509C9B4}"/>
                  </a:ext>
                </a:extLst>
              </p:cNvPr>
              <p:cNvSpPr>
                <a:spLocks noGrp="1"/>
              </p:cNvSpPr>
              <p:nvPr>
                <p:ph sz="quarter" idx="13"/>
              </p:nvPr>
            </p:nvSpPr>
            <p:spPr>
              <a:xfrm>
                <a:off x="418939" y="1988840"/>
                <a:ext cx="7198357" cy="4176464"/>
              </a:xfrm>
            </p:spPr>
            <p:txBody>
              <a:bodyPr/>
              <a:lstStyle/>
              <a:p>
                <a:r>
                  <a:rPr lang="da-DK" b="0" dirty="0"/>
                  <a:t>For en varmekraftmaskine defineres den termiske virkningsgrad som: </a:t>
                </a:r>
              </a:p>
              <a:p>
                <a:endParaRPr lang="da-DK" b="0" dirty="0"/>
              </a:p>
              <a:p>
                <a:endParaRPr lang="da-DK" b="0" dirty="0"/>
              </a:p>
              <a:p>
                <a:r>
                  <a:rPr lang="da-DK" b="0" dirty="0"/>
                  <a:t>hvor </a:t>
                </a:r>
                <a14:m>
                  <m:oMath xmlns:m="http://schemas.openxmlformats.org/officeDocument/2006/math">
                    <m:sSub>
                      <m:sSubPr>
                        <m:ctrlPr>
                          <a:rPr lang="da-DK" b="0" i="1" smtClean="0">
                            <a:latin typeface="Cambria Math" panose="02040503050406030204" pitchFamily="18" charset="0"/>
                          </a:rPr>
                        </m:ctrlPr>
                      </m:sSubPr>
                      <m:e>
                        <m:r>
                          <a:rPr lang="da-DK" b="0" i="1" smtClean="0">
                            <a:latin typeface="Cambria Math" panose="02040503050406030204" pitchFamily="18" charset="0"/>
                          </a:rPr>
                          <m:t>𝑊</m:t>
                        </m:r>
                      </m:e>
                      <m:sub>
                        <m:r>
                          <a:rPr lang="da-DK" b="0" i="1" smtClean="0">
                            <a:latin typeface="Cambria Math" panose="02040503050406030204" pitchFamily="18" charset="0"/>
                          </a:rPr>
                          <m:t>𝑛𝑦𝑡𝑡𝑖𝑔</m:t>
                        </m:r>
                      </m:sub>
                    </m:sSub>
                  </m:oMath>
                </a14:m>
                <a:r>
                  <a:rPr lang="da-DK" b="0" dirty="0"/>
                  <a:t> er nettoarbejdet (arealet i p, V - eller T, s-diagrammet), og </a:t>
                </a:r>
                <a14:m>
                  <m:oMath xmlns:m="http://schemas.openxmlformats.org/officeDocument/2006/math">
                    <m:sSub>
                      <m:sSubPr>
                        <m:ctrlPr>
                          <a:rPr lang="da-DK" b="0" i="1" smtClean="0">
                            <a:latin typeface="Cambria Math" panose="02040503050406030204" pitchFamily="18" charset="0"/>
                          </a:rPr>
                        </m:ctrlPr>
                      </m:sSubPr>
                      <m:e>
                        <m:r>
                          <a:rPr lang="da-DK" b="0" i="1" smtClean="0">
                            <a:latin typeface="Cambria Math" panose="02040503050406030204" pitchFamily="18" charset="0"/>
                          </a:rPr>
                          <m:t>𝑄</m:t>
                        </m:r>
                      </m:e>
                      <m:sub>
                        <m:r>
                          <a:rPr lang="da-DK" b="0" i="1" smtClean="0">
                            <a:latin typeface="Cambria Math" panose="02040503050406030204" pitchFamily="18" charset="0"/>
                          </a:rPr>
                          <m:t>𝑡𝑖𝑙𝑓</m:t>
                        </m:r>
                        <m:r>
                          <a:rPr lang="da-DK" b="0" i="1" smtClean="0">
                            <a:latin typeface="Cambria Math" panose="02040503050406030204" pitchFamily="18" charset="0"/>
                          </a:rPr>
                          <m:t>ø</m:t>
                        </m:r>
                        <m:r>
                          <a:rPr lang="da-DK" b="0" i="1" smtClean="0">
                            <a:latin typeface="Cambria Math" panose="02040503050406030204" pitchFamily="18" charset="0"/>
                          </a:rPr>
                          <m:t>𝑟𝑡</m:t>
                        </m:r>
                      </m:sub>
                    </m:sSub>
                  </m:oMath>
                </a14:m>
                <a:r>
                  <a:rPr lang="da-DK" b="0" dirty="0"/>
                  <a:t> er den varme, der optages ved høj temperatur.</a:t>
                </a:r>
              </a:p>
              <a:p>
                <a:endParaRPr lang="da-DK" b="0" dirty="0"/>
              </a:p>
              <a:p>
                <a:r>
                  <a:rPr lang="da-DK" b="0" dirty="0"/>
                  <a:t>I p, V -diagrammet kan man visuelt se, hvor stort arealet for graferne er men det er i T, s-diagrammet, at koblingen til </a:t>
                </a:r>
                <a:r>
                  <a:rPr lang="da-DK" b="0" dirty="0" err="1"/>
                  <a:t>varmeudveksling</a:t>
                </a:r>
                <a:r>
                  <a:rPr lang="da-DK" b="0" dirty="0"/>
                  <a:t> bliver mest tydelig. </a:t>
                </a:r>
              </a:p>
              <a:p>
                <a:endParaRPr lang="da-DK" b="0" dirty="0"/>
              </a:p>
              <a:p>
                <a:r>
                  <a:rPr lang="da-DK" b="0" dirty="0"/>
                  <a:t>Her er den tilførte varme </a:t>
                </a:r>
                <a14:m>
                  <m:oMath xmlns:m="http://schemas.openxmlformats.org/officeDocument/2006/math">
                    <m:sSub>
                      <m:sSubPr>
                        <m:ctrlPr>
                          <a:rPr lang="da-DK" b="0" i="1" smtClean="0">
                            <a:latin typeface="Cambria Math" panose="02040503050406030204" pitchFamily="18" charset="0"/>
                          </a:rPr>
                        </m:ctrlPr>
                      </m:sSubPr>
                      <m:e>
                        <m:r>
                          <a:rPr lang="da-DK" b="0" i="1" smtClean="0">
                            <a:latin typeface="Cambria Math" panose="02040503050406030204" pitchFamily="18" charset="0"/>
                          </a:rPr>
                          <m:t>𝑄</m:t>
                        </m:r>
                      </m:e>
                      <m:sub>
                        <m:r>
                          <a:rPr lang="da-DK" b="0" i="1" smtClean="0">
                            <a:latin typeface="Cambria Math" panose="02040503050406030204" pitchFamily="18" charset="0"/>
                          </a:rPr>
                          <m:t>𝑡𝑖𝑙𝑓</m:t>
                        </m:r>
                        <m:r>
                          <a:rPr lang="da-DK" b="0" i="1" smtClean="0">
                            <a:latin typeface="Cambria Math" panose="02040503050406030204" pitchFamily="18" charset="0"/>
                          </a:rPr>
                          <m:t>ø</m:t>
                        </m:r>
                        <m:r>
                          <a:rPr lang="da-DK" b="0" i="1" smtClean="0">
                            <a:latin typeface="Cambria Math" panose="02040503050406030204" pitchFamily="18" charset="0"/>
                          </a:rPr>
                          <m:t>𝑟𝑡</m:t>
                        </m:r>
                      </m:sub>
                    </m:sSub>
                  </m:oMath>
                </a14:m>
                <a:r>
                  <a:rPr lang="da-DK" b="0" dirty="0"/>
                  <a:t> netop arealet under den del af kur-</a:t>
                </a:r>
              </a:p>
              <a:p>
                <a:r>
                  <a:rPr lang="da-DK" b="0" dirty="0"/>
                  <a:t>ven, hvor s stiger.</a:t>
                </a:r>
              </a:p>
            </p:txBody>
          </p:sp>
        </mc:Choice>
        <mc:Fallback xmlns="">
          <p:sp>
            <p:nvSpPr>
              <p:cNvPr id="9" name="Pladsholder til indhold 8">
                <a:extLst>
                  <a:ext uri="{FF2B5EF4-FFF2-40B4-BE49-F238E27FC236}">
                    <a16:creationId xmlns:a16="http://schemas.microsoft.com/office/drawing/2014/main" id="{5799D022-3612-970D-374A-88FC4509C9B4}"/>
                  </a:ext>
                </a:extLst>
              </p:cNvPr>
              <p:cNvSpPr>
                <a:spLocks noGrp="1" noRot="1" noChangeAspect="1" noMove="1" noResize="1" noEditPoints="1" noAdjustHandles="1" noChangeArrowheads="1" noChangeShapeType="1" noTextEdit="1"/>
              </p:cNvSpPr>
              <p:nvPr>
                <p:ph sz="quarter" idx="13"/>
              </p:nvPr>
            </p:nvSpPr>
            <p:spPr>
              <a:xfrm>
                <a:off x="418939" y="1988840"/>
                <a:ext cx="7198357" cy="4176464"/>
              </a:xfrm>
              <a:blipFill>
                <a:blip r:embed="rId2"/>
                <a:stretch>
                  <a:fillRect l="-508" t="-584" r="-508" b="-2628"/>
                </a:stretch>
              </a:blipFill>
            </p:spPr>
            <p:txBody>
              <a:bodyPr/>
              <a:lstStyle/>
              <a:p>
                <a:r>
                  <a:rPr lang="da-DK">
                    <a:noFill/>
                  </a:rPr>
                  <a:t> </a:t>
                </a:r>
              </a:p>
            </p:txBody>
          </p:sp>
        </mc:Fallback>
      </mc:AlternateContent>
      <p:sp>
        <p:nvSpPr>
          <p:cNvPr id="8" name="Titel 7">
            <a:extLst>
              <a:ext uri="{FF2B5EF4-FFF2-40B4-BE49-F238E27FC236}">
                <a16:creationId xmlns:a16="http://schemas.microsoft.com/office/drawing/2014/main" id="{4FDB1139-728F-1DA3-2678-851A08E9BDFF}"/>
              </a:ext>
            </a:extLst>
          </p:cNvPr>
          <p:cNvSpPr>
            <a:spLocks noGrp="1"/>
          </p:cNvSpPr>
          <p:nvPr>
            <p:ph type="title"/>
          </p:nvPr>
        </p:nvSpPr>
        <p:spPr>
          <a:xfrm>
            <a:off x="444237" y="962770"/>
            <a:ext cx="9090889" cy="480067"/>
          </a:xfrm>
        </p:spPr>
        <p:txBody>
          <a:bodyPr/>
          <a:lstStyle/>
          <a:p>
            <a:r>
              <a:rPr lang="da-DK" dirty="0"/>
              <a:t>Termisk virkningsgrad</a:t>
            </a:r>
          </a:p>
        </p:txBody>
      </p:sp>
      <p:sp>
        <p:nvSpPr>
          <p:cNvPr id="3" name="Pladsholder til dato 2">
            <a:extLst>
              <a:ext uri="{FF2B5EF4-FFF2-40B4-BE49-F238E27FC236}">
                <a16:creationId xmlns:a16="http://schemas.microsoft.com/office/drawing/2014/main" id="{E79A3CF0-DC41-106C-C80B-134752EC855B}"/>
              </a:ext>
            </a:extLst>
          </p:cNvPr>
          <p:cNvSpPr>
            <a:spLocks noGrp="1"/>
          </p:cNvSpPr>
          <p:nvPr>
            <p:ph type="dt" sz="half" idx="11"/>
          </p:nvPr>
        </p:nvSpPr>
        <p:spPr/>
        <p:txBody>
          <a:bodyPr/>
          <a:lstStyle/>
          <a:p>
            <a:fld id="{4708341F-0F0E-47FB-8512-CCC8C3F1C977}" type="datetime1">
              <a:rPr lang="da-DK" smtClean="0"/>
              <a:pPr/>
              <a:t>22-09-2026</a:t>
            </a:fld>
            <a:endParaRPr lang="da-DK" dirty="0"/>
          </a:p>
        </p:txBody>
      </p:sp>
      <p:sp>
        <p:nvSpPr>
          <p:cNvPr id="4" name="Pladsholder til sidefod 3">
            <a:extLst>
              <a:ext uri="{FF2B5EF4-FFF2-40B4-BE49-F238E27FC236}">
                <a16:creationId xmlns:a16="http://schemas.microsoft.com/office/drawing/2014/main" id="{91494FE4-7348-0461-12D4-8AF49835FF15}"/>
              </a:ext>
            </a:extLst>
          </p:cNvPr>
          <p:cNvSpPr>
            <a:spLocks noGrp="1"/>
          </p:cNvSpPr>
          <p:nvPr>
            <p:ph type="ftr" sz="quarter" idx="3"/>
          </p:nvPr>
        </p:nvSpPr>
        <p:spPr/>
        <p:txBody>
          <a:bodyPr/>
          <a:lstStyle/>
          <a:p>
            <a:endParaRPr lang="da-DK" dirty="0"/>
          </a:p>
        </p:txBody>
      </p:sp>
      <p:pic>
        <p:nvPicPr>
          <p:cNvPr id="6" name="Billede 5">
            <a:extLst>
              <a:ext uri="{FF2B5EF4-FFF2-40B4-BE49-F238E27FC236}">
                <a16:creationId xmlns:a16="http://schemas.microsoft.com/office/drawing/2014/main" id="{B552DCB7-D981-16E1-7062-ED9AE02A430C}"/>
              </a:ext>
            </a:extLst>
          </p:cNvPr>
          <p:cNvPicPr>
            <a:picLocks noChangeAspect="1"/>
          </p:cNvPicPr>
          <p:nvPr/>
        </p:nvPicPr>
        <p:blipFill>
          <a:blip r:embed="rId3"/>
          <a:stretch>
            <a:fillRect/>
          </a:stretch>
        </p:blipFill>
        <p:spPr>
          <a:xfrm>
            <a:off x="3397151" y="2492896"/>
            <a:ext cx="1241931" cy="625078"/>
          </a:xfrm>
          <a:prstGeom prst="rect">
            <a:avLst/>
          </a:prstGeom>
        </p:spPr>
      </p:pic>
      <p:pic>
        <p:nvPicPr>
          <p:cNvPr id="7" name="Billede 6">
            <a:extLst>
              <a:ext uri="{FF2B5EF4-FFF2-40B4-BE49-F238E27FC236}">
                <a16:creationId xmlns:a16="http://schemas.microsoft.com/office/drawing/2014/main" id="{4F861DFA-EC3C-5CB1-9864-49615D6073EF}"/>
              </a:ext>
            </a:extLst>
          </p:cNvPr>
          <p:cNvPicPr>
            <a:picLocks noChangeAspect="1"/>
          </p:cNvPicPr>
          <p:nvPr/>
        </p:nvPicPr>
        <p:blipFill>
          <a:blip r:embed="rId4"/>
          <a:stretch>
            <a:fillRect/>
          </a:stretch>
        </p:blipFill>
        <p:spPr>
          <a:xfrm>
            <a:off x="7473280" y="4618313"/>
            <a:ext cx="2371725" cy="2059871"/>
          </a:xfrm>
          <a:prstGeom prst="rect">
            <a:avLst/>
          </a:prstGeom>
        </p:spPr>
      </p:pic>
    </p:spTree>
    <p:extLst>
      <p:ext uri="{BB962C8B-B14F-4D97-AF65-F5344CB8AC3E}">
        <p14:creationId xmlns:p14="http://schemas.microsoft.com/office/powerpoint/2010/main" val="1749249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0BA9E-A0CE-6C61-DC67-B24C8D40D9FB}"/>
            </a:ext>
          </a:extLst>
        </p:cNvPr>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3525B292-C10F-068B-4792-51F107E52DF7}"/>
              </a:ext>
            </a:extLst>
          </p:cNvPr>
          <p:cNvSpPr>
            <a:spLocks noGrp="1"/>
          </p:cNvSpPr>
          <p:nvPr>
            <p:ph type="sldNum" sz="quarter" idx="12"/>
          </p:nvPr>
        </p:nvSpPr>
        <p:spPr/>
        <p:txBody>
          <a:bodyPr/>
          <a:lstStyle/>
          <a:p>
            <a:fld id="{8027C91F-3113-4170-B0A7-EB36B47BBC64}" type="slidenum">
              <a:rPr lang="da-DK" smtClean="0"/>
              <a:pPr/>
              <a:t>7</a:t>
            </a:fld>
            <a:endParaRPr lang="da-DK" dirty="0"/>
          </a:p>
        </p:txBody>
      </p:sp>
      <mc:AlternateContent xmlns:mc="http://schemas.openxmlformats.org/markup-compatibility/2006" xmlns:a14="http://schemas.microsoft.com/office/drawing/2010/main">
        <mc:Choice Requires="a14">
          <p:sp>
            <p:nvSpPr>
              <p:cNvPr id="9" name="Pladsholder til indhold 8">
                <a:extLst>
                  <a:ext uri="{FF2B5EF4-FFF2-40B4-BE49-F238E27FC236}">
                    <a16:creationId xmlns:a16="http://schemas.microsoft.com/office/drawing/2014/main" id="{6F71E27E-5A15-E4B1-393C-4CDB129A38A7}"/>
                  </a:ext>
                </a:extLst>
              </p:cNvPr>
              <p:cNvSpPr>
                <a:spLocks noGrp="1"/>
              </p:cNvSpPr>
              <p:nvPr>
                <p:ph sz="quarter" idx="13"/>
              </p:nvPr>
            </p:nvSpPr>
            <p:spPr>
              <a:xfrm>
                <a:off x="418939" y="1988840"/>
                <a:ext cx="6102513" cy="4176464"/>
              </a:xfrm>
            </p:spPr>
            <p:txBody>
              <a:bodyPr/>
              <a:lstStyle/>
              <a:p>
                <a:r>
                  <a:rPr lang="da-DK" dirty="0"/>
                  <a:t>Carnot-cyklussen består af  fire idealiserede trin:</a:t>
                </a:r>
              </a:p>
              <a:p>
                <a:endParaRPr lang="da-DK" b="0" dirty="0"/>
              </a:p>
              <a:p>
                <a:r>
                  <a:rPr lang="da-DK" b="0" dirty="0"/>
                  <a:t>1-&gt;2. </a:t>
                </a:r>
                <a:r>
                  <a:rPr lang="da-DK" dirty="0"/>
                  <a:t>Isoterm ekspansion</a:t>
                </a:r>
                <a:r>
                  <a:rPr lang="da-DK" b="0" dirty="0"/>
                  <a:t> ved </a:t>
                </a:r>
                <a14:m>
                  <m:oMath xmlns:m="http://schemas.openxmlformats.org/officeDocument/2006/math">
                    <m:sSub>
                      <m:sSubPr>
                        <m:ctrlPr>
                          <a:rPr lang="da-DK" b="0" i="1" smtClean="0">
                            <a:latin typeface="Cambria Math" panose="02040503050406030204" pitchFamily="18" charset="0"/>
                          </a:rPr>
                        </m:ctrlPr>
                      </m:sSubPr>
                      <m:e>
                        <m:r>
                          <a:rPr lang="da-DK" b="0" i="1" smtClean="0">
                            <a:latin typeface="Cambria Math" panose="02040503050406030204" pitchFamily="18" charset="0"/>
                          </a:rPr>
                          <m:t>𝑇</m:t>
                        </m:r>
                      </m:e>
                      <m:sub>
                        <m:r>
                          <a:rPr lang="da-DK" b="0" i="1" smtClean="0">
                            <a:latin typeface="Cambria Math" panose="02040503050406030204" pitchFamily="18" charset="0"/>
                          </a:rPr>
                          <m:t>𝐻</m:t>
                        </m:r>
                      </m:sub>
                    </m:sSub>
                  </m:oMath>
                </a14:m>
                <a:r>
                  <a:rPr lang="da-DK" b="0" dirty="0"/>
                  <a:t>: Gassen optager varme </a:t>
                </a:r>
                <a14:m>
                  <m:oMath xmlns:m="http://schemas.openxmlformats.org/officeDocument/2006/math">
                    <m:sSub>
                      <m:sSubPr>
                        <m:ctrlPr>
                          <a:rPr lang="da-DK" b="0" i="1" smtClean="0">
                            <a:latin typeface="Cambria Math" panose="02040503050406030204" pitchFamily="18" charset="0"/>
                          </a:rPr>
                        </m:ctrlPr>
                      </m:sSubPr>
                      <m:e>
                        <m:r>
                          <a:rPr lang="da-DK" b="0" i="1" smtClean="0">
                            <a:latin typeface="Cambria Math" panose="02040503050406030204" pitchFamily="18" charset="0"/>
                          </a:rPr>
                          <m:t>𝑄</m:t>
                        </m:r>
                      </m:e>
                      <m:sub>
                        <m:r>
                          <a:rPr lang="da-DK" b="0" i="1" smtClean="0">
                            <a:latin typeface="Cambria Math" panose="02040503050406030204" pitchFamily="18" charset="0"/>
                          </a:rPr>
                          <m:t>𝐻</m:t>
                        </m:r>
                      </m:sub>
                    </m:sSub>
                  </m:oMath>
                </a14:m>
                <a:r>
                  <a:rPr lang="da-DK" b="0" dirty="0"/>
                  <a:t> fra et varmereservoir.</a:t>
                </a:r>
              </a:p>
              <a:p>
                <a:endParaRPr lang="da-DK" b="0" dirty="0"/>
              </a:p>
              <a:p>
                <a:r>
                  <a:rPr lang="da-DK" b="0" dirty="0"/>
                  <a:t>2-&gt;3. </a:t>
                </a:r>
                <a:r>
                  <a:rPr lang="da-DK" dirty="0" err="1"/>
                  <a:t>Isentrop</a:t>
                </a:r>
                <a:r>
                  <a:rPr lang="da-DK" dirty="0"/>
                  <a:t> ekspansion</a:t>
                </a:r>
                <a:r>
                  <a:rPr lang="da-DK" b="0" dirty="0"/>
                  <a:t>: Gassen udvider sig uden </a:t>
                </a:r>
                <a:r>
                  <a:rPr lang="da-DK" b="0" dirty="0" err="1"/>
                  <a:t>varmeudveksling</a:t>
                </a:r>
                <a:r>
                  <a:rPr lang="da-DK" b="0" dirty="0"/>
                  <a:t>, temperaturen falder fra </a:t>
                </a:r>
                <a14:m>
                  <m:oMath xmlns:m="http://schemas.openxmlformats.org/officeDocument/2006/math">
                    <m:sSub>
                      <m:sSubPr>
                        <m:ctrlPr>
                          <a:rPr lang="da-DK" b="0" i="1">
                            <a:latin typeface="Cambria Math" panose="02040503050406030204" pitchFamily="18" charset="0"/>
                          </a:rPr>
                        </m:ctrlPr>
                      </m:sSubPr>
                      <m:e>
                        <m:r>
                          <a:rPr lang="da-DK" b="0" i="1">
                            <a:latin typeface="Cambria Math" panose="02040503050406030204" pitchFamily="18" charset="0"/>
                          </a:rPr>
                          <m:t>𝑇</m:t>
                        </m:r>
                      </m:e>
                      <m:sub>
                        <m:r>
                          <a:rPr lang="da-DK" b="0" i="1">
                            <a:latin typeface="Cambria Math" panose="02040503050406030204" pitchFamily="18" charset="0"/>
                          </a:rPr>
                          <m:t>𝐻</m:t>
                        </m:r>
                      </m:sub>
                    </m:sSub>
                    <m:r>
                      <a:rPr lang="da-DK" b="0" i="1">
                        <a:latin typeface="Cambria Math" panose="02040503050406030204" pitchFamily="18" charset="0"/>
                      </a:rPr>
                      <m:t> </m:t>
                    </m:r>
                  </m:oMath>
                </a14:m>
                <a:r>
                  <a:rPr lang="da-DK" b="0" dirty="0"/>
                  <a:t>til </a:t>
                </a:r>
                <a14:m>
                  <m:oMath xmlns:m="http://schemas.openxmlformats.org/officeDocument/2006/math">
                    <m:sSub>
                      <m:sSubPr>
                        <m:ctrlPr>
                          <a:rPr lang="da-DK" b="0" i="1">
                            <a:latin typeface="Cambria Math" panose="02040503050406030204" pitchFamily="18" charset="0"/>
                          </a:rPr>
                        </m:ctrlPr>
                      </m:sSubPr>
                      <m:e>
                        <m:r>
                          <a:rPr lang="da-DK" b="0" i="1">
                            <a:latin typeface="Cambria Math" panose="02040503050406030204" pitchFamily="18" charset="0"/>
                          </a:rPr>
                          <m:t>𝑇</m:t>
                        </m:r>
                      </m:e>
                      <m:sub>
                        <m:r>
                          <a:rPr lang="da-DK" b="0" i="1" smtClean="0">
                            <a:latin typeface="Cambria Math" panose="02040503050406030204" pitchFamily="18" charset="0"/>
                          </a:rPr>
                          <m:t>𝐿</m:t>
                        </m:r>
                      </m:sub>
                    </m:sSub>
                    <m:r>
                      <a:rPr lang="da-DK" b="0" i="1">
                        <a:latin typeface="Cambria Math" panose="02040503050406030204" pitchFamily="18" charset="0"/>
                      </a:rPr>
                      <m:t> </m:t>
                    </m:r>
                  </m:oMath>
                </a14:m>
                <a:r>
                  <a:rPr lang="da-DK" b="0" dirty="0"/>
                  <a:t>.</a:t>
                </a:r>
              </a:p>
              <a:p>
                <a:endParaRPr lang="da-DK" b="0" dirty="0"/>
              </a:p>
              <a:p>
                <a:r>
                  <a:rPr lang="da-DK" b="0" dirty="0"/>
                  <a:t>3-&gt;4. </a:t>
                </a:r>
                <a:r>
                  <a:rPr lang="da-DK" dirty="0"/>
                  <a:t>Isoterm kompression </a:t>
                </a:r>
                <a:r>
                  <a:rPr lang="da-DK" b="0" dirty="0"/>
                  <a:t>ved </a:t>
                </a:r>
                <a14:m>
                  <m:oMath xmlns:m="http://schemas.openxmlformats.org/officeDocument/2006/math">
                    <m:sSub>
                      <m:sSubPr>
                        <m:ctrlPr>
                          <a:rPr lang="da-DK" b="0" i="1">
                            <a:latin typeface="Cambria Math" panose="02040503050406030204" pitchFamily="18" charset="0"/>
                          </a:rPr>
                        </m:ctrlPr>
                      </m:sSubPr>
                      <m:e>
                        <m:r>
                          <a:rPr lang="da-DK" b="0" i="1">
                            <a:latin typeface="Cambria Math" panose="02040503050406030204" pitchFamily="18" charset="0"/>
                          </a:rPr>
                          <m:t>𝑇</m:t>
                        </m:r>
                      </m:e>
                      <m:sub>
                        <m:r>
                          <a:rPr lang="da-DK" b="0" i="1">
                            <a:latin typeface="Cambria Math" panose="02040503050406030204" pitchFamily="18" charset="0"/>
                          </a:rPr>
                          <m:t>𝐿</m:t>
                        </m:r>
                      </m:sub>
                    </m:sSub>
                    <m:r>
                      <a:rPr lang="da-DK" b="0" i="1">
                        <a:latin typeface="Cambria Math" panose="02040503050406030204" pitchFamily="18" charset="0"/>
                      </a:rPr>
                      <m:t> </m:t>
                    </m:r>
                  </m:oMath>
                </a14:m>
                <a:r>
                  <a:rPr lang="da-DK" b="0" dirty="0"/>
                  <a:t>: Gassen afgiver varme </a:t>
                </a:r>
                <a14:m>
                  <m:oMath xmlns:m="http://schemas.openxmlformats.org/officeDocument/2006/math">
                    <m:sSub>
                      <m:sSubPr>
                        <m:ctrlPr>
                          <a:rPr lang="da-DK" b="0" i="1">
                            <a:latin typeface="Cambria Math" panose="02040503050406030204" pitchFamily="18" charset="0"/>
                          </a:rPr>
                        </m:ctrlPr>
                      </m:sSubPr>
                      <m:e>
                        <m:r>
                          <a:rPr lang="da-DK" b="0" i="1">
                            <a:latin typeface="Cambria Math" panose="02040503050406030204" pitchFamily="18" charset="0"/>
                          </a:rPr>
                          <m:t>𝑄</m:t>
                        </m:r>
                      </m:e>
                      <m:sub>
                        <m:r>
                          <a:rPr lang="da-DK" b="0" i="1" smtClean="0">
                            <a:latin typeface="Cambria Math" panose="02040503050406030204" pitchFamily="18" charset="0"/>
                          </a:rPr>
                          <m:t>𝐿</m:t>
                        </m:r>
                      </m:sub>
                    </m:sSub>
                  </m:oMath>
                </a14:m>
                <a:r>
                  <a:rPr lang="da-DK" b="0" dirty="0"/>
                  <a:t> til et koldt reservoir.</a:t>
                </a:r>
              </a:p>
              <a:p>
                <a:endParaRPr lang="da-DK" b="0" dirty="0"/>
              </a:p>
              <a:p>
                <a:r>
                  <a:rPr lang="da-DK" b="0" dirty="0"/>
                  <a:t>4-&gt;1. </a:t>
                </a:r>
                <a:r>
                  <a:rPr lang="da-DK" dirty="0" err="1"/>
                  <a:t>Isentrop</a:t>
                </a:r>
                <a:r>
                  <a:rPr lang="da-DK" dirty="0"/>
                  <a:t> kompression</a:t>
                </a:r>
                <a:r>
                  <a:rPr lang="da-DK" b="0" dirty="0"/>
                  <a:t>: Gassen komprimeres uden </a:t>
                </a:r>
                <a:r>
                  <a:rPr lang="da-DK" b="0" dirty="0" err="1"/>
                  <a:t>varmeudveksling</a:t>
                </a:r>
                <a:r>
                  <a:rPr lang="da-DK" b="0" dirty="0"/>
                  <a:t>, temperaturen stiger fra </a:t>
                </a:r>
                <a14:m>
                  <m:oMath xmlns:m="http://schemas.openxmlformats.org/officeDocument/2006/math">
                    <m:sSub>
                      <m:sSubPr>
                        <m:ctrlPr>
                          <a:rPr lang="da-DK" b="0" i="1">
                            <a:latin typeface="Cambria Math" panose="02040503050406030204" pitchFamily="18" charset="0"/>
                          </a:rPr>
                        </m:ctrlPr>
                      </m:sSubPr>
                      <m:e>
                        <m:r>
                          <a:rPr lang="da-DK" b="0" i="1">
                            <a:latin typeface="Cambria Math" panose="02040503050406030204" pitchFamily="18" charset="0"/>
                          </a:rPr>
                          <m:t>𝑇</m:t>
                        </m:r>
                      </m:e>
                      <m:sub>
                        <m:r>
                          <a:rPr lang="da-DK" b="0" i="1">
                            <a:latin typeface="Cambria Math" panose="02040503050406030204" pitchFamily="18" charset="0"/>
                          </a:rPr>
                          <m:t>𝐿</m:t>
                        </m:r>
                      </m:sub>
                    </m:sSub>
                  </m:oMath>
                </a14:m>
                <a:r>
                  <a:rPr lang="da-DK" b="0" dirty="0"/>
                  <a:t> til </a:t>
                </a:r>
                <a14:m>
                  <m:oMath xmlns:m="http://schemas.openxmlformats.org/officeDocument/2006/math">
                    <m:sSub>
                      <m:sSubPr>
                        <m:ctrlPr>
                          <a:rPr lang="da-DK" b="0" i="1">
                            <a:latin typeface="Cambria Math" panose="02040503050406030204" pitchFamily="18" charset="0"/>
                          </a:rPr>
                        </m:ctrlPr>
                      </m:sSubPr>
                      <m:e>
                        <m:r>
                          <a:rPr lang="da-DK" b="0" i="1">
                            <a:latin typeface="Cambria Math" panose="02040503050406030204" pitchFamily="18" charset="0"/>
                          </a:rPr>
                          <m:t>𝑇</m:t>
                        </m:r>
                      </m:e>
                      <m:sub>
                        <m:r>
                          <a:rPr lang="da-DK" b="0" i="1">
                            <a:latin typeface="Cambria Math" panose="02040503050406030204" pitchFamily="18" charset="0"/>
                          </a:rPr>
                          <m:t>𝐻</m:t>
                        </m:r>
                      </m:sub>
                    </m:sSub>
                    <m:r>
                      <a:rPr lang="da-DK" b="0" i="1">
                        <a:latin typeface="Cambria Math" panose="02040503050406030204" pitchFamily="18" charset="0"/>
                      </a:rPr>
                      <m:t> </m:t>
                    </m:r>
                  </m:oMath>
                </a14:m>
                <a:r>
                  <a:rPr lang="da-DK" b="0" dirty="0"/>
                  <a:t>.</a:t>
                </a:r>
              </a:p>
            </p:txBody>
          </p:sp>
        </mc:Choice>
        <mc:Fallback xmlns="">
          <p:sp>
            <p:nvSpPr>
              <p:cNvPr id="9" name="Pladsholder til indhold 8">
                <a:extLst>
                  <a:ext uri="{FF2B5EF4-FFF2-40B4-BE49-F238E27FC236}">
                    <a16:creationId xmlns:a16="http://schemas.microsoft.com/office/drawing/2014/main" id="{6F71E27E-5A15-E4B1-393C-4CDB129A38A7}"/>
                  </a:ext>
                </a:extLst>
              </p:cNvPr>
              <p:cNvSpPr>
                <a:spLocks noGrp="1" noRot="1" noChangeAspect="1" noMove="1" noResize="1" noEditPoints="1" noAdjustHandles="1" noChangeArrowheads="1" noChangeShapeType="1" noTextEdit="1"/>
              </p:cNvSpPr>
              <p:nvPr>
                <p:ph sz="quarter" idx="13"/>
              </p:nvPr>
            </p:nvSpPr>
            <p:spPr>
              <a:xfrm>
                <a:off x="418939" y="1988840"/>
                <a:ext cx="6102513" cy="4176464"/>
              </a:xfrm>
              <a:blipFill>
                <a:blip r:embed="rId2"/>
                <a:stretch>
                  <a:fillRect l="-599" t="-584" r="-999" b="-730"/>
                </a:stretch>
              </a:blipFill>
            </p:spPr>
            <p:txBody>
              <a:bodyPr/>
              <a:lstStyle/>
              <a:p>
                <a:r>
                  <a:rPr lang="da-DK">
                    <a:noFill/>
                  </a:rPr>
                  <a:t> </a:t>
                </a:r>
              </a:p>
            </p:txBody>
          </p:sp>
        </mc:Fallback>
      </mc:AlternateContent>
      <p:sp>
        <p:nvSpPr>
          <p:cNvPr id="8" name="Titel 7">
            <a:extLst>
              <a:ext uri="{FF2B5EF4-FFF2-40B4-BE49-F238E27FC236}">
                <a16:creationId xmlns:a16="http://schemas.microsoft.com/office/drawing/2014/main" id="{14444D10-154E-F032-0DC2-60A142F76BE9}"/>
              </a:ext>
            </a:extLst>
          </p:cNvPr>
          <p:cNvSpPr>
            <a:spLocks noGrp="1"/>
          </p:cNvSpPr>
          <p:nvPr>
            <p:ph type="title"/>
          </p:nvPr>
        </p:nvSpPr>
        <p:spPr>
          <a:xfrm>
            <a:off x="444237" y="962770"/>
            <a:ext cx="9090889" cy="480067"/>
          </a:xfrm>
        </p:spPr>
        <p:txBody>
          <a:bodyPr/>
          <a:lstStyle/>
          <a:p>
            <a:r>
              <a:rPr lang="da-DK" dirty="0"/>
              <a:t>Carnot-processen 1/3</a:t>
            </a:r>
          </a:p>
        </p:txBody>
      </p:sp>
      <p:sp>
        <p:nvSpPr>
          <p:cNvPr id="3" name="Pladsholder til dato 2">
            <a:extLst>
              <a:ext uri="{FF2B5EF4-FFF2-40B4-BE49-F238E27FC236}">
                <a16:creationId xmlns:a16="http://schemas.microsoft.com/office/drawing/2014/main" id="{A2402104-9E12-0A6F-81FB-4733587FD9A2}"/>
              </a:ext>
            </a:extLst>
          </p:cNvPr>
          <p:cNvSpPr>
            <a:spLocks noGrp="1"/>
          </p:cNvSpPr>
          <p:nvPr>
            <p:ph type="dt" sz="half" idx="11"/>
          </p:nvPr>
        </p:nvSpPr>
        <p:spPr/>
        <p:txBody>
          <a:bodyPr/>
          <a:lstStyle/>
          <a:p>
            <a:fld id="{4708341F-0F0E-47FB-8512-CCC8C3F1C977}" type="datetime1">
              <a:rPr lang="da-DK" smtClean="0"/>
              <a:pPr/>
              <a:t>22-09-2026</a:t>
            </a:fld>
            <a:endParaRPr lang="da-DK" dirty="0"/>
          </a:p>
        </p:txBody>
      </p:sp>
      <p:sp>
        <p:nvSpPr>
          <p:cNvPr id="4" name="Pladsholder til sidefod 3">
            <a:extLst>
              <a:ext uri="{FF2B5EF4-FFF2-40B4-BE49-F238E27FC236}">
                <a16:creationId xmlns:a16="http://schemas.microsoft.com/office/drawing/2014/main" id="{DE7CBC3B-C4F2-8387-B28E-AD6E3F64501E}"/>
              </a:ext>
            </a:extLst>
          </p:cNvPr>
          <p:cNvSpPr>
            <a:spLocks noGrp="1"/>
          </p:cNvSpPr>
          <p:nvPr>
            <p:ph type="ftr" sz="quarter" idx="3"/>
          </p:nvPr>
        </p:nvSpPr>
        <p:spPr/>
        <p:txBody>
          <a:bodyPr/>
          <a:lstStyle/>
          <a:p>
            <a:endParaRPr lang="da-DK" dirty="0"/>
          </a:p>
        </p:txBody>
      </p:sp>
      <p:pic>
        <p:nvPicPr>
          <p:cNvPr id="7" name="Billede 6">
            <a:extLst>
              <a:ext uri="{FF2B5EF4-FFF2-40B4-BE49-F238E27FC236}">
                <a16:creationId xmlns:a16="http://schemas.microsoft.com/office/drawing/2014/main" id="{49F47374-E60B-11AC-D4B7-06F380FBB132}"/>
              </a:ext>
            </a:extLst>
          </p:cNvPr>
          <p:cNvPicPr>
            <a:picLocks noChangeAspect="1"/>
          </p:cNvPicPr>
          <p:nvPr/>
        </p:nvPicPr>
        <p:blipFill>
          <a:blip r:embed="rId3"/>
          <a:stretch>
            <a:fillRect/>
          </a:stretch>
        </p:blipFill>
        <p:spPr>
          <a:xfrm>
            <a:off x="7177429" y="3511103"/>
            <a:ext cx="2309632" cy="3177239"/>
          </a:xfrm>
          <a:prstGeom prst="rect">
            <a:avLst/>
          </a:prstGeom>
        </p:spPr>
      </p:pic>
      <p:pic>
        <p:nvPicPr>
          <p:cNvPr id="11" name="Billede 10">
            <a:extLst>
              <a:ext uri="{FF2B5EF4-FFF2-40B4-BE49-F238E27FC236}">
                <a16:creationId xmlns:a16="http://schemas.microsoft.com/office/drawing/2014/main" id="{1B821484-2570-3202-2DC6-C8E46173ECFF}"/>
              </a:ext>
            </a:extLst>
          </p:cNvPr>
          <p:cNvPicPr>
            <a:picLocks noChangeAspect="1"/>
          </p:cNvPicPr>
          <p:nvPr/>
        </p:nvPicPr>
        <p:blipFill>
          <a:blip r:embed="rId4"/>
          <a:stretch>
            <a:fillRect/>
          </a:stretch>
        </p:blipFill>
        <p:spPr>
          <a:xfrm>
            <a:off x="6445255" y="984502"/>
            <a:ext cx="3018936" cy="2526601"/>
          </a:xfrm>
          <a:prstGeom prst="rect">
            <a:avLst/>
          </a:prstGeom>
        </p:spPr>
      </p:pic>
    </p:spTree>
    <p:extLst>
      <p:ext uri="{BB962C8B-B14F-4D97-AF65-F5344CB8AC3E}">
        <p14:creationId xmlns:p14="http://schemas.microsoft.com/office/powerpoint/2010/main" val="1756119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5A924-61EE-C021-5036-958EC187985D}"/>
            </a:ext>
          </a:extLst>
        </p:cNvPr>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41705597-44FE-01E8-846F-EA0FAC510F3D}"/>
              </a:ext>
            </a:extLst>
          </p:cNvPr>
          <p:cNvSpPr>
            <a:spLocks noGrp="1"/>
          </p:cNvSpPr>
          <p:nvPr>
            <p:ph type="sldNum" sz="quarter" idx="12"/>
          </p:nvPr>
        </p:nvSpPr>
        <p:spPr/>
        <p:txBody>
          <a:bodyPr/>
          <a:lstStyle/>
          <a:p>
            <a:fld id="{8027C91F-3113-4170-B0A7-EB36B47BBC64}" type="slidenum">
              <a:rPr lang="da-DK" smtClean="0"/>
              <a:pPr/>
              <a:t>8</a:t>
            </a:fld>
            <a:endParaRPr lang="da-DK" dirty="0"/>
          </a:p>
        </p:txBody>
      </p:sp>
      <mc:AlternateContent xmlns:mc="http://schemas.openxmlformats.org/markup-compatibility/2006" xmlns:a14="http://schemas.microsoft.com/office/drawing/2010/main">
        <mc:Choice Requires="a14">
          <p:sp>
            <p:nvSpPr>
              <p:cNvPr id="9" name="Pladsholder til indhold 8">
                <a:extLst>
                  <a:ext uri="{FF2B5EF4-FFF2-40B4-BE49-F238E27FC236}">
                    <a16:creationId xmlns:a16="http://schemas.microsoft.com/office/drawing/2014/main" id="{9F1F943F-1741-462C-9F9A-F9A339C9FE31}"/>
                  </a:ext>
                </a:extLst>
              </p:cNvPr>
              <p:cNvSpPr>
                <a:spLocks noGrp="1"/>
              </p:cNvSpPr>
              <p:nvPr>
                <p:ph sz="quarter" idx="13"/>
              </p:nvPr>
            </p:nvSpPr>
            <p:spPr>
              <a:xfrm>
                <a:off x="418939" y="1988840"/>
                <a:ext cx="6102513" cy="4176464"/>
              </a:xfrm>
            </p:spPr>
            <p:txBody>
              <a:bodyPr/>
              <a:lstStyle/>
              <a:p>
                <a:r>
                  <a:rPr lang="da-DK" b="0" dirty="0"/>
                  <a:t>I </a:t>
                </a:r>
                <a:r>
                  <a:rPr lang="da-DK" dirty="0"/>
                  <a:t>p, V -diagrammet </a:t>
                </a:r>
                <a:r>
                  <a:rPr lang="da-DK" b="0" dirty="0"/>
                  <a:t>fremstår cyklussen som </a:t>
                </a:r>
                <a:r>
                  <a:rPr lang="da-DK" dirty="0"/>
                  <a:t>to isotermer </a:t>
                </a:r>
                <a:r>
                  <a:rPr lang="da-DK" b="0" dirty="0"/>
                  <a:t>og </a:t>
                </a:r>
                <a:r>
                  <a:rPr lang="da-DK" dirty="0"/>
                  <a:t>to </a:t>
                </a:r>
                <a:r>
                  <a:rPr lang="da-DK" dirty="0" err="1"/>
                  <a:t>isentroper</a:t>
                </a:r>
                <a:r>
                  <a:rPr lang="da-DK" b="0" dirty="0"/>
                  <a:t>, der omslutter et areal. </a:t>
                </a:r>
              </a:p>
              <a:p>
                <a:endParaRPr lang="da-DK" b="0" dirty="0"/>
              </a:p>
              <a:p>
                <a:r>
                  <a:rPr lang="da-DK" b="0" dirty="0"/>
                  <a:t>I </a:t>
                </a:r>
                <a:r>
                  <a:rPr lang="da-DK" dirty="0"/>
                  <a:t>T, s-diagrammet </a:t>
                </a:r>
                <a:r>
                  <a:rPr lang="da-DK" b="0" dirty="0"/>
                  <a:t>bliver de </a:t>
                </a:r>
                <a:r>
                  <a:rPr lang="da-DK" dirty="0"/>
                  <a:t>isotermiske</a:t>
                </a:r>
                <a:r>
                  <a:rPr lang="da-DK" b="0" dirty="0"/>
                  <a:t> processer horisontale linjer (konstant T ), mens de </a:t>
                </a:r>
                <a:r>
                  <a:rPr lang="da-DK" dirty="0" err="1"/>
                  <a:t>isentropiske</a:t>
                </a:r>
                <a:r>
                  <a:rPr lang="da-DK" b="0" dirty="0"/>
                  <a:t> processer er lodrette linjer (konstant s). Derfor fremstår Carnot-cyklussen her som et rektangel, hvor arealet svarer til det nettoarbejde (</a:t>
                </a:r>
                <a14:m>
                  <m:oMath xmlns:m="http://schemas.openxmlformats.org/officeDocument/2006/math">
                    <m:sSub>
                      <m:sSubPr>
                        <m:ctrlPr>
                          <a:rPr lang="da-DK" b="0" i="1">
                            <a:latin typeface="Cambria Math" panose="02040503050406030204" pitchFamily="18" charset="0"/>
                          </a:rPr>
                        </m:ctrlPr>
                      </m:sSubPr>
                      <m:e>
                        <m:r>
                          <a:rPr lang="da-DK" b="0" i="1">
                            <a:latin typeface="Cambria Math" panose="02040503050406030204" pitchFamily="18" charset="0"/>
                          </a:rPr>
                          <m:t>𝑊</m:t>
                        </m:r>
                      </m:e>
                      <m:sub>
                        <m:r>
                          <a:rPr lang="da-DK" b="0" i="1">
                            <a:latin typeface="Cambria Math" panose="02040503050406030204" pitchFamily="18" charset="0"/>
                          </a:rPr>
                          <m:t>𝑛𝑦𝑡𝑡𝑖𝑔</m:t>
                        </m:r>
                      </m:sub>
                    </m:sSub>
                  </m:oMath>
                </a14:m>
                <a:r>
                  <a:rPr lang="da-DK" b="0" dirty="0"/>
                  <a:t>), systemet udfører.</a:t>
                </a:r>
              </a:p>
              <a:p>
                <a:r>
                  <a:rPr lang="da-DK" b="0" dirty="0"/>
                  <a:t>Carnots virkningsgrad kan  findes som:</a:t>
                </a:r>
              </a:p>
              <a:p>
                <a:endParaRPr lang="da-DK" b="0" dirty="0"/>
              </a:p>
              <a:p>
                <a:endParaRPr lang="da-DK" b="0" dirty="0"/>
              </a:p>
              <a:p>
                <a:r>
                  <a:rPr lang="da-DK" b="0" dirty="0"/>
                  <a:t>og afhænger således kun af temperaturerne i de to varmereservoirer.</a:t>
                </a:r>
              </a:p>
            </p:txBody>
          </p:sp>
        </mc:Choice>
        <mc:Fallback xmlns="">
          <p:sp>
            <p:nvSpPr>
              <p:cNvPr id="9" name="Pladsholder til indhold 8">
                <a:extLst>
                  <a:ext uri="{FF2B5EF4-FFF2-40B4-BE49-F238E27FC236}">
                    <a16:creationId xmlns:a16="http://schemas.microsoft.com/office/drawing/2014/main" id="{9F1F943F-1741-462C-9F9A-F9A339C9FE31}"/>
                  </a:ext>
                </a:extLst>
              </p:cNvPr>
              <p:cNvSpPr>
                <a:spLocks noGrp="1" noRot="1" noChangeAspect="1" noMove="1" noResize="1" noEditPoints="1" noAdjustHandles="1" noChangeArrowheads="1" noChangeShapeType="1" noTextEdit="1"/>
              </p:cNvSpPr>
              <p:nvPr>
                <p:ph sz="quarter" idx="13"/>
              </p:nvPr>
            </p:nvSpPr>
            <p:spPr>
              <a:xfrm>
                <a:off x="418939" y="1988840"/>
                <a:ext cx="6102513" cy="4176464"/>
              </a:xfrm>
              <a:blipFill>
                <a:blip r:embed="rId2"/>
                <a:stretch>
                  <a:fillRect l="-599" t="-584" r="-699"/>
                </a:stretch>
              </a:blipFill>
            </p:spPr>
            <p:txBody>
              <a:bodyPr/>
              <a:lstStyle/>
              <a:p>
                <a:r>
                  <a:rPr lang="da-DK">
                    <a:noFill/>
                  </a:rPr>
                  <a:t> </a:t>
                </a:r>
              </a:p>
            </p:txBody>
          </p:sp>
        </mc:Fallback>
      </mc:AlternateContent>
      <p:sp>
        <p:nvSpPr>
          <p:cNvPr id="8" name="Titel 7">
            <a:extLst>
              <a:ext uri="{FF2B5EF4-FFF2-40B4-BE49-F238E27FC236}">
                <a16:creationId xmlns:a16="http://schemas.microsoft.com/office/drawing/2014/main" id="{EDEBB45A-FB86-C303-6ECF-41B391BEB978}"/>
              </a:ext>
            </a:extLst>
          </p:cNvPr>
          <p:cNvSpPr>
            <a:spLocks noGrp="1"/>
          </p:cNvSpPr>
          <p:nvPr>
            <p:ph type="title"/>
          </p:nvPr>
        </p:nvSpPr>
        <p:spPr>
          <a:xfrm>
            <a:off x="444237" y="962770"/>
            <a:ext cx="9090889" cy="480067"/>
          </a:xfrm>
        </p:spPr>
        <p:txBody>
          <a:bodyPr/>
          <a:lstStyle/>
          <a:p>
            <a:r>
              <a:rPr lang="da-DK" dirty="0"/>
              <a:t>Carnot-processen 2/3</a:t>
            </a:r>
          </a:p>
        </p:txBody>
      </p:sp>
      <p:sp>
        <p:nvSpPr>
          <p:cNvPr id="3" name="Pladsholder til dato 2">
            <a:extLst>
              <a:ext uri="{FF2B5EF4-FFF2-40B4-BE49-F238E27FC236}">
                <a16:creationId xmlns:a16="http://schemas.microsoft.com/office/drawing/2014/main" id="{34A43973-13B2-9F4E-5C98-098BE3CE7F16}"/>
              </a:ext>
            </a:extLst>
          </p:cNvPr>
          <p:cNvSpPr>
            <a:spLocks noGrp="1"/>
          </p:cNvSpPr>
          <p:nvPr>
            <p:ph type="dt" sz="half" idx="11"/>
          </p:nvPr>
        </p:nvSpPr>
        <p:spPr/>
        <p:txBody>
          <a:bodyPr/>
          <a:lstStyle/>
          <a:p>
            <a:fld id="{4708341F-0F0E-47FB-8512-CCC8C3F1C977}" type="datetime1">
              <a:rPr lang="da-DK" smtClean="0"/>
              <a:pPr/>
              <a:t>22-09-2026</a:t>
            </a:fld>
            <a:endParaRPr lang="da-DK" dirty="0"/>
          </a:p>
        </p:txBody>
      </p:sp>
      <p:sp>
        <p:nvSpPr>
          <p:cNvPr id="4" name="Pladsholder til sidefod 3">
            <a:extLst>
              <a:ext uri="{FF2B5EF4-FFF2-40B4-BE49-F238E27FC236}">
                <a16:creationId xmlns:a16="http://schemas.microsoft.com/office/drawing/2014/main" id="{B07076EF-8F55-1AD8-9F1D-59EA52A233F4}"/>
              </a:ext>
            </a:extLst>
          </p:cNvPr>
          <p:cNvSpPr>
            <a:spLocks noGrp="1"/>
          </p:cNvSpPr>
          <p:nvPr>
            <p:ph type="ftr" sz="quarter" idx="3"/>
          </p:nvPr>
        </p:nvSpPr>
        <p:spPr/>
        <p:txBody>
          <a:bodyPr/>
          <a:lstStyle/>
          <a:p>
            <a:endParaRPr lang="da-DK" dirty="0"/>
          </a:p>
        </p:txBody>
      </p:sp>
      <p:pic>
        <p:nvPicPr>
          <p:cNvPr id="6" name="Billede 5">
            <a:extLst>
              <a:ext uri="{FF2B5EF4-FFF2-40B4-BE49-F238E27FC236}">
                <a16:creationId xmlns:a16="http://schemas.microsoft.com/office/drawing/2014/main" id="{55137741-0506-B53C-313A-3C5BFDD2985F}"/>
              </a:ext>
            </a:extLst>
          </p:cNvPr>
          <p:cNvPicPr>
            <a:picLocks noChangeAspect="1"/>
          </p:cNvPicPr>
          <p:nvPr/>
        </p:nvPicPr>
        <p:blipFill>
          <a:blip r:embed="rId3"/>
          <a:stretch>
            <a:fillRect/>
          </a:stretch>
        </p:blipFill>
        <p:spPr>
          <a:xfrm>
            <a:off x="2360712" y="4797152"/>
            <a:ext cx="1644814" cy="576064"/>
          </a:xfrm>
          <a:prstGeom prst="rect">
            <a:avLst/>
          </a:prstGeom>
        </p:spPr>
      </p:pic>
      <p:pic>
        <p:nvPicPr>
          <p:cNvPr id="7" name="Billede 6">
            <a:extLst>
              <a:ext uri="{FF2B5EF4-FFF2-40B4-BE49-F238E27FC236}">
                <a16:creationId xmlns:a16="http://schemas.microsoft.com/office/drawing/2014/main" id="{0C293997-63D1-C4A3-3F91-EB92C3B35038}"/>
              </a:ext>
            </a:extLst>
          </p:cNvPr>
          <p:cNvPicPr>
            <a:picLocks noChangeAspect="1"/>
          </p:cNvPicPr>
          <p:nvPr/>
        </p:nvPicPr>
        <p:blipFill>
          <a:blip r:embed="rId4"/>
          <a:stretch>
            <a:fillRect/>
          </a:stretch>
        </p:blipFill>
        <p:spPr>
          <a:xfrm>
            <a:off x="6609184" y="1571059"/>
            <a:ext cx="3018936" cy="2526601"/>
          </a:xfrm>
          <a:prstGeom prst="rect">
            <a:avLst/>
          </a:prstGeom>
        </p:spPr>
      </p:pic>
      <p:pic>
        <p:nvPicPr>
          <p:cNvPr id="12" name="Billede 11">
            <a:extLst>
              <a:ext uri="{FF2B5EF4-FFF2-40B4-BE49-F238E27FC236}">
                <a16:creationId xmlns:a16="http://schemas.microsoft.com/office/drawing/2014/main" id="{642CFC89-0574-C31A-5EFD-B03ECBE04BAA}"/>
              </a:ext>
            </a:extLst>
          </p:cNvPr>
          <p:cNvPicPr>
            <a:picLocks noChangeAspect="1"/>
          </p:cNvPicPr>
          <p:nvPr/>
        </p:nvPicPr>
        <p:blipFill>
          <a:blip r:embed="rId5"/>
          <a:stretch>
            <a:fillRect/>
          </a:stretch>
        </p:blipFill>
        <p:spPr>
          <a:xfrm>
            <a:off x="6700380" y="4105647"/>
            <a:ext cx="3127142" cy="2715960"/>
          </a:xfrm>
          <a:prstGeom prst="rect">
            <a:avLst/>
          </a:prstGeom>
        </p:spPr>
      </p:pic>
    </p:spTree>
    <p:extLst>
      <p:ext uri="{BB962C8B-B14F-4D97-AF65-F5344CB8AC3E}">
        <p14:creationId xmlns:p14="http://schemas.microsoft.com/office/powerpoint/2010/main" val="1987811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A51DD-B273-E10A-A76A-103F0E99B257}"/>
            </a:ext>
          </a:extLst>
        </p:cNvPr>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3DC94B55-5F11-223C-8615-76A641BF70F0}"/>
              </a:ext>
            </a:extLst>
          </p:cNvPr>
          <p:cNvSpPr>
            <a:spLocks noGrp="1"/>
          </p:cNvSpPr>
          <p:nvPr>
            <p:ph type="sldNum" sz="quarter" idx="12"/>
          </p:nvPr>
        </p:nvSpPr>
        <p:spPr/>
        <p:txBody>
          <a:bodyPr/>
          <a:lstStyle/>
          <a:p>
            <a:fld id="{8027C91F-3113-4170-B0A7-EB36B47BBC64}" type="slidenum">
              <a:rPr lang="da-DK" smtClean="0"/>
              <a:pPr/>
              <a:t>9</a:t>
            </a:fld>
            <a:endParaRPr lang="da-DK" dirty="0"/>
          </a:p>
        </p:txBody>
      </p:sp>
      <p:sp>
        <p:nvSpPr>
          <p:cNvPr id="9" name="Pladsholder til indhold 8">
            <a:extLst>
              <a:ext uri="{FF2B5EF4-FFF2-40B4-BE49-F238E27FC236}">
                <a16:creationId xmlns:a16="http://schemas.microsoft.com/office/drawing/2014/main" id="{A1F8BC07-EC9D-DE38-0752-748F2C1141D9}"/>
              </a:ext>
            </a:extLst>
          </p:cNvPr>
          <p:cNvSpPr>
            <a:spLocks noGrp="1"/>
          </p:cNvSpPr>
          <p:nvPr>
            <p:ph sz="quarter" idx="13"/>
          </p:nvPr>
        </p:nvSpPr>
        <p:spPr>
          <a:xfrm>
            <a:off x="370874" y="1274493"/>
            <a:ext cx="8542566" cy="5403691"/>
          </a:xfrm>
        </p:spPr>
        <p:txBody>
          <a:bodyPr/>
          <a:lstStyle/>
          <a:p>
            <a:r>
              <a:rPr lang="da-DK" dirty="0"/>
              <a:t>Det er vigtigt at understrege, at Carnot-processen ikke er en virkelig proces:</a:t>
            </a:r>
          </a:p>
          <a:p>
            <a:r>
              <a:rPr lang="da-DK" b="0" dirty="0" err="1"/>
              <a:t>Isoterme</a:t>
            </a:r>
            <a:r>
              <a:rPr lang="da-DK" b="0" dirty="0"/>
              <a:t> processer kræver uendelig langsom (reversibel) varmeoverførsel ved konstant temperatur.</a:t>
            </a:r>
          </a:p>
          <a:p>
            <a:endParaRPr lang="da-DK" b="0" dirty="0"/>
          </a:p>
          <a:p>
            <a:r>
              <a:rPr lang="da-DK" b="0" dirty="0" err="1"/>
              <a:t>Isentroperne</a:t>
            </a:r>
            <a:r>
              <a:rPr lang="da-DK" b="0" dirty="0"/>
              <a:t> skal være helt isolerede og uden </a:t>
            </a:r>
            <a:r>
              <a:rPr lang="da-DK" b="0" dirty="0" err="1"/>
              <a:t>irreversibiliteter</a:t>
            </a:r>
            <a:r>
              <a:rPr lang="da-DK" b="0" dirty="0"/>
              <a:t> (en </a:t>
            </a:r>
            <a:r>
              <a:rPr lang="da-DK" b="0" dirty="0" err="1"/>
              <a:t>isentrop</a:t>
            </a:r>
            <a:r>
              <a:rPr lang="da-DK" b="0" dirty="0"/>
              <a:t> er jo en reversibel </a:t>
            </a:r>
            <a:r>
              <a:rPr lang="da-DK" b="0" dirty="0" err="1"/>
              <a:t>adiabat</a:t>
            </a:r>
            <a:r>
              <a:rPr lang="da-DK" b="0" dirty="0"/>
              <a:t>).</a:t>
            </a:r>
          </a:p>
          <a:p>
            <a:endParaRPr lang="da-DK" b="0" dirty="0"/>
          </a:p>
          <a:p>
            <a:r>
              <a:rPr lang="da-DK" b="0" dirty="0"/>
              <a:t> Ingen reelle maskiner kan udføre en sådan proces uden friktion, tryktab eller varmeoverførselsmodstand.</a:t>
            </a:r>
          </a:p>
          <a:p>
            <a:endParaRPr lang="da-DK" b="0" dirty="0"/>
          </a:p>
          <a:p>
            <a:r>
              <a:rPr lang="da-DK" b="0" dirty="0"/>
              <a:t>Carnot-processen er en teoretisk referenceproces, hvis formål er at definere en øverste grænse for virkningsgraden.</a:t>
            </a:r>
          </a:p>
          <a:p>
            <a:endParaRPr lang="da-DK" b="0" dirty="0"/>
          </a:p>
          <a:p>
            <a:r>
              <a:rPr lang="da-DK" b="0" dirty="0"/>
              <a:t> </a:t>
            </a:r>
            <a:r>
              <a:rPr lang="da-DK" dirty="0"/>
              <a:t>Ingen virkelig maskine kan have en virkningsgrad større end Carnot-cyklussens</a:t>
            </a:r>
            <a:r>
              <a:rPr lang="da-DK" b="0" dirty="0"/>
              <a:t>, men praktiske processer kan designes til at nærme sig denne grænse.</a:t>
            </a:r>
          </a:p>
          <a:p>
            <a:endParaRPr lang="da-DK" b="0" dirty="0"/>
          </a:p>
        </p:txBody>
      </p:sp>
      <p:sp>
        <p:nvSpPr>
          <p:cNvPr id="8" name="Titel 7">
            <a:extLst>
              <a:ext uri="{FF2B5EF4-FFF2-40B4-BE49-F238E27FC236}">
                <a16:creationId xmlns:a16="http://schemas.microsoft.com/office/drawing/2014/main" id="{EAFB44EA-7312-F079-91C1-403F16C9FBA9}"/>
              </a:ext>
            </a:extLst>
          </p:cNvPr>
          <p:cNvSpPr>
            <a:spLocks noGrp="1"/>
          </p:cNvSpPr>
          <p:nvPr>
            <p:ph type="title"/>
          </p:nvPr>
        </p:nvSpPr>
        <p:spPr>
          <a:xfrm>
            <a:off x="444237" y="518555"/>
            <a:ext cx="9090889" cy="480067"/>
          </a:xfrm>
        </p:spPr>
        <p:txBody>
          <a:bodyPr/>
          <a:lstStyle/>
          <a:p>
            <a:r>
              <a:rPr lang="da-DK" dirty="0"/>
              <a:t>Carnot-processen 3/3</a:t>
            </a:r>
          </a:p>
        </p:txBody>
      </p:sp>
      <p:sp>
        <p:nvSpPr>
          <p:cNvPr id="3" name="Pladsholder til dato 2">
            <a:extLst>
              <a:ext uri="{FF2B5EF4-FFF2-40B4-BE49-F238E27FC236}">
                <a16:creationId xmlns:a16="http://schemas.microsoft.com/office/drawing/2014/main" id="{8E144CFD-0B24-1DEE-1F46-A36F02CF6331}"/>
              </a:ext>
            </a:extLst>
          </p:cNvPr>
          <p:cNvSpPr>
            <a:spLocks noGrp="1"/>
          </p:cNvSpPr>
          <p:nvPr>
            <p:ph type="dt" sz="half" idx="11"/>
          </p:nvPr>
        </p:nvSpPr>
        <p:spPr/>
        <p:txBody>
          <a:bodyPr/>
          <a:lstStyle/>
          <a:p>
            <a:fld id="{4708341F-0F0E-47FB-8512-CCC8C3F1C977}" type="datetime1">
              <a:rPr lang="da-DK" smtClean="0"/>
              <a:pPr/>
              <a:t>22-09-2026</a:t>
            </a:fld>
            <a:endParaRPr lang="da-DK" dirty="0"/>
          </a:p>
        </p:txBody>
      </p:sp>
      <p:sp>
        <p:nvSpPr>
          <p:cNvPr id="4" name="Pladsholder til sidefod 3">
            <a:extLst>
              <a:ext uri="{FF2B5EF4-FFF2-40B4-BE49-F238E27FC236}">
                <a16:creationId xmlns:a16="http://schemas.microsoft.com/office/drawing/2014/main" id="{08BF0E24-451A-29B6-D849-FD4D0DCDD13B}"/>
              </a:ext>
            </a:extLst>
          </p:cNvPr>
          <p:cNvSpPr>
            <a:spLocks noGrp="1"/>
          </p:cNvSpPr>
          <p:nvPr>
            <p:ph type="ftr" sz="quarter" idx="3"/>
          </p:nvPr>
        </p:nvSpPr>
        <p:spPr/>
        <p:txBody>
          <a:bodyPr/>
          <a:lstStyle/>
          <a:p>
            <a:endParaRPr lang="da-DK" dirty="0"/>
          </a:p>
        </p:txBody>
      </p:sp>
    </p:spTree>
    <p:extLst>
      <p:ext uri="{BB962C8B-B14F-4D97-AF65-F5344CB8AC3E}">
        <p14:creationId xmlns:p14="http://schemas.microsoft.com/office/powerpoint/2010/main" val="886970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6DAA5-097C-02F2-DF29-AF2A8471563B}"/>
            </a:ext>
          </a:extLst>
        </p:cNvPr>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C9F77455-5A10-9898-1036-A856C17B2D08}"/>
              </a:ext>
            </a:extLst>
          </p:cNvPr>
          <p:cNvSpPr>
            <a:spLocks noGrp="1"/>
          </p:cNvSpPr>
          <p:nvPr>
            <p:ph type="sldNum" sz="quarter" idx="12"/>
          </p:nvPr>
        </p:nvSpPr>
        <p:spPr/>
        <p:txBody>
          <a:bodyPr/>
          <a:lstStyle/>
          <a:p>
            <a:fld id="{8027C91F-3113-4170-B0A7-EB36B47BBC64}" type="slidenum">
              <a:rPr lang="da-DK" smtClean="0"/>
              <a:pPr/>
              <a:t>10</a:t>
            </a:fld>
            <a:endParaRPr lang="da-DK" dirty="0"/>
          </a:p>
        </p:txBody>
      </p:sp>
      <p:sp>
        <p:nvSpPr>
          <p:cNvPr id="9" name="Pladsholder til indhold 8">
            <a:extLst>
              <a:ext uri="{FF2B5EF4-FFF2-40B4-BE49-F238E27FC236}">
                <a16:creationId xmlns:a16="http://schemas.microsoft.com/office/drawing/2014/main" id="{3718260C-F9B7-EB85-48D6-FB27C8D137B5}"/>
              </a:ext>
            </a:extLst>
          </p:cNvPr>
          <p:cNvSpPr>
            <a:spLocks noGrp="1"/>
          </p:cNvSpPr>
          <p:nvPr>
            <p:ph sz="quarter" idx="13"/>
          </p:nvPr>
        </p:nvSpPr>
        <p:spPr>
          <a:xfrm>
            <a:off x="370874" y="1274493"/>
            <a:ext cx="8542566" cy="5403691"/>
          </a:xfrm>
        </p:spPr>
        <p:txBody>
          <a:bodyPr/>
          <a:lstStyle/>
          <a:p>
            <a:r>
              <a:rPr lang="da-DK" dirty="0"/>
              <a:t>Ved forskellige termiske processer anvendes det tilstandsdiagram som er mest hensigtsmæssigt, f.eks.:</a:t>
            </a:r>
          </a:p>
          <a:p>
            <a:pPr lvl="0"/>
            <a:r>
              <a:rPr lang="da-DK" b="0" dirty="0"/>
              <a:t>Køleteknik - h-log p diagram</a:t>
            </a:r>
          </a:p>
          <a:p>
            <a:pPr lvl="0"/>
            <a:r>
              <a:rPr lang="da-DK" b="0"/>
              <a:t>Turbinelære – s-h </a:t>
            </a:r>
            <a:r>
              <a:rPr lang="da-DK" b="0" dirty="0"/>
              <a:t>diagram</a:t>
            </a:r>
          </a:p>
          <a:p>
            <a:pPr lvl="0"/>
            <a:r>
              <a:rPr lang="da-DK" b="0" dirty="0"/>
              <a:t>Kompressorer og motorlære - V-p diagram og </a:t>
            </a:r>
            <a:r>
              <a:rPr lang="da-DK" b="0" dirty="0" err="1"/>
              <a:t>s,T</a:t>
            </a:r>
            <a:r>
              <a:rPr lang="da-DK" b="0" dirty="0"/>
              <a:t> diagram</a:t>
            </a:r>
          </a:p>
          <a:p>
            <a:pPr lvl="0"/>
            <a:endParaRPr lang="da-DK" b="0" dirty="0"/>
          </a:p>
          <a:p>
            <a:r>
              <a:rPr lang="da-DK" dirty="0"/>
              <a:t>I følgende diagrammer for H</a:t>
            </a:r>
            <a:r>
              <a:rPr lang="da-DK" baseline="-25000" dirty="0"/>
              <a:t>2</a:t>
            </a:r>
            <a:r>
              <a:rPr lang="da-DK" dirty="0"/>
              <a:t>O er indtegnet en </a:t>
            </a:r>
            <a:r>
              <a:rPr lang="da-DK" dirty="0" err="1"/>
              <a:t>isentropisk</a:t>
            </a:r>
            <a:r>
              <a:rPr lang="da-DK" dirty="0"/>
              <a:t> ekspansionsproces fra 90 bar/ 400 ⁰C til 30 bar:</a:t>
            </a:r>
          </a:p>
          <a:p>
            <a:pPr lvl="0"/>
            <a:r>
              <a:rPr lang="da-DK" dirty="0"/>
              <a:t>   </a:t>
            </a:r>
          </a:p>
          <a:p>
            <a:endParaRPr lang="da-DK" b="0" dirty="0"/>
          </a:p>
        </p:txBody>
      </p:sp>
      <p:sp>
        <p:nvSpPr>
          <p:cNvPr id="8" name="Titel 7">
            <a:extLst>
              <a:ext uri="{FF2B5EF4-FFF2-40B4-BE49-F238E27FC236}">
                <a16:creationId xmlns:a16="http://schemas.microsoft.com/office/drawing/2014/main" id="{FC296E11-EA93-8299-7292-DBD358A07C99}"/>
              </a:ext>
            </a:extLst>
          </p:cNvPr>
          <p:cNvSpPr>
            <a:spLocks noGrp="1"/>
          </p:cNvSpPr>
          <p:nvPr>
            <p:ph type="title"/>
          </p:nvPr>
        </p:nvSpPr>
        <p:spPr>
          <a:xfrm>
            <a:off x="444237" y="518555"/>
            <a:ext cx="9090889" cy="480067"/>
          </a:xfrm>
        </p:spPr>
        <p:txBody>
          <a:bodyPr/>
          <a:lstStyle/>
          <a:p>
            <a:r>
              <a:rPr lang="da-DK" dirty="0"/>
              <a:t>Tilstandsdiagrammer 1/4</a:t>
            </a:r>
          </a:p>
        </p:txBody>
      </p:sp>
      <p:sp>
        <p:nvSpPr>
          <p:cNvPr id="3" name="Pladsholder til dato 2">
            <a:extLst>
              <a:ext uri="{FF2B5EF4-FFF2-40B4-BE49-F238E27FC236}">
                <a16:creationId xmlns:a16="http://schemas.microsoft.com/office/drawing/2014/main" id="{2BC85456-C4D9-C427-4803-4A46138CD251}"/>
              </a:ext>
            </a:extLst>
          </p:cNvPr>
          <p:cNvSpPr>
            <a:spLocks noGrp="1"/>
          </p:cNvSpPr>
          <p:nvPr>
            <p:ph type="dt" sz="half" idx="11"/>
          </p:nvPr>
        </p:nvSpPr>
        <p:spPr/>
        <p:txBody>
          <a:bodyPr/>
          <a:lstStyle/>
          <a:p>
            <a:fld id="{4708341F-0F0E-47FB-8512-CCC8C3F1C977}" type="datetime1">
              <a:rPr lang="da-DK" smtClean="0"/>
              <a:pPr/>
              <a:t>22-09-2026</a:t>
            </a:fld>
            <a:endParaRPr lang="da-DK" dirty="0"/>
          </a:p>
        </p:txBody>
      </p:sp>
      <p:sp>
        <p:nvSpPr>
          <p:cNvPr id="4" name="Pladsholder til sidefod 3">
            <a:extLst>
              <a:ext uri="{FF2B5EF4-FFF2-40B4-BE49-F238E27FC236}">
                <a16:creationId xmlns:a16="http://schemas.microsoft.com/office/drawing/2014/main" id="{ADEEC688-1639-60A7-5F53-9DA22F5880B1}"/>
              </a:ext>
            </a:extLst>
          </p:cNvPr>
          <p:cNvSpPr>
            <a:spLocks noGrp="1"/>
          </p:cNvSpPr>
          <p:nvPr>
            <p:ph type="ftr" sz="quarter" idx="3"/>
          </p:nvPr>
        </p:nvSpPr>
        <p:spPr/>
        <p:txBody>
          <a:bodyPr/>
          <a:lstStyle/>
          <a:p>
            <a:endParaRPr lang="da-DK" dirty="0"/>
          </a:p>
        </p:txBody>
      </p:sp>
    </p:spTree>
    <p:extLst>
      <p:ext uri="{BB962C8B-B14F-4D97-AF65-F5344CB8AC3E}">
        <p14:creationId xmlns:p14="http://schemas.microsoft.com/office/powerpoint/2010/main" val="1127132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D66C6-0E76-EFB7-6E15-46C9A8998A84}"/>
            </a:ext>
          </a:extLst>
        </p:cNvPr>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FADF5899-DDBA-9139-0A4F-8606F801FE00}"/>
              </a:ext>
            </a:extLst>
          </p:cNvPr>
          <p:cNvSpPr>
            <a:spLocks noGrp="1"/>
          </p:cNvSpPr>
          <p:nvPr>
            <p:ph type="sldNum" sz="quarter" idx="12"/>
          </p:nvPr>
        </p:nvSpPr>
        <p:spPr/>
        <p:txBody>
          <a:bodyPr/>
          <a:lstStyle/>
          <a:p>
            <a:fld id="{8027C91F-3113-4170-B0A7-EB36B47BBC64}" type="slidenum">
              <a:rPr lang="da-DK" smtClean="0"/>
              <a:pPr/>
              <a:t>11</a:t>
            </a:fld>
            <a:endParaRPr lang="da-DK" dirty="0"/>
          </a:p>
        </p:txBody>
      </p:sp>
      <p:sp>
        <p:nvSpPr>
          <p:cNvPr id="9" name="Pladsholder til indhold 8">
            <a:extLst>
              <a:ext uri="{FF2B5EF4-FFF2-40B4-BE49-F238E27FC236}">
                <a16:creationId xmlns:a16="http://schemas.microsoft.com/office/drawing/2014/main" id="{5B0C127D-09DD-F478-A1E9-FC9D4615C798}"/>
              </a:ext>
            </a:extLst>
          </p:cNvPr>
          <p:cNvSpPr>
            <a:spLocks noGrp="1"/>
          </p:cNvSpPr>
          <p:nvPr>
            <p:ph sz="quarter" idx="13"/>
          </p:nvPr>
        </p:nvSpPr>
        <p:spPr>
          <a:xfrm>
            <a:off x="370874" y="1274493"/>
            <a:ext cx="8542566" cy="5403691"/>
          </a:xfrm>
        </p:spPr>
        <p:txBody>
          <a:bodyPr/>
          <a:lstStyle/>
          <a:p>
            <a:r>
              <a:rPr lang="da-DK" dirty="0"/>
              <a:t>Diagrammer for H</a:t>
            </a:r>
            <a:r>
              <a:rPr lang="da-DK" baseline="-25000" dirty="0"/>
              <a:t>2</a:t>
            </a:r>
            <a:r>
              <a:rPr lang="da-DK" dirty="0"/>
              <a:t>O er indtegnet en </a:t>
            </a:r>
            <a:r>
              <a:rPr lang="da-DK" dirty="0" err="1"/>
              <a:t>isentropisk</a:t>
            </a:r>
            <a:r>
              <a:rPr lang="da-DK" dirty="0"/>
              <a:t> ekspansionsproces fra 90 bar/ 400 ⁰C til 30 bar (</a:t>
            </a:r>
            <a:r>
              <a:rPr lang="da-DK" dirty="0" err="1"/>
              <a:t>s,T</a:t>
            </a:r>
            <a:r>
              <a:rPr lang="da-DK" dirty="0"/>
              <a:t>) (Isobarer er røde):</a:t>
            </a:r>
          </a:p>
          <a:p>
            <a:pPr lvl="0"/>
            <a:r>
              <a:rPr lang="da-DK" dirty="0"/>
              <a:t>   </a:t>
            </a:r>
          </a:p>
          <a:p>
            <a:endParaRPr lang="da-DK" b="0" dirty="0"/>
          </a:p>
        </p:txBody>
      </p:sp>
      <p:sp>
        <p:nvSpPr>
          <p:cNvPr id="8" name="Titel 7">
            <a:extLst>
              <a:ext uri="{FF2B5EF4-FFF2-40B4-BE49-F238E27FC236}">
                <a16:creationId xmlns:a16="http://schemas.microsoft.com/office/drawing/2014/main" id="{349B4D18-69DB-330F-94B4-FA2FDE826EA4}"/>
              </a:ext>
            </a:extLst>
          </p:cNvPr>
          <p:cNvSpPr>
            <a:spLocks noGrp="1"/>
          </p:cNvSpPr>
          <p:nvPr>
            <p:ph type="title"/>
          </p:nvPr>
        </p:nvSpPr>
        <p:spPr>
          <a:xfrm>
            <a:off x="444237" y="518555"/>
            <a:ext cx="9090889" cy="480067"/>
          </a:xfrm>
        </p:spPr>
        <p:txBody>
          <a:bodyPr/>
          <a:lstStyle/>
          <a:p>
            <a:r>
              <a:rPr lang="da-DK" dirty="0"/>
              <a:t>Tilstandsdiagrammer 2/4</a:t>
            </a:r>
          </a:p>
        </p:txBody>
      </p:sp>
      <p:sp>
        <p:nvSpPr>
          <p:cNvPr id="3" name="Pladsholder til dato 2">
            <a:extLst>
              <a:ext uri="{FF2B5EF4-FFF2-40B4-BE49-F238E27FC236}">
                <a16:creationId xmlns:a16="http://schemas.microsoft.com/office/drawing/2014/main" id="{990A815C-BB1F-A0A0-7B66-181F0B2EDD33}"/>
              </a:ext>
            </a:extLst>
          </p:cNvPr>
          <p:cNvSpPr>
            <a:spLocks noGrp="1"/>
          </p:cNvSpPr>
          <p:nvPr>
            <p:ph type="dt" sz="half" idx="11"/>
          </p:nvPr>
        </p:nvSpPr>
        <p:spPr/>
        <p:txBody>
          <a:bodyPr/>
          <a:lstStyle/>
          <a:p>
            <a:fld id="{4708341F-0F0E-47FB-8512-CCC8C3F1C977}" type="datetime1">
              <a:rPr lang="da-DK" smtClean="0"/>
              <a:pPr/>
              <a:t>22-09-2026</a:t>
            </a:fld>
            <a:endParaRPr lang="da-DK" dirty="0"/>
          </a:p>
        </p:txBody>
      </p:sp>
      <p:sp>
        <p:nvSpPr>
          <p:cNvPr id="4" name="Pladsholder til sidefod 3">
            <a:extLst>
              <a:ext uri="{FF2B5EF4-FFF2-40B4-BE49-F238E27FC236}">
                <a16:creationId xmlns:a16="http://schemas.microsoft.com/office/drawing/2014/main" id="{203DCD9F-61D6-6C51-8D82-6579A3D85899}"/>
              </a:ext>
            </a:extLst>
          </p:cNvPr>
          <p:cNvSpPr>
            <a:spLocks noGrp="1"/>
          </p:cNvSpPr>
          <p:nvPr>
            <p:ph type="ftr" sz="quarter" idx="3"/>
          </p:nvPr>
        </p:nvSpPr>
        <p:spPr/>
        <p:txBody>
          <a:bodyPr/>
          <a:lstStyle/>
          <a:p>
            <a:endParaRPr lang="da-DK" dirty="0"/>
          </a:p>
        </p:txBody>
      </p:sp>
      <p:pic>
        <p:nvPicPr>
          <p:cNvPr id="5" name="Billede 4" descr="Et billede, der indeholder tekst, diagram, linje/række, Kurve&#10;&#10;Automatisk genereret beskrivelse">
            <a:extLst>
              <a:ext uri="{FF2B5EF4-FFF2-40B4-BE49-F238E27FC236}">
                <a16:creationId xmlns:a16="http://schemas.microsoft.com/office/drawing/2014/main" id="{C607A6FD-CA3C-E76C-2084-CA4F7C03F0B5}"/>
              </a:ext>
            </a:extLst>
          </p:cNvPr>
          <p:cNvPicPr>
            <a:picLocks noChangeAspect="1"/>
          </p:cNvPicPr>
          <p:nvPr/>
        </p:nvPicPr>
        <p:blipFill>
          <a:blip r:embed="rId2"/>
          <a:stretch>
            <a:fillRect/>
          </a:stretch>
        </p:blipFill>
        <p:spPr>
          <a:xfrm>
            <a:off x="195000" y="2043112"/>
            <a:ext cx="9516000" cy="4309747"/>
          </a:xfrm>
          <a:prstGeom prst="rect">
            <a:avLst/>
          </a:prstGeom>
        </p:spPr>
      </p:pic>
    </p:spTree>
    <p:extLst>
      <p:ext uri="{BB962C8B-B14F-4D97-AF65-F5344CB8AC3E}">
        <p14:creationId xmlns:p14="http://schemas.microsoft.com/office/powerpoint/2010/main" val="1703487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42839-D7D9-51A3-1E8C-0472D05D9D69}"/>
            </a:ext>
          </a:extLst>
        </p:cNvPr>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F1AEA626-56E7-C1A2-635F-B35FEFB4BCD1}"/>
              </a:ext>
            </a:extLst>
          </p:cNvPr>
          <p:cNvSpPr>
            <a:spLocks noGrp="1"/>
          </p:cNvSpPr>
          <p:nvPr>
            <p:ph type="sldNum" sz="quarter" idx="12"/>
          </p:nvPr>
        </p:nvSpPr>
        <p:spPr/>
        <p:txBody>
          <a:bodyPr/>
          <a:lstStyle/>
          <a:p>
            <a:fld id="{8027C91F-3113-4170-B0A7-EB36B47BBC64}" type="slidenum">
              <a:rPr lang="da-DK" smtClean="0"/>
              <a:pPr/>
              <a:t>12</a:t>
            </a:fld>
            <a:endParaRPr lang="da-DK" dirty="0"/>
          </a:p>
        </p:txBody>
      </p:sp>
      <p:sp>
        <p:nvSpPr>
          <p:cNvPr id="9" name="Pladsholder til indhold 8">
            <a:extLst>
              <a:ext uri="{FF2B5EF4-FFF2-40B4-BE49-F238E27FC236}">
                <a16:creationId xmlns:a16="http://schemas.microsoft.com/office/drawing/2014/main" id="{544A8567-86DB-13AF-5ED1-7D621893D38A}"/>
              </a:ext>
            </a:extLst>
          </p:cNvPr>
          <p:cNvSpPr>
            <a:spLocks noGrp="1"/>
          </p:cNvSpPr>
          <p:nvPr>
            <p:ph sz="quarter" idx="13"/>
          </p:nvPr>
        </p:nvSpPr>
        <p:spPr>
          <a:xfrm>
            <a:off x="370874" y="1274493"/>
            <a:ext cx="8542566" cy="5403691"/>
          </a:xfrm>
        </p:spPr>
        <p:txBody>
          <a:bodyPr/>
          <a:lstStyle/>
          <a:p>
            <a:r>
              <a:rPr lang="da-DK" dirty="0"/>
              <a:t>Diagrammer for H</a:t>
            </a:r>
            <a:r>
              <a:rPr lang="da-DK" baseline="-25000" dirty="0"/>
              <a:t>2</a:t>
            </a:r>
            <a:r>
              <a:rPr lang="da-DK" dirty="0"/>
              <a:t>O er indtegnet en </a:t>
            </a:r>
            <a:r>
              <a:rPr lang="da-DK" dirty="0" err="1"/>
              <a:t>isentropisk</a:t>
            </a:r>
            <a:r>
              <a:rPr lang="da-DK" dirty="0"/>
              <a:t> ekspansionsproces fra 90 bar/ 400 ⁰C til 30 bar (</a:t>
            </a:r>
            <a:r>
              <a:rPr lang="da-DK" dirty="0" err="1"/>
              <a:t>h,log</a:t>
            </a:r>
            <a:r>
              <a:rPr lang="da-DK" dirty="0"/>
              <a:t>(p)) (</a:t>
            </a:r>
            <a:r>
              <a:rPr lang="da-DK" dirty="0" err="1"/>
              <a:t>Isentroper</a:t>
            </a:r>
            <a:r>
              <a:rPr lang="da-DK" dirty="0"/>
              <a:t> er blå):</a:t>
            </a:r>
          </a:p>
          <a:p>
            <a:pPr lvl="0"/>
            <a:r>
              <a:rPr lang="da-DK" dirty="0"/>
              <a:t>   </a:t>
            </a:r>
          </a:p>
          <a:p>
            <a:endParaRPr lang="da-DK" b="0" dirty="0"/>
          </a:p>
        </p:txBody>
      </p:sp>
      <p:sp>
        <p:nvSpPr>
          <p:cNvPr id="8" name="Titel 7">
            <a:extLst>
              <a:ext uri="{FF2B5EF4-FFF2-40B4-BE49-F238E27FC236}">
                <a16:creationId xmlns:a16="http://schemas.microsoft.com/office/drawing/2014/main" id="{0FB8E7C3-545F-E716-6011-4A0360AF9C5B}"/>
              </a:ext>
            </a:extLst>
          </p:cNvPr>
          <p:cNvSpPr>
            <a:spLocks noGrp="1"/>
          </p:cNvSpPr>
          <p:nvPr>
            <p:ph type="title"/>
          </p:nvPr>
        </p:nvSpPr>
        <p:spPr>
          <a:xfrm>
            <a:off x="444237" y="518555"/>
            <a:ext cx="9090889" cy="480067"/>
          </a:xfrm>
        </p:spPr>
        <p:txBody>
          <a:bodyPr/>
          <a:lstStyle/>
          <a:p>
            <a:r>
              <a:rPr lang="da-DK" dirty="0"/>
              <a:t>Tilstandsdiagrammer 3/4</a:t>
            </a:r>
          </a:p>
        </p:txBody>
      </p:sp>
      <p:sp>
        <p:nvSpPr>
          <p:cNvPr id="3" name="Pladsholder til dato 2">
            <a:extLst>
              <a:ext uri="{FF2B5EF4-FFF2-40B4-BE49-F238E27FC236}">
                <a16:creationId xmlns:a16="http://schemas.microsoft.com/office/drawing/2014/main" id="{66C729CF-AC04-81ED-DD7A-A356771B1BC2}"/>
              </a:ext>
            </a:extLst>
          </p:cNvPr>
          <p:cNvSpPr>
            <a:spLocks noGrp="1"/>
          </p:cNvSpPr>
          <p:nvPr>
            <p:ph type="dt" sz="half" idx="11"/>
          </p:nvPr>
        </p:nvSpPr>
        <p:spPr/>
        <p:txBody>
          <a:bodyPr/>
          <a:lstStyle/>
          <a:p>
            <a:fld id="{4708341F-0F0E-47FB-8512-CCC8C3F1C977}" type="datetime1">
              <a:rPr lang="da-DK" smtClean="0"/>
              <a:pPr/>
              <a:t>22-09-2026</a:t>
            </a:fld>
            <a:endParaRPr lang="da-DK" dirty="0"/>
          </a:p>
        </p:txBody>
      </p:sp>
      <p:sp>
        <p:nvSpPr>
          <p:cNvPr id="4" name="Pladsholder til sidefod 3">
            <a:extLst>
              <a:ext uri="{FF2B5EF4-FFF2-40B4-BE49-F238E27FC236}">
                <a16:creationId xmlns:a16="http://schemas.microsoft.com/office/drawing/2014/main" id="{42F02DB3-EDCF-A369-0DF5-E4968FCAD75B}"/>
              </a:ext>
            </a:extLst>
          </p:cNvPr>
          <p:cNvSpPr>
            <a:spLocks noGrp="1"/>
          </p:cNvSpPr>
          <p:nvPr>
            <p:ph type="ftr" sz="quarter" idx="3"/>
          </p:nvPr>
        </p:nvSpPr>
        <p:spPr/>
        <p:txBody>
          <a:bodyPr/>
          <a:lstStyle/>
          <a:p>
            <a:endParaRPr lang="da-DK" dirty="0"/>
          </a:p>
        </p:txBody>
      </p:sp>
      <p:pic>
        <p:nvPicPr>
          <p:cNvPr id="6" name="Billede 5" descr="Et billede, der indeholder tekst, diagram, linje/række, Kurve&#10;&#10;Automatisk genereret beskrivelse">
            <a:extLst>
              <a:ext uri="{FF2B5EF4-FFF2-40B4-BE49-F238E27FC236}">
                <a16:creationId xmlns:a16="http://schemas.microsoft.com/office/drawing/2014/main" id="{55A137CE-2B73-A865-94C0-14F00CBF423D}"/>
              </a:ext>
            </a:extLst>
          </p:cNvPr>
          <p:cNvPicPr>
            <a:picLocks noChangeAspect="1"/>
          </p:cNvPicPr>
          <p:nvPr/>
        </p:nvPicPr>
        <p:blipFill>
          <a:blip r:embed="rId2"/>
          <a:stretch>
            <a:fillRect/>
          </a:stretch>
        </p:blipFill>
        <p:spPr>
          <a:xfrm>
            <a:off x="348992" y="2085242"/>
            <a:ext cx="9217550" cy="3792030"/>
          </a:xfrm>
          <a:prstGeom prst="rect">
            <a:avLst/>
          </a:prstGeom>
        </p:spPr>
      </p:pic>
      <mc:AlternateContent xmlns:mc="http://schemas.openxmlformats.org/markup-compatibility/2006" xmlns:a14="http://schemas.microsoft.com/office/drawing/2010/main">
        <mc:Choice Requires="a14">
          <p:sp>
            <p:nvSpPr>
              <p:cNvPr id="5" name="Tekstfelt 4">
                <a:extLst>
                  <a:ext uri="{FF2B5EF4-FFF2-40B4-BE49-F238E27FC236}">
                    <a16:creationId xmlns:a16="http://schemas.microsoft.com/office/drawing/2014/main" id="{075DF596-C46B-714A-5EC9-45B8107FE01F}"/>
                  </a:ext>
                </a:extLst>
              </p:cNvPr>
              <p:cNvSpPr txBox="1"/>
              <p:nvPr/>
            </p:nvSpPr>
            <p:spPr>
              <a:xfrm>
                <a:off x="5601072" y="5850560"/>
                <a:ext cx="3808478" cy="427168"/>
              </a:xfrm>
              <a:prstGeom prst="rect">
                <a:avLst/>
              </a:prstGeom>
              <a:noFill/>
            </p:spPr>
            <p:txBody>
              <a:bodyPr wrap="none" rtlCol="0">
                <a:spAutoFit/>
              </a:bodyPr>
              <a:lstStyle/>
              <a:p>
                <a:r>
                  <a:rPr lang="da-DK" sz="1400" dirty="0"/>
                  <a:t>Bemærk at enheden for </a:t>
                </a:r>
                <a:r>
                  <a:rPr lang="da-DK" sz="1400" dirty="0" err="1"/>
                  <a:t>isentroperne</a:t>
                </a:r>
                <a:r>
                  <a:rPr lang="da-DK" sz="1400" dirty="0"/>
                  <a:t> (blå) er </a:t>
                </a:r>
                <a14:m>
                  <m:oMath xmlns:m="http://schemas.openxmlformats.org/officeDocument/2006/math">
                    <m:f>
                      <m:fPr>
                        <m:ctrlPr>
                          <a:rPr lang="da-DK" sz="1400" b="0" i="1" smtClean="0">
                            <a:latin typeface="Cambria Math" panose="02040503050406030204" pitchFamily="18" charset="0"/>
                          </a:rPr>
                        </m:ctrlPr>
                      </m:fPr>
                      <m:num>
                        <m:r>
                          <a:rPr lang="da-DK" sz="1400" b="0" i="1" smtClean="0">
                            <a:latin typeface="Cambria Math" panose="02040503050406030204" pitchFamily="18" charset="0"/>
                          </a:rPr>
                          <m:t>𝑘𝐽</m:t>
                        </m:r>
                      </m:num>
                      <m:den>
                        <m:r>
                          <a:rPr lang="da-DK" sz="1400" b="0" i="1" smtClean="0">
                            <a:latin typeface="Cambria Math" panose="02040503050406030204" pitchFamily="18" charset="0"/>
                          </a:rPr>
                          <m:t>𝑘𝑔</m:t>
                        </m:r>
                        <m:r>
                          <a:rPr lang="da-DK" sz="1400" b="0" i="1" smtClean="0">
                            <a:latin typeface="Cambria Math" panose="02040503050406030204" pitchFamily="18" charset="0"/>
                            <a:ea typeface="Cambria Math" panose="02040503050406030204" pitchFamily="18" charset="0"/>
                          </a:rPr>
                          <m:t>∙</m:t>
                        </m:r>
                        <m:r>
                          <a:rPr lang="da-DK" sz="1400" b="0" i="1" smtClean="0">
                            <a:latin typeface="Cambria Math" panose="02040503050406030204" pitchFamily="18" charset="0"/>
                            <a:ea typeface="Cambria Math" panose="02040503050406030204" pitchFamily="18" charset="0"/>
                          </a:rPr>
                          <m:t>𝐾</m:t>
                        </m:r>
                      </m:den>
                    </m:f>
                  </m:oMath>
                </a14:m>
                <a:endParaRPr lang="da-DK" sz="1400" dirty="0"/>
              </a:p>
            </p:txBody>
          </p:sp>
        </mc:Choice>
        <mc:Fallback xmlns="">
          <p:sp>
            <p:nvSpPr>
              <p:cNvPr id="5" name="Tekstfelt 4">
                <a:extLst>
                  <a:ext uri="{FF2B5EF4-FFF2-40B4-BE49-F238E27FC236}">
                    <a16:creationId xmlns:a16="http://schemas.microsoft.com/office/drawing/2014/main" id="{075DF596-C46B-714A-5EC9-45B8107FE01F}"/>
                  </a:ext>
                </a:extLst>
              </p:cNvPr>
              <p:cNvSpPr txBox="1">
                <a:spLocks noRot="1" noChangeAspect="1" noMove="1" noResize="1" noEditPoints="1" noAdjustHandles="1" noChangeArrowheads="1" noChangeShapeType="1" noTextEdit="1"/>
              </p:cNvSpPr>
              <p:nvPr/>
            </p:nvSpPr>
            <p:spPr>
              <a:xfrm>
                <a:off x="5601072" y="5850560"/>
                <a:ext cx="3808478" cy="427168"/>
              </a:xfrm>
              <a:prstGeom prst="rect">
                <a:avLst/>
              </a:prstGeom>
              <a:blipFill>
                <a:blip r:embed="rId3"/>
                <a:stretch>
                  <a:fillRect l="-480" b="-2857"/>
                </a:stretch>
              </a:blipFill>
            </p:spPr>
            <p:txBody>
              <a:bodyPr/>
              <a:lstStyle/>
              <a:p>
                <a:r>
                  <a:rPr lang="da-DK">
                    <a:noFill/>
                  </a:rPr>
                  <a:t> </a:t>
                </a:r>
              </a:p>
            </p:txBody>
          </p:sp>
        </mc:Fallback>
      </mc:AlternateContent>
    </p:spTree>
    <p:extLst>
      <p:ext uri="{BB962C8B-B14F-4D97-AF65-F5344CB8AC3E}">
        <p14:creationId xmlns:p14="http://schemas.microsoft.com/office/powerpoint/2010/main" val="3240036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38B56-7B84-11D9-630B-803595A12952}"/>
            </a:ext>
          </a:extLst>
        </p:cNvPr>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0FD17B61-89A0-EE96-130B-2DA9DF2F8504}"/>
              </a:ext>
            </a:extLst>
          </p:cNvPr>
          <p:cNvSpPr>
            <a:spLocks noGrp="1"/>
          </p:cNvSpPr>
          <p:nvPr>
            <p:ph type="sldNum" sz="quarter" idx="12"/>
          </p:nvPr>
        </p:nvSpPr>
        <p:spPr/>
        <p:txBody>
          <a:bodyPr/>
          <a:lstStyle/>
          <a:p>
            <a:fld id="{8027C91F-3113-4170-B0A7-EB36B47BBC64}" type="slidenum">
              <a:rPr lang="da-DK" smtClean="0"/>
              <a:pPr/>
              <a:t>13</a:t>
            </a:fld>
            <a:endParaRPr lang="da-DK" dirty="0"/>
          </a:p>
        </p:txBody>
      </p:sp>
      <p:sp>
        <p:nvSpPr>
          <p:cNvPr id="9" name="Pladsholder til indhold 8">
            <a:extLst>
              <a:ext uri="{FF2B5EF4-FFF2-40B4-BE49-F238E27FC236}">
                <a16:creationId xmlns:a16="http://schemas.microsoft.com/office/drawing/2014/main" id="{27463836-B9AF-D7CD-2072-AD27716A4552}"/>
              </a:ext>
            </a:extLst>
          </p:cNvPr>
          <p:cNvSpPr>
            <a:spLocks noGrp="1"/>
          </p:cNvSpPr>
          <p:nvPr>
            <p:ph sz="quarter" idx="13"/>
          </p:nvPr>
        </p:nvSpPr>
        <p:spPr>
          <a:xfrm>
            <a:off x="370874" y="1274493"/>
            <a:ext cx="8542566" cy="5403691"/>
          </a:xfrm>
        </p:spPr>
        <p:txBody>
          <a:bodyPr/>
          <a:lstStyle/>
          <a:p>
            <a:r>
              <a:rPr lang="da-DK" dirty="0"/>
              <a:t>Diagrammer for H</a:t>
            </a:r>
            <a:r>
              <a:rPr lang="da-DK" baseline="-25000" dirty="0"/>
              <a:t>2</a:t>
            </a:r>
            <a:r>
              <a:rPr lang="da-DK" dirty="0"/>
              <a:t>O er indtegnet en </a:t>
            </a:r>
            <a:r>
              <a:rPr lang="da-DK" dirty="0" err="1"/>
              <a:t>isentropisk</a:t>
            </a:r>
            <a:r>
              <a:rPr lang="da-DK" dirty="0"/>
              <a:t> ekspansionsproces fra 90 bar/ 400 ⁰C til 30 bar (</a:t>
            </a:r>
            <a:r>
              <a:rPr lang="da-DK" dirty="0" err="1"/>
              <a:t>s,h</a:t>
            </a:r>
            <a:r>
              <a:rPr lang="da-DK" dirty="0"/>
              <a:t>) (Isobarer er blå):</a:t>
            </a:r>
          </a:p>
          <a:p>
            <a:pPr lvl="0"/>
            <a:r>
              <a:rPr lang="da-DK" dirty="0"/>
              <a:t>   </a:t>
            </a:r>
          </a:p>
          <a:p>
            <a:endParaRPr lang="da-DK" b="0" dirty="0"/>
          </a:p>
        </p:txBody>
      </p:sp>
      <p:sp>
        <p:nvSpPr>
          <p:cNvPr id="8" name="Titel 7">
            <a:extLst>
              <a:ext uri="{FF2B5EF4-FFF2-40B4-BE49-F238E27FC236}">
                <a16:creationId xmlns:a16="http://schemas.microsoft.com/office/drawing/2014/main" id="{FE8B7514-41FE-BEC8-02D2-2DF813135B5F}"/>
              </a:ext>
            </a:extLst>
          </p:cNvPr>
          <p:cNvSpPr>
            <a:spLocks noGrp="1"/>
          </p:cNvSpPr>
          <p:nvPr>
            <p:ph type="title"/>
          </p:nvPr>
        </p:nvSpPr>
        <p:spPr>
          <a:xfrm>
            <a:off x="444237" y="518555"/>
            <a:ext cx="9090889" cy="480067"/>
          </a:xfrm>
        </p:spPr>
        <p:txBody>
          <a:bodyPr/>
          <a:lstStyle/>
          <a:p>
            <a:r>
              <a:rPr lang="da-DK" dirty="0"/>
              <a:t>Tilstandsdiagrammer 4/4</a:t>
            </a:r>
          </a:p>
        </p:txBody>
      </p:sp>
      <p:sp>
        <p:nvSpPr>
          <p:cNvPr id="3" name="Pladsholder til dato 2">
            <a:extLst>
              <a:ext uri="{FF2B5EF4-FFF2-40B4-BE49-F238E27FC236}">
                <a16:creationId xmlns:a16="http://schemas.microsoft.com/office/drawing/2014/main" id="{5156CF28-A83E-CA4F-F96D-1F9B8AAED7FF}"/>
              </a:ext>
            </a:extLst>
          </p:cNvPr>
          <p:cNvSpPr>
            <a:spLocks noGrp="1"/>
          </p:cNvSpPr>
          <p:nvPr>
            <p:ph type="dt" sz="half" idx="11"/>
          </p:nvPr>
        </p:nvSpPr>
        <p:spPr/>
        <p:txBody>
          <a:bodyPr/>
          <a:lstStyle/>
          <a:p>
            <a:fld id="{4708341F-0F0E-47FB-8512-CCC8C3F1C977}" type="datetime1">
              <a:rPr lang="da-DK" smtClean="0"/>
              <a:pPr/>
              <a:t>22-09-2026</a:t>
            </a:fld>
            <a:endParaRPr lang="da-DK" dirty="0"/>
          </a:p>
        </p:txBody>
      </p:sp>
      <p:sp>
        <p:nvSpPr>
          <p:cNvPr id="4" name="Pladsholder til sidefod 3">
            <a:extLst>
              <a:ext uri="{FF2B5EF4-FFF2-40B4-BE49-F238E27FC236}">
                <a16:creationId xmlns:a16="http://schemas.microsoft.com/office/drawing/2014/main" id="{195C8C90-C747-27A7-305F-7C7423C123A4}"/>
              </a:ext>
            </a:extLst>
          </p:cNvPr>
          <p:cNvSpPr>
            <a:spLocks noGrp="1"/>
          </p:cNvSpPr>
          <p:nvPr>
            <p:ph type="ftr" sz="quarter" idx="3"/>
          </p:nvPr>
        </p:nvSpPr>
        <p:spPr/>
        <p:txBody>
          <a:bodyPr/>
          <a:lstStyle/>
          <a:p>
            <a:endParaRPr lang="da-DK" dirty="0"/>
          </a:p>
        </p:txBody>
      </p:sp>
      <p:pic>
        <p:nvPicPr>
          <p:cNvPr id="5" name="Billede 4" descr="Et billede, der indeholder tekst, diagram, linje/række, Kurve&#10;&#10;Automatisk genereret beskrivelse">
            <a:extLst>
              <a:ext uri="{FF2B5EF4-FFF2-40B4-BE49-F238E27FC236}">
                <a16:creationId xmlns:a16="http://schemas.microsoft.com/office/drawing/2014/main" id="{7ECF637A-31E6-9197-083E-E234C93F7F48}"/>
              </a:ext>
            </a:extLst>
          </p:cNvPr>
          <p:cNvPicPr>
            <a:picLocks noChangeAspect="1"/>
          </p:cNvPicPr>
          <p:nvPr/>
        </p:nvPicPr>
        <p:blipFill>
          <a:blip r:embed="rId2"/>
          <a:stretch>
            <a:fillRect/>
          </a:stretch>
        </p:blipFill>
        <p:spPr>
          <a:xfrm>
            <a:off x="467102" y="2026381"/>
            <a:ext cx="9212591" cy="3899914"/>
          </a:xfrm>
          <a:prstGeom prst="rect">
            <a:avLst/>
          </a:prstGeom>
        </p:spPr>
      </p:pic>
    </p:spTree>
    <p:extLst>
      <p:ext uri="{BB962C8B-B14F-4D97-AF65-F5344CB8AC3E}">
        <p14:creationId xmlns:p14="http://schemas.microsoft.com/office/powerpoint/2010/main" val="1626329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34C7F-0D29-CC7F-25C2-BBF7EF8D968F}"/>
            </a:ext>
          </a:extLst>
        </p:cNvPr>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8668CA13-217B-0059-EFD7-4A96D0AA10AE}"/>
              </a:ext>
            </a:extLst>
          </p:cNvPr>
          <p:cNvSpPr>
            <a:spLocks noGrp="1"/>
          </p:cNvSpPr>
          <p:nvPr>
            <p:ph type="sldNum" sz="quarter" idx="12"/>
          </p:nvPr>
        </p:nvSpPr>
        <p:spPr/>
        <p:txBody>
          <a:bodyPr/>
          <a:lstStyle/>
          <a:p>
            <a:fld id="{8027C91F-3113-4170-B0A7-EB36B47BBC64}" type="slidenum">
              <a:rPr lang="da-DK" smtClean="0"/>
              <a:pPr/>
              <a:t>14</a:t>
            </a:fld>
            <a:endParaRPr lang="da-DK" dirty="0"/>
          </a:p>
        </p:txBody>
      </p:sp>
      <p:sp>
        <p:nvSpPr>
          <p:cNvPr id="9" name="Pladsholder til indhold 8">
            <a:extLst>
              <a:ext uri="{FF2B5EF4-FFF2-40B4-BE49-F238E27FC236}">
                <a16:creationId xmlns:a16="http://schemas.microsoft.com/office/drawing/2014/main" id="{314BD245-589A-0639-9E43-20649B81474F}"/>
              </a:ext>
            </a:extLst>
          </p:cNvPr>
          <p:cNvSpPr>
            <a:spLocks noGrp="1"/>
          </p:cNvSpPr>
          <p:nvPr>
            <p:ph sz="quarter" idx="13"/>
          </p:nvPr>
        </p:nvSpPr>
        <p:spPr>
          <a:xfrm>
            <a:off x="418939" y="1556793"/>
            <a:ext cx="9116187" cy="4752592"/>
          </a:xfrm>
        </p:spPr>
        <p:txBody>
          <a:bodyPr/>
          <a:lstStyle/>
          <a:p>
            <a:r>
              <a:rPr lang="da-DK" b="0" dirty="0"/>
              <a:t>Forbered fremlæggelse af opgave til næste gang. Opgaven skal kunne præsenteres ved tavlen inklusiv teori og enhedsberegninger. Opgaven i parentes er opponentopgaven som I også skal sætte jer ind i, og kunne stille spørgsmål til når den fremlægges.</a:t>
            </a:r>
          </a:p>
          <a:p>
            <a:endParaRPr lang="da-DK" b="0" dirty="0"/>
          </a:p>
          <a:p>
            <a:r>
              <a:rPr lang="da-DK" b="0" dirty="0"/>
              <a:t>Gruppe 1: 9.56 og (9.62)</a:t>
            </a:r>
          </a:p>
          <a:p>
            <a:r>
              <a:rPr lang="da-DK" b="0" dirty="0"/>
              <a:t>Gruppe 2: 9.62 og (9.56)</a:t>
            </a:r>
          </a:p>
          <a:p>
            <a:r>
              <a:rPr lang="da-DK" b="0" dirty="0"/>
              <a:t>Gruppe 3: 9.23.1 og (9.74)</a:t>
            </a:r>
          </a:p>
          <a:p>
            <a:r>
              <a:rPr lang="da-DK" b="0" dirty="0"/>
              <a:t>Gruppe 4: 9.74 og (Beregningsopgave fra portefølje 1)</a:t>
            </a:r>
          </a:p>
          <a:p>
            <a:r>
              <a:rPr lang="da-DK" b="0" dirty="0"/>
              <a:t>Gruppe 5: Beregningsopgave fra portefølje 1 og (9.87)</a:t>
            </a:r>
          </a:p>
          <a:p>
            <a:r>
              <a:rPr lang="da-DK" b="0" dirty="0"/>
              <a:t>Gruppe 6: </a:t>
            </a:r>
            <a:r>
              <a:rPr lang="da-DK" b="0" dirty="0" err="1"/>
              <a:t>Opg</a:t>
            </a:r>
            <a:r>
              <a:rPr lang="da-DK" b="0" dirty="0"/>
              <a:t>. 9.87 og (9.23.1)</a:t>
            </a:r>
          </a:p>
          <a:p>
            <a:endParaRPr lang="da-DK" b="0" dirty="0"/>
          </a:p>
          <a:p>
            <a:r>
              <a:rPr lang="da-DK" b="0" dirty="0"/>
              <a:t>Regn manglende opgaver / opgaver fra sidst</a:t>
            </a:r>
          </a:p>
          <a:p>
            <a:endParaRPr lang="da-DK" b="0" dirty="0"/>
          </a:p>
          <a:p>
            <a:r>
              <a:rPr lang="da-DK" b="0" dirty="0"/>
              <a:t>Porteføljeopgaver (portefølje 2 og 3 (det som I har lært at regne på indtil videre))</a:t>
            </a:r>
          </a:p>
          <a:p>
            <a:endParaRPr lang="da-DK" b="0" dirty="0"/>
          </a:p>
          <a:p>
            <a:endParaRPr lang="da-DK" dirty="0"/>
          </a:p>
          <a:p>
            <a:pPr marL="879333" lvl="1" indent="-342900">
              <a:buFont typeface="Arial" panose="020B0604020202020204" pitchFamily="34" charset="0"/>
              <a:buChar char="•"/>
            </a:pPr>
            <a:endParaRPr lang="da-DK" dirty="0"/>
          </a:p>
          <a:p>
            <a:pPr marL="536433" lvl="1" indent="0">
              <a:buNone/>
            </a:pPr>
            <a:endParaRPr lang="da-DK" dirty="0"/>
          </a:p>
          <a:p>
            <a:endParaRPr lang="da-DK" dirty="0"/>
          </a:p>
          <a:p>
            <a:endParaRPr lang="da-DK" dirty="0"/>
          </a:p>
        </p:txBody>
      </p:sp>
      <p:sp>
        <p:nvSpPr>
          <p:cNvPr id="8" name="Titel 7">
            <a:extLst>
              <a:ext uri="{FF2B5EF4-FFF2-40B4-BE49-F238E27FC236}">
                <a16:creationId xmlns:a16="http://schemas.microsoft.com/office/drawing/2014/main" id="{6570F343-9D06-7EEB-518B-73178C509238}"/>
              </a:ext>
            </a:extLst>
          </p:cNvPr>
          <p:cNvSpPr>
            <a:spLocks noGrp="1"/>
          </p:cNvSpPr>
          <p:nvPr>
            <p:ph type="title"/>
          </p:nvPr>
        </p:nvSpPr>
        <p:spPr>
          <a:xfrm>
            <a:off x="444237" y="962770"/>
            <a:ext cx="9090889" cy="480067"/>
          </a:xfrm>
        </p:spPr>
        <p:txBody>
          <a:bodyPr/>
          <a:lstStyle/>
          <a:p>
            <a:r>
              <a:rPr lang="da-DK" dirty="0"/>
              <a:t>Opgaveregning</a:t>
            </a:r>
          </a:p>
        </p:txBody>
      </p:sp>
      <p:sp>
        <p:nvSpPr>
          <p:cNvPr id="3" name="Pladsholder til dato 2">
            <a:extLst>
              <a:ext uri="{FF2B5EF4-FFF2-40B4-BE49-F238E27FC236}">
                <a16:creationId xmlns:a16="http://schemas.microsoft.com/office/drawing/2014/main" id="{B187B7C1-177F-7290-2788-EFA6A61CF490}"/>
              </a:ext>
            </a:extLst>
          </p:cNvPr>
          <p:cNvSpPr>
            <a:spLocks noGrp="1"/>
          </p:cNvSpPr>
          <p:nvPr>
            <p:ph type="dt" sz="half" idx="11"/>
          </p:nvPr>
        </p:nvSpPr>
        <p:spPr/>
        <p:txBody>
          <a:bodyPr/>
          <a:lstStyle/>
          <a:p>
            <a:fld id="{4708341F-0F0E-47FB-8512-CCC8C3F1C977}" type="datetime1">
              <a:rPr lang="da-DK" smtClean="0"/>
              <a:pPr/>
              <a:t>22-09-2026</a:t>
            </a:fld>
            <a:endParaRPr lang="da-DK" dirty="0"/>
          </a:p>
        </p:txBody>
      </p:sp>
    </p:spTree>
    <p:extLst>
      <p:ext uri="{BB962C8B-B14F-4D97-AF65-F5344CB8AC3E}">
        <p14:creationId xmlns:p14="http://schemas.microsoft.com/office/powerpoint/2010/main" val="3576342854"/>
      </p:ext>
    </p:extLst>
  </p:cSld>
  <p:clrMapOvr>
    <a:masterClrMapping/>
  </p:clrMapOvr>
</p:sld>
</file>

<file path=ppt/theme/theme1.xml><?xml version="1.0" encoding="utf-8"?>
<a:theme xmlns:a="http://schemas.openxmlformats.org/drawingml/2006/main" name="Martec v1.0">
  <a:themeElements>
    <a:clrScheme name="Shrpa farver">
      <a:dk1>
        <a:sysClr val="windowText" lastClr="000000"/>
      </a:dk1>
      <a:lt1>
        <a:sysClr val="window" lastClr="FFFFFF"/>
      </a:lt1>
      <a:dk2>
        <a:srgbClr val="0080DB"/>
      </a:dk2>
      <a:lt2>
        <a:srgbClr val="FFFFFF"/>
      </a:lt2>
      <a:accent1>
        <a:srgbClr val="BDCCD4"/>
      </a:accent1>
      <a:accent2>
        <a:srgbClr val="756A86"/>
      </a:accent2>
      <a:accent3>
        <a:srgbClr val="CCCCCC"/>
      </a:accent3>
      <a:accent4>
        <a:srgbClr val="727A8F"/>
      </a:accent4>
      <a:accent5>
        <a:srgbClr val="84C5CB"/>
      </a:accent5>
      <a:accent6>
        <a:srgbClr val="C8DFD8"/>
      </a:accent6>
      <a:hlink>
        <a:srgbClr val="0080DB"/>
      </a:hlink>
      <a:folHlink>
        <a:srgbClr val="808080"/>
      </a:folHlink>
    </a:clrScheme>
    <a:fontScheme name="Shrpa">
      <a:majorFont>
        <a:latin typeface="Calibri"/>
        <a:ea typeface=""/>
        <a:cs typeface=""/>
      </a:majorFont>
      <a:minorFont>
        <a:latin typeface="Calibri"/>
        <a:ea typeface=""/>
        <a:cs typeface=""/>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Kontortema">
  <a:themeElements>
    <a:clrScheme name="Kont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ont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Kontortema">
  <a:themeElements>
    <a:clrScheme name="Kont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ont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190B86947F2F384791A43E453BD63C53" ma:contentTypeVersion="3" ma:contentTypeDescription="Opret et nyt dokument." ma:contentTypeScope="" ma:versionID="924b14b58be40a76b67bff0b65d02dc8">
  <xsd:schema xmlns:xsd="http://www.w3.org/2001/XMLSchema" xmlns:xs="http://www.w3.org/2001/XMLSchema" xmlns:p="http://schemas.microsoft.com/office/2006/metadata/properties" xmlns:ns2="b0b3f9a3-cc49-4c1b-8e77-4a04ffe98b8e" targetNamespace="http://schemas.microsoft.com/office/2006/metadata/properties" ma:root="true" ma:fieldsID="a7c221301ad9a472da9d5e0a356bdffd" ns2:_="">
    <xsd:import namespace="b0b3f9a3-cc49-4c1b-8e77-4a04ffe98b8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b3f9a3-cc49-4c1b-8e77-4a04ffe98b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634AB23-3E4C-4006-AFFA-F6D9CE03D5EB}">
  <ds:schemaRefs>
    <ds:schemaRef ds:uri="http://www.w3.org/XML/1998/namespace"/>
    <ds:schemaRef ds:uri="http://purl.org/dc/dcmitype/"/>
    <ds:schemaRef ds:uri="http://schemas.microsoft.com/office/infopath/2007/PartnerControls"/>
    <ds:schemaRef ds:uri="http://purl.org/dc/elements/1.1/"/>
    <ds:schemaRef ds:uri="http://schemas.microsoft.com/office/2006/documentManagement/types"/>
    <ds:schemaRef ds:uri="http://purl.org/dc/terms/"/>
    <ds:schemaRef ds:uri="http://schemas.openxmlformats.org/package/2006/metadata/core-properties"/>
    <ds:schemaRef ds:uri="0be61fce-68b2-4a0e-80ea-205159f95b8a"/>
    <ds:schemaRef ds:uri="http://schemas.microsoft.com/office/2006/metadata/properties"/>
  </ds:schemaRefs>
</ds:datastoreItem>
</file>

<file path=customXml/itemProps2.xml><?xml version="1.0" encoding="utf-8"?>
<ds:datastoreItem xmlns:ds="http://schemas.openxmlformats.org/officeDocument/2006/customXml" ds:itemID="{D09F060F-F93D-4089-8544-F077E6AF21D9}"/>
</file>

<file path=customXml/itemProps3.xml><?xml version="1.0" encoding="utf-8"?>
<ds:datastoreItem xmlns:ds="http://schemas.openxmlformats.org/officeDocument/2006/customXml" ds:itemID="{AA5587E0-1E1F-487C-87AA-2FD65DF18E4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Martec - powerpoint skabelon_v1</Template>
  <TotalTime>25230</TotalTime>
  <Words>934</Words>
  <Application>Microsoft Office PowerPoint</Application>
  <PresentationFormat>A4-papir (210 x 297 mm)</PresentationFormat>
  <Paragraphs>143</Paragraphs>
  <Slides>14</Slides>
  <Notes>1</Notes>
  <HiddenSlides>0</HiddenSlides>
  <MMClips>0</MMClips>
  <ScaleCrop>false</ScaleCrop>
  <HeadingPairs>
    <vt:vector size="6" baseType="variant">
      <vt:variant>
        <vt:lpstr>Benyttede skrifttyper</vt:lpstr>
      </vt:variant>
      <vt:variant>
        <vt:i4>3</vt:i4>
      </vt:variant>
      <vt:variant>
        <vt:lpstr>Tema</vt:lpstr>
      </vt:variant>
      <vt:variant>
        <vt:i4>1</vt:i4>
      </vt:variant>
      <vt:variant>
        <vt:lpstr>Slidetitler</vt:lpstr>
      </vt:variant>
      <vt:variant>
        <vt:i4>14</vt:i4>
      </vt:variant>
    </vt:vector>
  </HeadingPairs>
  <TitlesOfParts>
    <vt:vector size="18" baseType="lpstr">
      <vt:lpstr>Cambria Math</vt:lpstr>
      <vt:lpstr>Calibri</vt:lpstr>
      <vt:lpstr>Arial</vt:lpstr>
      <vt:lpstr>Martec v1.0</vt:lpstr>
      <vt:lpstr>Dagens program</vt:lpstr>
      <vt:lpstr>Kredsproces 1/3</vt:lpstr>
      <vt:lpstr>Kredsproces 2/2</vt:lpstr>
      <vt:lpstr>Kredsproces 3/3</vt:lpstr>
      <vt:lpstr>Sammenhæng mellem p,V og s,T graf </vt:lpstr>
      <vt:lpstr>Termisk virkningsgrad</vt:lpstr>
      <vt:lpstr>Carnot-processen 1/3</vt:lpstr>
      <vt:lpstr>Carnot-processen 2/3</vt:lpstr>
      <vt:lpstr>Carnot-processen 3/3</vt:lpstr>
      <vt:lpstr>Tilstandsdiagrammer 1/4</vt:lpstr>
      <vt:lpstr>Tilstandsdiagrammer 2/4</vt:lpstr>
      <vt:lpstr>Tilstandsdiagrammer 3/4</vt:lpstr>
      <vt:lpstr>Tilstandsdiagrammer 4/4</vt:lpstr>
      <vt:lpstr>Opgaveregning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PowerPoint-præsentation</dc:title>
  <dc:creator>Niels Ilberg Jacobsen</dc:creator>
  <cp:lastModifiedBy>Anders Kirkegaard</cp:lastModifiedBy>
  <cp:revision>54</cp:revision>
  <cp:lastPrinted>2025-09-02T09:10:32Z</cp:lastPrinted>
  <dcterms:created xsi:type="dcterms:W3CDTF">2015-02-09T14:06:07Z</dcterms:created>
  <dcterms:modified xsi:type="dcterms:W3CDTF">2026-09-24T12:03:10Z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0x010100190B86947F2F384791A43E453BD63C53</vt:lpwstr>
  </property>
</Properties>
</file>