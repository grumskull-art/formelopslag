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media/image35.jpg" ContentType="image/gif"/>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sldIdLst>
    <p:sldId id="257" r:id="rId2"/>
    <p:sldId id="274" r:id="rId3"/>
    <p:sldId id="259" r:id="rId4"/>
    <p:sldId id="258" r:id="rId5"/>
    <p:sldId id="260" r:id="rId6"/>
    <p:sldId id="261" r:id="rId7"/>
    <p:sldId id="262" r:id="rId8"/>
    <p:sldId id="263" r:id="rId9"/>
    <p:sldId id="266" r:id="rId10"/>
    <p:sldId id="264" r:id="rId11"/>
    <p:sldId id="265" r:id="rId12"/>
    <p:sldId id="273" r:id="rId13"/>
    <p:sldId id="267" r:id="rId14"/>
    <p:sldId id="269" r:id="rId15"/>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2DED1A-E010-4075-A2FD-75B5B67E2F40}" v="1" dt="2026-02-23T08:32:02.6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9" autoAdjust="0"/>
    <p:restoredTop sz="94660"/>
  </p:normalViewPr>
  <p:slideViewPr>
    <p:cSldViewPr snapToGrid="0">
      <p:cViewPr varScale="1">
        <p:scale>
          <a:sx n="92" d="100"/>
          <a:sy n="92" d="100"/>
        </p:scale>
        <p:origin x="10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Tran Agerholm" userId="dd55e2d3-906e-4a4a-90ea-dda6205f875e" providerId="ADAL" clId="{5EFFF862-C165-4C4A-8B20-E280CAF10480}"/>
    <pc:docChg chg="undo custSel addSld delSld modSld sldOrd modMainMaster">
      <pc:chgData name="Simon Tran Agerholm" userId="dd55e2d3-906e-4a4a-90ea-dda6205f875e" providerId="ADAL" clId="{5EFFF862-C165-4C4A-8B20-E280CAF10480}" dt="2026-02-23T08:32:11.095" v="114" actId="20577"/>
      <pc:docMkLst>
        <pc:docMk/>
      </pc:docMkLst>
      <pc:sldChg chg="addSp delSp modSp add mod ord">
        <pc:chgData name="Simon Tran Agerholm" userId="dd55e2d3-906e-4a4a-90ea-dda6205f875e" providerId="ADAL" clId="{5EFFF862-C165-4C4A-8B20-E280CAF10480}" dt="2026-01-26T12:42:00.743" v="35"/>
        <pc:sldMkLst>
          <pc:docMk/>
          <pc:sldMk cId="85598206" sldId="257"/>
        </pc:sldMkLst>
        <pc:spChg chg="mod">
          <ac:chgData name="Simon Tran Agerholm" userId="dd55e2d3-906e-4a4a-90ea-dda6205f875e" providerId="ADAL" clId="{5EFFF862-C165-4C4A-8B20-E280CAF10480}" dt="2026-01-26T12:42:00.743" v="35"/>
          <ac:spMkLst>
            <pc:docMk/>
            <pc:sldMk cId="85598206" sldId="257"/>
            <ac:spMk id="2" creationId="{00000000-0000-0000-0000-000000000000}"/>
          </ac:spMkLst>
        </pc:spChg>
        <pc:spChg chg="mod">
          <ac:chgData name="Simon Tran Agerholm" userId="dd55e2d3-906e-4a4a-90ea-dda6205f875e" providerId="ADAL" clId="{5EFFF862-C165-4C4A-8B20-E280CAF10480}" dt="2026-01-26T12:42:00.743" v="35"/>
          <ac:spMkLst>
            <pc:docMk/>
            <pc:sldMk cId="85598206" sldId="257"/>
            <ac:spMk id="5" creationId="{00000000-0000-0000-0000-000000000000}"/>
          </ac:spMkLst>
        </pc:spChg>
        <pc:spChg chg="mod">
          <ac:chgData name="Simon Tran Agerholm" userId="dd55e2d3-906e-4a4a-90ea-dda6205f875e" providerId="ADAL" clId="{5EFFF862-C165-4C4A-8B20-E280CAF10480}" dt="2026-01-26T12:42:00.743" v="35"/>
          <ac:spMkLst>
            <pc:docMk/>
            <pc:sldMk cId="85598206" sldId="257"/>
            <ac:spMk id="6" creationId="{00000000-0000-0000-0000-000000000000}"/>
          </ac:spMkLst>
        </pc:spChg>
        <pc:spChg chg="mod">
          <ac:chgData name="Simon Tran Agerholm" userId="dd55e2d3-906e-4a4a-90ea-dda6205f875e" providerId="ADAL" clId="{5EFFF862-C165-4C4A-8B20-E280CAF10480}" dt="2026-01-26T12:41:35.788" v="25" actId="20577"/>
          <ac:spMkLst>
            <pc:docMk/>
            <pc:sldMk cId="85598206" sldId="257"/>
            <ac:spMk id="10" creationId="{88445645-8C01-3306-4402-B5E4D796F14B}"/>
          </ac:spMkLst>
        </pc:spChg>
        <pc:picChg chg="add mod">
          <ac:chgData name="Simon Tran Agerholm" userId="dd55e2d3-906e-4a4a-90ea-dda6205f875e" providerId="ADAL" clId="{5EFFF862-C165-4C4A-8B20-E280CAF10480}" dt="2026-01-26T12:41:47.873" v="29" actId="1076"/>
          <ac:picMkLst>
            <pc:docMk/>
            <pc:sldMk cId="85598206" sldId="257"/>
            <ac:picMk id="1026" creationId="{82C77633-34EA-C92F-03D8-3B0275A929B5}"/>
          </ac:picMkLst>
        </pc:picChg>
      </pc:sldChg>
      <pc:sldChg chg="modSp mod">
        <pc:chgData name="Simon Tran Agerholm" userId="dd55e2d3-906e-4a4a-90ea-dda6205f875e" providerId="ADAL" clId="{5EFFF862-C165-4C4A-8B20-E280CAF10480}" dt="2026-02-05T14:15:59.900" v="64" actId="207"/>
        <pc:sldMkLst>
          <pc:docMk/>
          <pc:sldMk cId="1575408348" sldId="258"/>
        </pc:sldMkLst>
        <pc:spChg chg="mod">
          <ac:chgData name="Simon Tran Agerholm" userId="dd55e2d3-906e-4a4a-90ea-dda6205f875e" providerId="ADAL" clId="{5EFFF862-C165-4C4A-8B20-E280CAF10480}" dt="2026-01-26T12:42:00.743" v="35"/>
          <ac:spMkLst>
            <pc:docMk/>
            <pc:sldMk cId="1575408348" sldId="258"/>
            <ac:spMk id="2" creationId="{00000000-0000-0000-0000-000000000000}"/>
          </ac:spMkLst>
        </pc:spChg>
        <pc:spChg chg="mod">
          <ac:chgData name="Simon Tran Agerholm" userId="dd55e2d3-906e-4a4a-90ea-dda6205f875e" providerId="ADAL" clId="{5EFFF862-C165-4C4A-8B20-E280CAF10480}" dt="2026-02-05T14:15:59.900" v="64" actId="207"/>
          <ac:spMkLst>
            <pc:docMk/>
            <pc:sldMk cId="1575408348" sldId="258"/>
            <ac:spMk id="3" creationId="{00000000-0000-0000-0000-000000000000}"/>
          </ac:spMkLst>
        </pc:spChg>
        <pc:spChg chg="mod">
          <ac:chgData name="Simon Tran Agerholm" userId="dd55e2d3-906e-4a4a-90ea-dda6205f875e" providerId="ADAL" clId="{5EFFF862-C165-4C4A-8B20-E280CAF10480}" dt="2026-01-26T12:42:00.743" v="35"/>
          <ac:spMkLst>
            <pc:docMk/>
            <pc:sldMk cId="1575408348" sldId="258"/>
            <ac:spMk id="6" creationId="{00000000-0000-0000-0000-000000000000}"/>
          </ac:spMkLst>
        </pc:spChg>
      </pc:sldChg>
      <pc:sldChg chg="modSp mod">
        <pc:chgData name="Simon Tran Agerholm" userId="dd55e2d3-906e-4a4a-90ea-dda6205f875e" providerId="ADAL" clId="{5EFFF862-C165-4C4A-8B20-E280CAF10480}" dt="2026-02-05T14:16:07.652" v="65" actId="207"/>
        <pc:sldMkLst>
          <pc:docMk/>
          <pc:sldMk cId="4209930143" sldId="266"/>
        </pc:sldMkLst>
        <pc:spChg chg="mod">
          <ac:chgData name="Simon Tran Agerholm" userId="dd55e2d3-906e-4a4a-90ea-dda6205f875e" providerId="ADAL" clId="{5EFFF862-C165-4C4A-8B20-E280CAF10480}" dt="2026-02-05T14:16:07.652" v="65" actId="207"/>
          <ac:spMkLst>
            <pc:docMk/>
            <pc:sldMk cId="4209930143" sldId="266"/>
            <ac:spMk id="3" creationId="{00000000-0000-0000-0000-000000000000}"/>
          </ac:spMkLst>
        </pc:spChg>
      </pc:sldChg>
      <pc:sldChg chg="modSp">
        <pc:chgData name="Simon Tran Agerholm" userId="dd55e2d3-906e-4a4a-90ea-dda6205f875e" providerId="ADAL" clId="{5EFFF862-C165-4C4A-8B20-E280CAF10480}" dt="2026-02-05T14:16:53.810" v="75"/>
        <pc:sldMkLst>
          <pc:docMk/>
          <pc:sldMk cId="2782741931" sldId="273"/>
        </pc:sldMkLst>
        <pc:spChg chg="mod">
          <ac:chgData name="Simon Tran Agerholm" userId="dd55e2d3-906e-4a4a-90ea-dda6205f875e" providerId="ADAL" clId="{5EFFF862-C165-4C4A-8B20-E280CAF10480}" dt="2026-01-26T12:42:00.743" v="35"/>
          <ac:spMkLst>
            <pc:docMk/>
            <pc:sldMk cId="2782741931" sldId="273"/>
            <ac:spMk id="2" creationId="{6E9F3C4D-BC50-CD2F-F678-F1A3DAFD16E1}"/>
          </ac:spMkLst>
        </pc:spChg>
        <pc:spChg chg="mod">
          <ac:chgData name="Simon Tran Agerholm" userId="dd55e2d3-906e-4a4a-90ea-dda6205f875e" providerId="ADAL" clId="{5EFFF862-C165-4C4A-8B20-E280CAF10480}" dt="2026-01-26T12:42:00.743" v="35"/>
          <ac:spMkLst>
            <pc:docMk/>
            <pc:sldMk cId="2782741931" sldId="273"/>
            <ac:spMk id="6" creationId="{69351D02-BFAB-E7F1-31A8-81681FF581FF}"/>
          </ac:spMkLst>
        </pc:spChg>
        <pc:spChg chg="mod">
          <ac:chgData name="Simon Tran Agerholm" userId="dd55e2d3-906e-4a4a-90ea-dda6205f875e" providerId="ADAL" clId="{5EFFF862-C165-4C4A-8B20-E280CAF10480}" dt="2026-02-05T14:16:53.810" v="75"/>
          <ac:spMkLst>
            <pc:docMk/>
            <pc:sldMk cId="2782741931" sldId="273"/>
            <ac:spMk id="7" creationId="{C5601AE5-E9F8-3CFA-743C-9EAF570F2E15}"/>
          </ac:spMkLst>
        </pc:spChg>
      </pc:sldChg>
      <pc:sldChg chg="addSp delSp modSp add mod ord">
        <pc:chgData name="Simon Tran Agerholm" userId="dd55e2d3-906e-4a4a-90ea-dda6205f875e" providerId="ADAL" clId="{5EFFF862-C165-4C4A-8B20-E280CAF10480}" dt="2026-02-23T08:32:11.095" v="114" actId="20577"/>
        <pc:sldMkLst>
          <pc:docMk/>
          <pc:sldMk cId="68765848" sldId="274"/>
        </pc:sldMkLst>
        <pc:spChg chg="add mod">
          <ac:chgData name="Simon Tran Agerholm" userId="dd55e2d3-906e-4a4a-90ea-dda6205f875e" providerId="ADAL" clId="{5EFFF862-C165-4C4A-8B20-E280CAF10480}" dt="2026-02-23T08:32:11.095" v="114" actId="20577"/>
          <ac:spMkLst>
            <pc:docMk/>
            <pc:sldMk cId="68765848" sldId="274"/>
            <ac:spMk id="4" creationId="{91FA12E7-4D3F-C4C1-0DFD-FBEA88759A8A}"/>
          </ac:spMkLst>
        </pc:spChg>
        <pc:spChg chg="mod">
          <ac:chgData name="Simon Tran Agerholm" userId="dd55e2d3-906e-4a4a-90ea-dda6205f875e" providerId="ADAL" clId="{5EFFF862-C165-4C4A-8B20-E280CAF10480}" dt="2026-01-26T12:42:16.259" v="50" actId="20577"/>
          <ac:spMkLst>
            <pc:docMk/>
            <pc:sldMk cId="68765848" sldId="274"/>
            <ac:spMk id="10" creationId="{B3C315EE-C786-9C7A-5708-4A811CDD6EE3}"/>
          </ac:spMkLst>
        </pc:spChg>
      </pc:sldChg>
      <pc:sldMasterChg chg="modSldLayout">
        <pc:chgData name="Simon Tran Agerholm" userId="dd55e2d3-906e-4a4a-90ea-dda6205f875e" providerId="ADAL" clId="{5EFFF862-C165-4C4A-8B20-E280CAF10480}" dt="2026-01-26T12:41:52.154" v="30"/>
        <pc:sldMasterMkLst>
          <pc:docMk/>
          <pc:sldMasterMk cId="1293214432" sldId="2147483679"/>
        </pc:sldMasterMkLst>
        <pc:sldLayoutChg chg="delSp">
          <pc:chgData name="Simon Tran Agerholm" userId="dd55e2d3-906e-4a4a-90ea-dda6205f875e" providerId="ADAL" clId="{5EFFF862-C165-4C4A-8B20-E280CAF10480}" dt="2026-01-26T12:41:52.154" v="30"/>
          <pc:sldLayoutMkLst>
            <pc:docMk/>
            <pc:sldMasterMk cId="1293214432" sldId="2147483679"/>
            <pc:sldLayoutMk cId="1909158396" sldId="2147483732"/>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Brugerdefineret layout">
    <p:spTree>
      <p:nvGrpSpPr>
        <p:cNvPr id="1" name=""/>
        <p:cNvGrpSpPr/>
        <p:nvPr/>
      </p:nvGrpSpPr>
      <p:grpSpPr>
        <a:xfrm>
          <a:off x="0" y="0"/>
          <a:ext cx="0" cy="0"/>
          <a:chOff x="0" y="0"/>
          <a:chExt cx="0" cy="0"/>
        </a:xfrm>
      </p:grpSpPr>
      <p:pic>
        <p:nvPicPr>
          <p:cNvPr id="4" name="Billed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76000" cy="6858000"/>
          </a:xfrm>
          <a:prstGeom prst="rect">
            <a:avLst/>
          </a:prstGeom>
        </p:spPr>
      </p:pic>
      <p:pic>
        <p:nvPicPr>
          <p:cNvPr id="2" name="Billede 1">
            <a:extLst>
              <a:ext uri="{FF2B5EF4-FFF2-40B4-BE49-F238E27FC236}">
                <a16:creationId xmlns:a16="http://schemas.microsoft.com/office/drawing/2014/main" id="{CEF2B142-F4B5-9D06-F95B-B9CF1F527E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76000" cy="6858000"/>
          </a:xfrm>
          <a:prstGeom prst="rect">
            <a:avLst/>
          </a:prstGeom>
        </p:spPr>
      </p:pic>
    </p:spTree>
    <p:extLst>
      <p:ext uri="{BB962C8B-B14F-4D97-AF65-F5344CB8AC3E}">
        <p14:creationId xmlns:p14="http://schemas.microsoft.com/office/powerpoint/2010/main" val="2052665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Brugerdefineret layout">
    <p:spTree>
      <p:nvGrpSpPr>
        <p:cNvPr id="1" name=""/>
        <p:cNvGrpSpPr/>
        <p:nvPr/>
      </p:nvGrpSpPr>
      <p:grpSpPr>
        <a:xfrm>
          <a:off x="0" y="0"/>
          <a:ext cx="0" cy="0"/>
          <a:chOff x="0" y="0"/>
          <a:chExt cx="0" cy="0"/>
        </a:xfrm>
      </p:grpSpPr>
      <p:sp>
        <p:nvSpPr>
          <p:cNvPr id="6" name="Rektangel 5"/>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7" name="Rektangel 6"/>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9" name="Billed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2" name="Rektangel 1">
            <a:extLst>
              <a:ext uri="{FF2B5EF4-FFF2-40B4-BE49-F238E27FC236}">
                <a16:creationId xmlns:a16="http://schemas.microsoft.com/office/drawing/2014/main" id="{78A8C5D3-115F-53D6-1CD1-DB55EE05AE0E}"/>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3" name="Rektangel 2">
            <a:extLst>
              <a:ext uri="{FF2B5EF4-FFF2-40B4-BE49-F238E27FC236}">
                <a16:creationId xmlns:a16="http://schemas.microsoft.com/office/drawing/2014/main" id="{10F1A56E-8F09-5EE0-589E-268808267139}"/>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4" name="Billede 3">
            <a:extLst>
              <a:ext uri="{FF2B5EF4-FFF2-40B4-BE49-F238E27FC236}">
                <a16:creationId xmlns:a16="http://schemas.microsoft.com/office/drawing/2014/main" id="{0F81F681-F152-96F6-72EB-45CFDDE97B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1096474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7_Brugerdefineret layout">
    <p:spTree>
      <p:nvGrpSpPr>
        <p:cNvPr id="1" name=""/>
        <p:cNvGrpSpPr/>
        <p:nvPr/>
      </p:nvGrpSpPr>
      <p:grpSpPr>
        <a:xfrm>
          <a:off x="0" y="0"/>
          <a:ext cx="0" cy="0"/>
          <a:chOff x="0" y="0"/>
          <a:chExt cx="0" cy="0"/>
        </a:xfrm>
      </p:grpSpPr>
      <p:sp>
        <p:nvSpPr>
          <p:cNvPr id="5"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6"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9" name="Rektangel 8"/>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2"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
        <p:nvSpPr>
          <p:cNvPr id="2" name="Rektangel 1">
            <a:extLst>
              <a:ext uri="{FF2B5EF4-FFF2-40B4-BE49-F238E27FC236}">
                <a16:creationId xmlns:a16="http://schemas.microsoft.com/office/drawing/2014/main" id="{26D10807-E661-EA05-003C-67ADDC7A71B6}"/>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3" name="Rektangel 2">
            <a:extLst>
              <a:ext uri="{FF2B5EF4-FFF2-40B4-BE49-F238E27FC236}">
                <a16:creationId xmlns:a16="http://schemas.microsoft.com/office/drawing/2014/main" id="{42F30BF0-A917-5412-4BAF-38E8CB59D577}"/>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4" name="Billede 3">
            <a:extLst>
              <a:ext uri="{FF2B5EF4-FFF2-40B4-BE49-F238E27FC236}">
                <a16:creationId xmlns:a16="http://schemas.microsoft.com/office/drawing/2014/main" id="{344FA9F5-6870-0F18-D391-CFB1AD3488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Tree>
    <p:extLst>
      <p:ext uri="{BB962C8B-B14F-4D97-AF65-F5344CB8AC3E}">
        <p14:creationId xmlns:p14="http://schemas.microsoft.com/office/powerpoint/2010/main" val="598106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un titel">
    <p:spTree>
      <p:nvGrpSpPr>
        <p:cNvPr id="1" name=""/>
        <p:cNvGrpSpPr/>
        <p:nvPr/>
      </p:nvGrpSpPr>
      <p:grpSpPr>
        <a:xfrm>
          <a:off x="0" y="0"/>
          <a:ext cx="0" cy="0"/>
          <a:chOff x="0" y="0"/>
          <a:chExt cx="0" cy="0"/>
        </a:xfrm>
      </p:grpSpPr>
      <p:pic>
        <p:nvPicPr>
          <p:cNvPr id="6" name="Billed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459" y="4732846"/>
            <a:ext cx="10874062" cy="1641367"/>
          </a:xfrm>
          <a:prstGeom prst="rect">
            <a:avLst/>
          </a:prstGeom>
        </p:spPr>
      </p:pic>
      <p:sp>
        <p:nvSpPr>
          <p:cNvPr id="14" name="Rektangel 1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5" name="Rektangel 1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7"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8"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20"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1" name="Billed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22"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64BB76C1-722E-C6BC-F73C-C39877545B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459" y="4732846"/>
            <a:ext cx="10874062" cy="1641367"/>
          </a:xfrm>
          <a:prstGeom prst="rect">
            <a:avLst/>
          </a:prstGeom>
        </p:spPr>
      </p:pic>
      <p:sp>
        <p:nvSpPr>
          <p:cNvPr id="3" name="Rektangel 2">
            <a:extLst>
              <a:ext uri="{FF2B5EF4-FFF2-40B4-BE49-F238E27FC236}">
                <a16:creationId xmlns:a16="http://schemas.microsoft.com/office/drawing/2014/main" id="{B5552DA2-3087-CC45-96E4-1EDC99B66E9A}"/>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4C5B71C5-32D4-D553-93C5-557C2C02C16C}"/>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5" name="Billede 4">
            <a:extLst>
              <a:ext uri="{FF2B5EF4-FFF2-40B4-BE49-F238E27FC236}">
                <a16:creationId xmlns:a16="http://schemas.microsoft.com/office/drawing/2014/main" id="{2CE1335E-06C2-C40E-3F94-2B7E3412E2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Tree>
    <p:extLst>
      <p:ext uri="{BB962C8B-B14F-4D97-AF65-F5344CB8AC3E}">
        <p14:creationId xmlns:p14="http://schemas.microsoft.com/office/powerpoint/2010/main" val="574898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om">
    <p:spTree>
      <p:nvGrpSpPr>
        <p:cNvPr id="1" name=""/>
        <p:cNvGrpSpPr/>
        <p:nvPr/>
      </p:nvGrpSpPr>
      <p:grpSpPr>
        <a:xfrm>
          <a:off x="0" y="0"/>
          <a:ext cx="0" cy="0"/>
          <a:chOff x="0" y="0"/>
          <a:chExt cx="0" cy="0"/>
        </a:xfrm>
      </p:grpSpPr>
      <p:pic>
        <p:nvPicPr>
          <p:cNvPr id="5" name="Billed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337" y="4734791"/>
            <a:ext cx="10861183" cy="1639422"/>
          </a:xfrm>
          <a:prstGeom prst="rect">
            <a:avLst/>
          </a:prstGeom>
        </p:spPr>
      </p:pic>
      <p:sp>
        <p:nvSpPr>
          <p:cNvPr id="12" name="Rektangel 11"/>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5"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6"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8"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9" name="Billed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20"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329B9AC3-5BA7-7A5C-E625-7706A5FB79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337" y="4734791"/>
            <a:ext cx="10861183" cy="1639422"/>
          </a:xfrm>
          <a:prstGeom prst="rect">
            <a:avLst/>
          </a:prstGeom>
        </p:spPr>
      </p:pic>
      <p:sp>
        <p:nvSpPr>
          <p:cNvPr id="3" name="Rektangel 2">
            <a:extLst>
              <a:ext uri="{FF2B5EF4-FFF2-40B4-BE49-F238E27FC236}">
                <a16:creationId xmlns:a16="http://schemas.microsoft.com/office/drawing/2014/main" id="{1CACC24C-2023-9E2C-59CD-6077F3574954}"/>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569EFCD4-21C5-8EA5-7E5A-5999790685BC}"/>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6" name="Billede 5">
            <a:extLst>
              <a:ext uri="{FF2B5EF4-FFF2-40B4-BE49-F238E27FC236}">
                <a16:creationId xmlns:a16="http://schemas.microsoft.com/office/drawing/2014/main" id="{75D27D70-D1F4-E1E5-11BC-CA37EF9718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Tree>
    <p:extLst>
      <p:ext uri="{BB962C8B-B14F-4D97-AF65-F5344CB8AC3E}">
        <p14:creationId xmlns:p14="http://schemas.microsoft.com/office/powerpoint/2010/main" val="2545368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rugerdefineret layout">
    <p:spTree>
      <p:nvGrpSpPr>
        <p:cNvPr id="1" name=""/>
        <p:cNvGrpSpPr/>
        <p:nvPr/>
      </p:nvGrpSpPr>
      <p:grpSpPr>
        <a:xfrm>
          <a:off x="0" y="0"/>
          <a:ext cx="0" cy="0"/>
          <a:chOff x="0" y="0"/>
          <a:chExt cx="0" cy="0"/>
        </a:xfrm>
      </p:grpSpPr>
      <p:sp>
        <p:nvSpPr>
          <p:cNvPr id="7" name="Pladsholder til billede 2"/>
          <p:cNvSpPr>
            <a:spLocks noGrp="1"/>
          </p:cNvSpPr>
          <p:nvPr>
            <p:ph type="pic" idx="1"/>
          </p:nvPr>
        </p:nvSpPr>
        <p:spPr>
          <a:xfrm>
            <a:off x="8610599" y="1489656"/>
            <a:ext cx="3581400" cy="524040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a:t>Klik på ikonet for at tilføje et billede</a:t>
            </a:r>
            <a:endParaRPr lang="da-DK" dirty="0"/>
          </a:p>
        </p:txBody>
      </p:sp>
      <p:sp>
        <p:nvSpPr>
          <p:cNvPr id="12" name="Rektangel 11"/>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6" name="Pladsholder til tekst 3"/>
          <p:cNvSpPr>
            <a:spLocks noGrp="1"/>
          </p:cNvSpPr>
          <p:nvPr>
            <p:ph type="body" sz="half" idx="2"/>
          </p:nvPr>
        </p:nvSpPr>
        <p:spPr>
          <a:xfrm>
            <a:off x="609600" y="1863143"/>
            <a:ext cx="7543800"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0" name="Billed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2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2" name="Rektangel 1">
            <a:extLst>
              <a:ext uri="{FF2B5EF4-FFF2-40B4-BE49-F238E27FC236}">
                <a16:creationId xmlns:a16="http://schemas.microsoft.com/office/drawing/2014/main" id="{0F14655B-47A7-A6EA-126C-92D1A8D00C5B}"/>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3" name="Rektangel 2">
            <a:extLst>
              <a:ext uri="{FF2B5EF4-FFF2-40B4-BE49-F238E27FC236}">
                <a16:creationId xmlns:a16="http://schemas.microsoft.com/office/drawing/2014/main" id="{998F01F3-BCE4-ECCE-302C-CBD498459F80}"/>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4" name="Billede 3">
            <a:extLst>
              <a:ext uri="{FF2B5EF4-FFF2-40B4-BE49-F238E27FC236}">
                <a16:creationId xmlns:a16="http://schemas.microsoft.com/office/drawing/2014/main" id="{CB7F7BCC-4A8B-A4DB-8715-D602E7F137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3513770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5_Brugerdefineret layout">
    <p:spTree>
      <p:nvGrpSpPr>
        <p:cNvPr id="1" name=""/>
        <p:cNvGrpSpPr/>
        <p:nvPr/>
      </p:nvGrpSpPr>
      <p:grpSpPr>
        <a:xfrm>
          <a:off x="0" y="0"/>
          <a:ext cx="0" cy="0"/>
          <a:chOff x="0" y="0"/>
          <a:chExt cx="0" cy="0"/>
        </a:xfrm>
      </p:grpSpPr>
      <p:sp>
        <p:nvSpPr>
          <p:cNvPr id="4" name="Rektangel 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tekst 3"/>
          <p:cNvSpPr>
            <a:spLocks noGrp="1"/>
          </p:cNvSpPr>
          <p:nvPr>
            <p:ph type="body" sz="half" idx="2"/>
          </p:nvPr>
        </p:nvSpPr>
        <p:spPr>
          <a:xfrm>
            <a:off x="609600" y="1863143"/>
            <a:ext cx="1095992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0" name="Billed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2" name="Rektangel 1">
            <a:extLst>
              <a:ext uri="{FF2B5EF4-FFF2-40B4-BE49-F238E27FC236}">
                <a16:creationId xmlns:a16="http://schemas.microsoft.com/office/drawing/2014/main" id="{46A91F45-DE63-9496-DEE3-7D72CFEA3DE7}"/>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3" name="Rektangel 2">
            <a:extLst>
              <a:ext uri="{FF2B5EF4-FFF2-40B4-BE49-F238E27FC236}">
                <a16:creationId xmlns:a16="http://schemas.microsoft.com/office/drawing/2014/main" id="{1A62E579-1D03-96AE-35AE-458A320E11AA}"/>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2" name="Billede 11">
            <a:extLst>
              <a:ext uri="{FF2B5EF4-FFF2-40B4-BE49-F238E27FC236}">
                <a16:creationId xmlns:a16="http://schemas.microsoft.com/office/drawing/2014/main" id="{87716297-AF68-1AD1-18FD-659EB7B322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3643404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9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892174"/>
            <a:ext cx="12192000" cy="1840301"/>
          </a:xfrm>
          <a:prstGeom prst="rect">
            <a:avLst/>
          </a:prstGeom>
        </p:spPr>
      </p:pic>
      <p:sp>
        <p:nvSpPr>
          <p:cNvPr id="4" name="Rektangel 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indhold 2"/>
          <p:cNvSpPr>
            <a:spLocks noGrp="1"/>
          </p:cNvSpPr>
          <p:nvPr>
            <p:ph idx="1"/>
          </p:nvPr>
        </p:nvSpPr>
        <p:spPr>
          <a:xfrm>
            <a:off x="609600" y="1840200"/>
            <a:ext cx="10959921" cy="294215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7"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9"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1"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325579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6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6"/>
          </a:xfrm>
          <a:prstGeom prst="rect">
            <a:avLst/>
          </a:prstGeom>
        </p:spPr>
      </p:pic>
      <p:sp>
        <p:nvSpPr>
          <p:cNvPr id="9" name="Rektangel 8"/>
          <p:cNvSpPr/>
          <p:nvPr/>
        </p:nvSpPr>
        <p:spPr>
          <a:xfrm>
            <a:off x="665411" y="4537656"/>
            <a:ext cx="9757892" cy="1264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Titel 1"/>
          <p:cNvSpPr>
            <a:spLocks noGrp="1"/>
          </p:cNvSpPr>
          <p:nvPr>
            <p:ph type="title"/>
          </p:nvPr>
        </p:nvSpPr>
        <p:spPr>
          <a:xfrm>
            <a:off x="772736" y="4702765"/>
            <a:ext cx="9624810" cy="534645"/>
          </a:xfrm>
        </p:spPr>
        <p:txBody>
          <a:bodyPr>
            <a:noAutofit/>
          </a:bodyPr>
          <a:lstStyle>
            <a:lvl1pPr>
              <a:defRPr sz="3400">
                <a:solidFill>
                  <a:schemeClr val="tx1"/>
                </a:solidFill>
              </a:defRPr>
            </a:lvl1pPr>
          </a:lstStyle>
          <a:p>
            <a:r>
              <a:rPr lang="da-DK"/>
              <a:t>Klik for at redigere titeltypografien i masteren</a:t>
            </a:r>
            <a:endParaRPr lang="da-DK" dirty="0"/>
          </a:p>
        </p:txBody>
      </p:sp>
      <p:sp>
        <p:nvSpPr>
          <p:cNvPr id="14" name="Pladsholder til tekst 3"/>
          <p:cNvSpPr>
            <a:spLocks noGrp="1"/>
          </p:cNvSpPr>
          <p:nvPr>
            <p:ph type="body" sz="half" idx="10"/>
          </p:nvPr>
        </p:nvSpPr>
        <p:spPr>
          <a:xfrm>
            <a:off x="781318" y="5318975"/>
            <a:ext cx="9594763" cy="356315"/>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pic>
        <p:nvPicPr>
          <p:cNvPr id="15" name="Billed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pic>
        <p:nvPicPr>
          <p:cNvPr id="2" name="Billede 1">
            <a:extLst>
              <a:ext uri="{FF2B5EF4-FFF2-40B4-BE49-F238E27FC236}">
                <a16:creationId xmlns:a16="http://schemas.microsoft.com/office/drawing/2014/main" id="{3FE8E359-8125-9421-44C3-BC84D356C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6"/>
          </a:xfrm>
          <a:prstGeom prst="rect">
            <a:avLst/>
          </a:prstGeom>
        </p:spPr>
      </p:pic>
      <p:sp>
        <p:nvSpPr>
          <p:cNvPr id="10" name="Rektangel 9">
            <a:extLst>
              <a:ext uri="{FF2B5EF4-FFF2-40B4-BE49-F238E27FC236}">
                <a16:creationId xmlns:a16="http://schemas.microsoft.com/office/drawing/2014/main" id="{5AFC69F0-4CE5-467A-2AE7-AEB91B13F5F9}"/>
              </a:ext>
            </a:extLst>
          </p:cNvPr>
          <p:cNvSpPr/>
          <p:nvPr/>
        </p:nvSpPr>
        <p:spPr>
          <a:xfrm>
            <a:off x="665411" y="4537656"/>
            <a:ext cx="9757892" cy="1264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1" name="Rektangel 10">
            <a:extLst>
              <a:ext uri="{FF2B5EF4-FFF2-40B4-BE49-F238E27FC236}">
                <a16:creationId xmlns:a16="http://schemas.microsoft.com/office/drawing/2014/main" id="{EBF904BC-FF09-0198-B5F9-7B50093C9C0C}"/>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2" name="Rektangel 11">
            <a:extLst>
              <a:ext uri="{FF2B5EF4-FFF2-40B4-BE49-F238E27FC236}">
                <a16:creationId xmlns:a16="http://schemas.microsoft.com/office/drawing/2014/main" id="{74DE977A-3B6F-3C2E-6930-3EB379522C35}"/>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6" name="Billede 15">
            <a:extLst>
              <a:ext uri="{FF2B5EF4-FFF2-40B4-BE49-F238E27FC236}">
                <a16:creationId xmlns:a16="http://schemas.microsoft.com/office/drawing/2014/main" id="{9CD922A0-5534-388B-11EE-78509E95C0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216338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Brugerdefineret layout">
    <p:spTree>
      <p:nvGrpSpPr>
        <p:cNvPr id="1" name=""/>
        <p:cNvGrpSpPr/>
        <p:nvPr/>
      </p:nvGrpSpPr>
      <p:grpSpPr>
        <a:xfrm>
          <a:off x="0" y="0"/>
          <a:ext cx="0" cy="0"/>
          <a:chOff x="0" y="0"/>
          <a:chExt cx="0" cy="0"/>
        </a:xfrm>
      </p:grpSpPr>
      <p:sp>
        <p:nvSpPr>
          <p:cNvPr id="3" name="Pladsholder til indhold 2"/>
          <p:cNvSpPr>
            <a:spLocks noGrp="1"/>
          </p:cNvSpPr>
          <p:nvPr>
            <p:ph idx="1"/>
          </p:nvPr>
        </p:nvSpPr>
        <p:spPr>
          <a:xfrm>
            <a:off x="609600" y="1854602"/>
            <a:ext cx="5452056"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9" name="Billed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1" name="Pladsholder til indhold 2"/>
          <p:cNvSpPr>
            <a:spLocks noGrp="1"/>
          </p:cNvSpPr>
          <p:nvPr>
            <p:ph idx="10"/>
          </p:nvPr>
        </p:nvSpPr>
        <p:spPr>
          <a:xfrm>
            <a:off x="6216204" y="1854601"/>
            <a:ext cx="5353318"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2" name="Rektangel 1">
            <a:extLst>
              <a:ext uri="{FF2B5EF4-FFF2-40B4-BE49-F238E27FC236}">
                <a16:creationId xmlns:a16="http://schemas.microsoft.com/office/drawing/2014/main" id="{3CD452A9-B766-AD8C-5DB7-7066A5F9BD09}"/>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2" name="Rektangel 11">
            <a:extLst>
              <a:ext uri="{FF2B5EF4-FFF2-40B4-BE49-F238E27FC236}">
                <a16:creationId xmlns:a16="http://schemas.microsoft.com/office/drawing/2014/main" id="{C089EC7B-55A7-ED64-F49A-B3C5298C2695}"/>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3" name="Billede 12">
            <a:extLst>
              <a:ext uri="{FF2B5EF4-FFF2-40B4-BE49-F238E27FC236}">
                <a16:creationId xmlns:a16="http://schemas.microsoft.com/office/drawing/2014/main" id="{1FD17930-9D4B-9FA8-7704-90597C7F5B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3312203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fsnitsoverskrift">
    <p:spTree>
      <p:nvGrpSpPr>
        <p:cNvPr id="1" name=""/>
        <p:cNvGrpSpPr/>
        <p:nvPr/>
      </p:nvGrpSpPr>
      <p:grpSpPr>
        <a:xfrm>
          <a:off x="0" y="0"/>
          <a:ext cx="0" cy="0"/>
          <a:chOff x="0" y="0"/>
          <a:chExt cx="0" cy="0"/>
        </a:xfrm>
      </p:grpSpPr>
      <p:pic>
        <p:nvPicPr>
          <p:cNvPr id="7" name="Billed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 y="134225"/>
            <a:ext cx="12191352" cy="6595983"/>
          </a:xfrm>
          <a:prstGeom prst="rect">
            <a:avLst/>
          </a:prstGeom>
        </p:spPr>
      </p:pic>
      <p:sp>
        <p:nvSpPr>
          <p:cNvPr id="11" name="Rektangel 10"/>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2" name="Rektangel 11"/>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7" name="Billed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pic>
        <p:nvPicPr>
          <p:cNvPr id="2" name="Billede 1">
            <a:extLst>
              <a:ext uri="{FF2B5EF4-FFF2-40B4-BE49-F238E27FC236}">
                <a16:creationId xmlns:a16="http://schemas.microsoft.com/office/drawing/2014/main" id="{846F1783-C220-0C23-4E70-7793A7CAA6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 y="134225"/>
            <a:ext cx="12191352" cy="6595983"/>
          </a:xfrm>
          <a:prstGeom prst="rect">
            <a:avLst/>
          </a:prstGeom>
        </p:spPr>
      </p:pic>
      <p:sp>
        <p:nvSpPr>
          <p:cNvPr id="3" name="Rektangel 2">
            <a:extLst>
              <a:ext uri="{FF2B5EF4-FFF2-40B4-BE49-F238E27FC236}">
                <a16:creationId xmlns:a16="http://schemas.microsoft.com/office/drawing/2014/main" id="{AE2AAF2A-FC93-22B7-B465-EA37D8869671}"/>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F30C7893-ED36-1091-9CFF-FC14971AD944}"/>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5" name="Billede 4">
            <a:extLst>
              <a:ext uri="{FF2B5EF4-FFF2-40B4-BE49-F238E27FC236}">
                <a16:creationId xmlns:a16="http://schemas.microsoft.com/office/drawing/2014/main" id="{9C1371A6-0EA4-D312-2534-00B4DC46F7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2111366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rugerdefineret layout">
    <p:spTree>
      <p:nvGrpSpPr>
        <p:cNvPr id="1" name=""/>
        <p:cNvGrpSpPr/>
        <p:nvPr/>
      </p:nvGrpSpPr>
      <p:grpSpPr>
        <a:xfrm>
          <a:off x="0" y="0"/>
          <a:ext cx="0" cy="0"/>
          <a:chOff x="0" y="0"/>
          <a:chExt cx="0" cy="0"/>
        </a:xfrm>
      </p:grpSpPr>
      <p:pic>
        <p:nvPicPr>
          <p:cNvPr id="12" name="Billed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 y="133618"/>
            <a:ext cx="12191352" cy="6597197"/>
          </a:xfrm>
          <a:prstGeom prst="rect">
            <a:avLst/>
          </a:prstGeom>
        </p:spPr>
      </p:pic>
      <p:sp>
        <p:nvSpPr>
          <p:cNvPr id="9" name="Rektangel 8"/>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1" name="Billed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 name="Billede 1">
            <a:extLst>
              <a:ext uri="{FF2B5EF4-FFF2-40B4-BE49-F238E27FC236}">
                <a16:creationId xmlns:a16="http://schemas.microsoft.com/office/drawing/2014/main" id="{273BA6D9-8B0D-EA43-D3B4-772E6F7F5B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 y="133618"/>
            <a:ext cx="12191352" cy="6597197"/>
          </a:xfrm>
          <a:prstGeom prst="rect">
            <a:avLst/>
          </a:prstGeom>
        </p:spPr>
      </p:pic>
      <p:sp>
        <p:nvSpPr>
          <p:cNvPr id="3" name="Rektangel 2">
            <a:extLst>
              <a:ext uri="{FF2B5EF4-FFF2-40B4-BE49-F238E27FC236}">
                <a16:creationId xmlns:a16="http://schemas.microsoft.com/office/drawing/2014/main" id="{89964654-AED4-B0F1-1976-EAE1941E4B04}"/>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21C62E67-8677-891F-AAF2-B7CA8E20FD7A}"/>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5" name="Billede 4">
            <a:extLst>
              <a:ext uri="{FF2B5EF4-FFF2-40B4-BE49-F238E27FC236}">
                <a16:creationId xmlns:a16="http://schemas.microsoft.com/office/drawing/2014/main" id="{987678EA-C915-E11F-9A1B-3E6B1F68D5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Tree>
    <p:extLst>
      <p:ext uri="{BB962C8B-B14F-4D97-AF65-F5344CB8AC3E}">
        <p14:creationId xmlns:p14="http://schemas.microsoft.com/office/powerpoint/2010/main" val="3465748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0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7"/>
          </a:xfrm>
          <a:prstGeom prst="rect">
            <a:avLst/>
          </a:prstGeom>
        </p:spPr>
      </p:pic>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 name="Billede 1">
            <a:extLst>
              <a:ext uri="{FF2B5EF4-FFF2-40B4-BE49-F238E27FC236}">
                <a16:creationId xmlns:a16="http://schemas.microsoft.com/office/drawing/2014/main" id="{6EC3866B-4B73-350C-9A84-39005FDE2F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7"/>
          </a:xfrm>
          <a:prstGeom prst="rect">
            <a:avLst/>
          </a:prstGeom>
        </p:spPr>
      </p:pic>
      <p:sp>
        <p:nvSpPr>
          <p:cNvPr id="4" name="Rektangel 3">
            <a:extLst>
              <a:ext uri="{FF2B5EF4-FFF2-40B4-BE49-F238E27FC236}">
                <a16:creationId xmlns:a16="http://schemas.microsoft.com/office/drawing/2014/main" id="{27A1EF70-2D68-84DF-4820-FAF9A10E66E0}"/>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a:extLst>
              <a:ext uri="{FF2B5EF4-FFF2-40B4-BE49-F238E27FC236}">
                <a16:creationId xmlns:a16="http://schemas.microsoft.com/office/drawing/2014/main" id="{393927A3-5DA8-4583-A692-0D1847F007B9}"/>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6" name="Billede 5">
            <a:extLst>
              <a:ext uri="{FF2B5EF4-FFF2-40B4-BE49-F238E27FC236}">
                <a16:creationId xmlns:a16="http://schemas.microsoft.com/office/drawing/2014/main" id="{1D926651-2EB2-1917-5516-25B790BC28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Tree>
    <p:extLst>
      <p:ext uri="{BB962C8B-B14F-4D97-AF65-F5344CB8AC3E}">
        <p14:creationId xmlns:p14="http://schemas.microsoft.com/office/powerpoint/2010/main" val="2561355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1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7"/>
          </a:xfrm>
          <a:prstGeom prst="rect">
            <a:avLst/>
          </a:prstGeom>
        </p:spPr>
      </p:pic>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 name="Billede 1">
            <a:extLst>
              <a:ext uri="{FF2B5EF4-FFF2-40B4-BE49-F238E27FC236}">
                <a16:creationId xmlns:a16="http://schemas.microsoft.com/office/drawing/2014/main" id="{A0E2558A-32BD-61F6-E163-622836C08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7"/>
          </a:xfrm>
          <a:prstGeom prst="rect">
            <a:avLst/>
          </a:prstGeom>
        </p:spPr>
      </p:pic>
      <p:sp>
        <p:nvSpPr>
          <p:cNvPr id="4" name="Rektangel 3">
            <a:extLst>
              <a:ext uri="{FF2B5EF4-FFF2-40B4-BE49-F238E27FC236}">
                <a16:creationId xmlns:a16="http://schemas.microsoft.com/office/drawing/2014/main" id="{F924223B-4116-9ADA-E4C1-5212B0E6EC28}"/>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a:extLst>
              <a:ext uri="{FF2B5EF4-FFF2-40B4-BE49-F238E27FC236}">
                <a16:creationId xmlns:a16="http://schemas.microsoft.com/office/drawing/2014/main" id="{45DAF5C6-009E-922C-4108-7F47819A9692}"/>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6" name="Billede 5">
            <a:extLst>
              <a:ext uri="{FF2B5EF4-FFF2-40B4-BE49-F238E27FC236}">
                <a16:creationId xmlns:a16="http://schemas.microsoft.com/office/drawing/2014/main" id="{F971D4FA-CB68-2725-19F3-BDDC6FA806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Tree>
    <p:extLst>
      <p:ext uri="{BB962C8B-B14F-4D97-AF65-F5344CB8AC3E}">
        <p14:creationId xmlns:p14="http://schemas.microsoft.com/office/powerpoint/2010/main" val="2200864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6"/>
          </a:xfrm>
          <a:prstGeom prst="rect">
            <a:avLst/>
          </a:prstGeom>
        </p:spPr>
      </p:pic>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 name="Billede 1">
            <a:extLst>
              <a:ext uri="{FF2B5EF4-FFF2-40B4-BE49-F238E27FC236}">
                <a16:creationId xmlns:a16="http://schemas.microsoft.com/office/drawing/2014/main" id="{47E4CBE5-E82C-0FE3-EA8C-A0AEEE300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6"/>
          </a:xfrm>
          <a:prstGeom prst="rect">
            <a:avLst/>
          </a:prstGeom>
        </p:spPr>
      </p:pic>
      <p:sp>
        <p:nvSpPr>
          <p:cNvPr id="4" name="Rektangel 3">
            <a:extLst>
              <a:ext uri="{FF2B5EF4-FFF2-40B4-BE49-F238E27FC236}">
                <a16:creationId xmlns:a16="http://schemas.microsoft.com/office/drawing/2014/main" id="{9DA4B0A8-D799-2F4C-7D49-576D9C6EF169}"/>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a:extLst>
              <a:ext uri="{FF2B5EF4-FFF2-40B4-BE49-F238E27FC236}">
                <a16:creationId xmlns:a16="http://schemas.microsoft.com/office/drawing/2014/main" id="{82F0415C-C9C7-A248-6B56-F6AAC40A01A9}"/>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6" name="Billede 5">
            <a:extLst>
              <a:ext uri="{FF2B5EF4-FFF2-40B4-BE49-F238E27FC236}">
                <a16:creationId xmlns:a16="http://schemas.microsoft.com/office/drawing/2014/main" id="{A88F4EE3-78C8-7C98-E682-EFEAC3A3DD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Tree>
    <p:extLst>
      <p:ext uri="{BB962C8B-B14F-4D97-AF65-F5344CB8AC3E}">
        <p14:creationId xmlns:p14="http://schemas.microsoft.com/office/powerpoint/2010/main" val="1287593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2" cy="6602675"/>
          </a:xfrm>
          <a:prstGeom prst="rect">
            <a:avLst/>
          </a:prstGeom>
        </p:spPr>
      </p:pic>
      <p:sp>
        <p:nvSpPr>
          <p:cNvPr id="3" name="Rektangel 2"/>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6"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9" name="Billed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9F7E3D15-3491-76D5-73CD-AB7678B4A0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2" cy="6602675"/>
          </a:xfrm>
          <a:prstGeom prst="rect">
            <a:avLst/>
          </a:prstGeom>
        </p:spPr>
      </p:pic>
      <p:sp>
        <p:nvSpPr>
          <p:cNvPr id="12" name="Rektangel 11">
            <a:extLst>
              <a:ext uri="{FF2B5EF4-FFF2-40B4-BE49-F238E27FC236}">
                <a16:creationId xmlns:a16="http://schemas.microsoft.com/office/drawing/2014/main" id="{98848C91-8A29-E7B2-1097-E139965A63F2}"/>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a:extLst>
              <a:ext uri="{FF2B5EF4-FFF2-40B4-BE49-F238E27FC236}">
                <a16:creationId xmlns:a16="http://schemas.microsoft.com/office/drawing/2014/main" id="{CD9F3B1D-65E6-252A-A605-2E7F094DBA5B}"/>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4" name="Billede 13">
            <a:extLst>
              <a:ext uri="{FF2B5EF4-FFF2-40B4-BE49-F238E27FC236}">
                <a16:creationId xmlns:a16="http://schemas.microsoft.com/office/drawing/2014/main" id="{597B42A2-D528-B0F7-A2BE-8DC07FB89E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2863692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7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1" cy="6602675"/>
          </a:xfrm>
          <a:prstGeom prst="rect">
            <a:avLst/>
          </a:prstGeom>
        </p:spPr>
      </p:pic>
      <p:sp>
        <p:nvSpPr>
          <p:cNvPr id="4" name="Rektangel 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2"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pic>
        <p:nvPicPr>
          <p:cNvPr id="2" name="Billede 1">
            <a:extLst>
              <a:ext uri="{FF2B5EF4-FFF2-40B4-BE49-F238E27FC236}">
                <a16:creationId xmlns:a16="http://schemas.microsoft.com/office/drawing/2014/main" id="{DB85D430-07D6-F792-F3F1-30FC2C86D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1" cy="6602675"/>
          </a:xfrm>
          <a:prstGeom prst="rect">
            <a:avLst/>
          </a:prstGeom>
        </p:spPr>
      </p:pic>
      <p:sp>
        <p:nvSpPr>
          <p:cNvPr id="6" name="Rektangel 5">
            <a:extLst>
              <a:ext uri="{FF2B5EF4-FFF2-40B4-BE49-F238E27FC236}">
                <a16:creationId xmlns:a16="http://schemas.microsoft.com/office/drawing/2014/main" id="{4C7D27A0-FD4D-B854-7C14-CB905D903A8D}"/>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a:extLst>
              <a:ext uri="{FF2B5EF4-FFF2-40B4-BE49-F238E27FC236}">
                <a16:creationId xmlns:a16="http://schemas.microsoft.com/office/drawing/2014/main" id="{A190B6AD-DC50-3193-CBDD-6AD172333661}"/>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4" name="Billede 13">
            <a:extLst>
              <a:ext uri="{FF2B5EF4-FFF2-40B4-BE49-F238E27FC236}">
                <a16:creationId xmlns:a16="http://schemas.microsoft.com/office/drawing/2014/main" id="{80032F9D-50F3-C3CD-DE3F-FFAE12BA8B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22963952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1" cy="6602674"/>
          </a:xfrm>
          <a:prstGeom prst="rect">
            <a:avLst/>
          </a:prstGeom>
        </p:spPr>
      </p:pic>
      <p:sp>
        <p:nvSpPr>
          <p:cNvPr id="4" name="Rektangel 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9" name="Billed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1"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pic>
        <p:nvPicPr>
          <p:cNvPr id="2" name="Billede 1">
            <a:extLst>
              <a:ext uri="{FF2B5EF4-FFF2-40B4-BE49-F238E27FC236}">
                <a16:creationId xmlns:a16="http://schemas.microsoft.com/office/drawing/2014/main" id="{7DA8C76B-FAF5-D589-6EAF-9DEB61F540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1" cy="6602674"/>
          </a:xfrm>
          <a:prstGeom prst="rect">
            <a:avLst/>
          </a:prstGeom>
        </p:spPr>
      </p:pic>
      <p:sp>
        <p:nvSpPr>
          <p:cNvPr id="12" name="Rektangel 11">
            <a:extLst>
              <a:ext uri="{FF2B5EF4-FFF2-40B4-BE49-F238E27FC236}">
                <a16:creationId xmlns:a16="http://schemas.microsoft.com/office/drawing/2014/main" id="{E55C8DEB-EE97-1130-661A-A21517754C36}"/>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a:extLst>
              <a:ext uri="{FF2B5EF4-FFF2-40B4-BE49-F238E27FC236}">
                <a16:creationId xmlns:a16="http://schemas.microsoft.com/office/drawing/2014/main" id="{5982BBBA-F81B-0689-156E-03A340FD2940}"/>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4" name="Billede 13">
            <a:extLst>
              <a:ext uri="{FF2B5EF4-FFF2-40B4-BE49-F238E27FC236}">
                <a16:creationId xmlns:a16="http://schemas.microsoft.com/office/drawing/2014/main" id="{F1804B6E-B4D1-844C-0C1D-99AC016B4C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2739883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o indholdsobjekter">
    <p:spTree>
      <p:nvGrpSpPr>
        <p:cNvPr id="1" name=""/>
        <p:cNvGrpSpPr/>
        <p:nvPr/>
      </p:nvGrpSpPr>
      <p:grpSpPr>
        <a:xfrm>
          <a:off x="0" y="0"/>
          <a:ext cx="0" cy="0"/>
          <a:chOff x="0" y="0"/>
          <a:chExt cx="0" cy="0"/>
        </a:xfrm>
      </p:grpSpPr>
      <p:pic>
        <p:nvPicPr>
          <p:cNvPr id="18" name="Billed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3104" y="127383"/>
            <a:ext cx="3978217" cy="6602674"/>
          </a:xfrm>
          <a:prstGeom prst="rect">
            <a:avLst/>
          </a:prstGeom>
        </p:spPr>
      </p:pic>
      <p:sp>
        <p:nvSpPr>
          <p:cNvPr id="19" name="Rektangel 18"/>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20" name="Rektangel 19"/>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21"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2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2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4" name="Billede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25"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26"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pic>
        <p:nvPicPr>
          <p:cNvPr id="2" name="Billede 1">
            <a:extLst>
              <a:ext uri="{FF2B5EF4-FFF2-40B4-BE49-F238E27FC236}">
                <a16:creationId xmlns:a16="http://schemas.microsoft.com/office/drawing/2014/main" id="{5543ED2E-DFAA-8774-5BC6-42CC7DE68B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3104" y="127383"/>
            <a:ext cx="3978217" cy="6602674"/>
          </a:xfrm>
          <a:prstGeom prst="rect">
            <a:avLst/>
          </a:prstGeom>
        </p:spPr>
      </p:pic>
      <p:sp>
        <p:nvSpPr>
          <p:cNvPr id="3" name="Rektangel 2">
            <a:extLst>
              <a:ext uri="{FF2B5EF4-FFF2-40B4-BE49-F238E27FC236}">
                <a16:creationId xmlns:a16="http://schemas.microsoft.com/office/drawing/2014/main" id="{A3A4D3ED-C30F-9726-80AB-13AC91743109}"/>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66A5557A-CC82-E05D-36B3-250DF11A2EBE}"/>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5" name="Billede 4">
            <a:extLst>
              <a:ext uri="{FF2B5EF4-FFF2-40B4-BE49-F238E27FC236}">
                <a16:creationId xmlns:a16="http://schemas.microsoft.com/office/drawing/2014/main" id="{7333842A-F8C8-470E-EF86-3140282D76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536962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8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 y="134225"/>
            <a:ext cx="12191347" cy="6595980"/>
          </a:xfrm>
          <a:prstGeom prst="rect">
            <a:avLst/>
          </a:prstGeom>
        </p:spPr>
      </p:pic>
      <p:sp>
        <p:nvSpPr>
          <p:cNvPr id="9" name="Rektangel 8"/>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2"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3"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4"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5"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6" name="Billed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7"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82CD26AC-026D-E526-8831-4953FB436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 y="134225"/>
            <a:ext cx="12191347" cy="6595980"/>
          </a:xfrm>
          <a:prstGeom prst="rect">
            <a:avLst/>
          </a:prstGeom>
        </p:spPr>
      </p:pic>
      <p:sp>
        <p:nvSpPr>
          <p:cNvPr id="4" name="Rektangel 3">
            <a:extLst>
              <a:ext uri="{FF2B5EF4-FFF2-40B4-BE49-F238E27FC236}">
                <a16:creationId xmlns:a16="http://schemas.microsoft.com/office/drawing/2014/main" id="{370630D6-DFB0-FE86-1810-E6D3F4B7EE4C}"/>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a:extLst>
              <a:ext uri="{FF2B5EF4-FFF2-40B4-BE49-F238E27FC236}">
                <a16:creationId xmlns:a16="http://schemas.microsoft.com/office/drawing/2014/main" id="{7E93B9CB-5813-B4E5-AE7A-3FE5D5D27CD8}"/>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6" name="Billede 5">
            <a:extLst>
              <a:ext uri="{FF2B5EF4-FFF2-40B4-BE49-F238E27FC236}">
                <a16:creationId xmlns:a16="http://schemas.microsoft.com/office/drawing/2014/main" id="{64AD25CA-42FE-E8CE-BEB5-7E3F41651F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Tree>
    <p:extLst>
      <p:ext uri="{BB962C8B-B14F-4D97-AF65-F5344CB8AC3E}">
        <p14:creationId xmlns:p14="http://schemas.microsoft.com/office/powerpoint/2010/main" val="11347230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9_Brugerdefineret layout">
    <p:spTree>
      <p:nvGrpSpPr>
        <p:cNvPr id="1" name=""/>
        <p:cNvGrpSpPr/>
        <p:nvPr/>
      </p:nvGrpSpPr>
      <p:grpSpPr>
        <a:xfrm>
          <a:off x="0" y="0"/>
          <a:ext cx="0" cy="0"/>
          <a:chOff x="0" y="0"/>
          <a:chExt cx="0" cy="0"/>
        </a:xfrm>
      </p:grpSpPr>
      <p:pic>
        <p:nvPicPr>
          <p:cNvPr id="12" name="Billed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2" y="130415"/>
            <a:ext cx="12210981" cy="6606603"/>
          </a:xfrm>
          <a:prstGeom prst="rect">
            <a:avLst/>
          </a:prstGeom>
        </p:spPr>
      </p:pic>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1095992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8" name="Billed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7CEA30FE-F155-76B2-ABF5-79FC76D64A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2" y="130415"/>
            <a:ext cx="12210981" cy="6606603"/>
          </a:xfrm>
          <a:prstGeom prst="rect">
            <a:avLst/>
          </a:prstGeom>
        </p:spPr>
      </p:pic>
      <p:sp>
        <p:nvSpPr>
          <p:cNvPr id="3" name="Rektangel 2">
            <a:extLst>
              <a:ext uri="{FF2B5EF4-FFF2-40B4-BE49-F238E27FC236}">
                <a16:creationId xmlns:a16="http://schemas.microsoft.com/office/drawing/2014/main" id="{7B12907C-8D45-06B2-C41F-8088D1721E41}"/>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53C1515C-9FA5-5713-8A43-FB12AB90F3FA}"/>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5" name="Billede 4">
            <a:extLst>
              <a:ext uri="{FF2B5EF4-FFF2-40B4-BE49-F238E27FC236}">
                <a16:creationId xmlns:a16="http://schemas.microsoft.com/office/drawing/2014/main" id="{5E2C5A89-E1B3-462C-823E-68DD13E054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9745327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0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5"/>
            <a:ext cx="3581400" cy="6607840"/>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4"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8"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66AA95BD-B825-3C67-9B12-BCAC034EAB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5"/>
            <a:ext cx="3581400" cy="6607840"/>
          </a:xfrm>
          <a:prstGeom prst="rect">
            <a:avLst/>
          </a:prstGeom>
        </p:spPr>
      </p:pic>
      <p:sp>
        <p:nvSpPr>
          <p:cNvPr id="4" name="Rektangel 3">
            <a:extLst>
              <a:ext uri="{FF2B5EF4-FFF2-40B4-BE49-F238E27FC236}">
                <a16:creationId xmlns:a16="http://schemas.microsoft.com/office/drawing/2014/main" id="{891FCCC2-0161-12DC-4955-62B4F92FCEA8}"/>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a:extLst>
              <a:ext uri="{FF2B5EF4-FFF2-40B4-BE49-F238E27FC236}">
                <a16:creationId xmlns:a16="http://schemas.microsoft.com/office/drawing/2014/main" id="{6FA724C3-0435-4E94-F288-9D9C6273E156}"/>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Tree>
    <p:extLst>
      <p:ext uri="{BB962C8B-B14F-4D97-AF65-F5344CB8AC3E}">
        <p14:creationId xmlns:p14="http://schemas.microsoft.com/office/powerpoint/2010/main" val="15043149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1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5"/>
            <a:ext cx="3581399" cy="6607840"/>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DD151442-083E-713A-6D4D-A8DE75F92A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5"/>
            <a:ext cx="3581399" cy="6607840"/>
          </a:xfrm>
          <a:prstGeom prst="rect">
            <a:avLst/>
          </a:prstGeom>
        </p:spPr>
      </p:pic>
      <p:sp>
        <p:nvSpPr>
          <p:cNvPr id="3" name="Rektangel 2">
            <a:extLst>
              <a:ext uri="{FF2B5EF4-FFF2-40B4-BE49-F238E27FC236}">
                <a16:creationId xmlns:a16="http://schemas.microsoft.com/office/drawing/2014/main" id="{F09E6C8D-DC8F-26FE-4C4F-7AF5313868F4}"/>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FBC600C7-15B5-7D6D-90DC-150DA3AB5187}"/>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Tree>
    <p:extLst>
      <p:ext uri="{BB962C8B-B14F-4D97-AF65-F5344CB8AC3E}">
        <p14:creationId xmlns:p14="http://schemas.microsoft.com/office/powerpoint/2010/main" val="2114959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2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6"/>
            <a:ext cx="3581399" cy="6607838"/>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800CABFE-4A73-87D6-CCF8-DC56EB56F9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6"/>
            <a:ext cx="3581399" cy="6607838"/>
          </a:xfrm>
          <a:prstGeom prst="rect">
            <a:avLst/>
          </a:prstGeom>
        </p:spPr>
      </p:pic>
      <p:sp>
        <p:nvSpPr>
          <p:cNvPr id="3" name="Rektangel 2">
            <a:extLst>
              <a:ext uri="{FF2B5EF4-FFF2-40B4-BE49-F238E27FC236}">
                <a16:creationId xmlns:a16="http://schemas.microsoft.com/office/drawing/2014/main" id="{ED095F32-04B1-8986-922A-35A71CE34B7B}"/>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09E0EA52-ECC2-84FD-7B22-63FC9C04483B}"/>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Tree>
    <p:extLst>
      <p:ext uri="{BB962C8B-B14F-4D97-AF65-F5344CB8AC3E}">
        <p14:creationId xmlns:p14="http://schemas.microsoft.com/office/powerpoint/2010/main" val="16617458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3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6"/>
            <a:ext cx="3581398" cy="6607838"/>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9F1F95E3-6877-3EC7-40FA-CB3970DDAA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6"/>
            <a:ext cx="3581398" cy="6607838"/>
          </a:xfrm>
          <a:prstGeom prst="rect">
            <a:avLst/>
          </a:prstGeom>
        </p:spPr>
      </p:pic>
      <p:sp>
        <p:nvSpPr>
          <p:cNvPr id="3" name="Rektangel 2">
            <a:extLst>
              <a:ext uri="{FF2B5EF4-FFF2-40B4-BE49-F238E27FC236}">
                <a16:creationId xmlns:a16="http://schemas.microsoft.com/office/drawing/2014/main" id="{B468F171-EF3F-A699-8D0F-E8C7F148D62F}"/>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412E3AA2-100D-6A7D-68E3-0EE0F021878C}"/>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Tree>
    <p:extLst>
      <p:ext uri="{BB962C8B-B14F-4D97-AF65-F5344CB8AC3E}">
        <p14:creationId xmlns:p14="http://schemas.microsoft.com/office/powerpoint/2010/main" val="30265284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4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7"/>
            <a:ext cx="3581398" cy="6607836"/>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pic>
        <p:nvPicPr>
          <p:cNvPr id="2" name="Billede 1">
            <a:extLst>
              <a:ext uri="{FF2B5EF4-FFF2-40B4-BE49-F238E27FC236}">
                <a16:creationId xmlns:a16="http://schemas.microsoft.com/office/drawing/2014/main" id="{89FDECF2-59F1-FAA6-F4CC-E410813D53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7"/>
            <a:ext cx="3581398" cy="6607836"/>
          </a:xfrm>
          <a:prstGeom prst="rect">
            <a:avLst/>
          </a:prstGeom>
        </p:spPr>
      </p:pic>
      <p:sp>
        <p:nvSpPr>
          <p:cNvPr id="3" name="Rektangel 2">
            <a:extLst>
              <a:ext uri="{FF2B5EF4-FFF2-40B4-BE49-F238E27FC236}">
                <a16:creationId xmlns:a16="http://schemas.microsoft.com/office/drawing/2014/main" id="{48AA1FF7-F16F-348D-DB91-03E587A59FC1}"/>
              </a:ext>
            </a:extLst>
          </p:cNvPr>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a:extLst>
              <a:ext uri="{FF2B5EF4-FFF2-40B4-BE49-F238E27FC236}">
                <a16:creationId xmlns:a16="http://schemas.microsoft.com/office/drawing/2014/main" id="{80BCBC57-1CAB-479E-42BF-534431EBEA2A}"/>
              </a:ext>
            </a:extLst>
          </p:cNvPr>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Tree>
    <p:extLst>
      <p:ext uri="{BB962C8B-B14F-4D97-AF65-F5344CB8AC3E}">
        <p14:creationId xmlns:p14="http://schemas.microsoft.com/office/powerpoint/2010/main" val="37443482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3_Brugerdefineret layout">
    <p:spTree>
      <p:nvGrpSpPr>
        <p:cNvPr id="1" name=""/>
        <p:cNvGrpSpPr/>
        <p:nvPr/>
      </p:nvGrpSpPr>
      <p:grpSpPr>
        <a:xfrm>
          <a:off x="0" y="0"/>
          <a:ext cx="0" cy="0"/>
          <a:chOff x="0" y="0"/>
          <a:chExt cx="0" cy="0"/>
        </a:xfrm>
      </p:grpSpPr>
      <p:pic>
        <p:nvPicPr>
          <p:cNvPr id="4" name="Billed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76000" cy="6858000"/>
          </a:xfrm>
          <a:prstGeom prst="rect">
            <a:avLst/>
          </a:prstGeom>
        </p:spPr>
      </p:pic>
    </p:spTree>
    <p:extLst>
      <p:ext uri="{BB962C8B-B14F-4D97-AF65-F5344CB8AC3E}">
        <p14:creationId xmlns:p14="http://schemas.microsoft.com/office/powerpoint/2010/main" val="6327826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4_Brugerdefineret layout">
    <p:spTree>
      <p:nvGrpSpPr>
        <p:cNvPr id="1" name=""/>
        <p:cNvGrpSpPr/>
        <p:nvPr/>
      </p:nvGrpSpPr>
      <p:grpSpPr>
        <a:xfrm>
          <a:off x="0" y="0"/>
          <a:ext cx="0" cy="0"/>
          <a:chOff x="0" y="0"/>
          <a:chExt cx="0" cy="0"/>
        </a:xfrm>
      </p:grpSpPr>
      <p:sp>
        <p:nvSpPr>
          <p:cNvPr id="6" name="Rektangel 5"/>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7" name="Rektangel 6"/>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9" name="Billed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41604118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5_Brugerdefineret layout">
    <p:spTree>
      <p:nvGrpSpPr>
        <p:cNvPr id="1" name=""/>
        <p:cNvGrpSpPr/>
        <p:nvPr/>
      </p:nvGrpSpPr>
      <p:grpSpPr>
        <a:xfrm>
          <a:off x="0" y="0"/>
          <a:ext cx="0" cy="0"/>
          <a:chOff x="0" y="0"/>
          <a:chExt cx="0" cy="0"/>
        </a:xfrm>
      </p:grpSpPr>
      <p:sp>
        <p:nvSpPr>
          <p:cNvPr id="5"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6"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9" name="Rektangel 8"/>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2"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1078009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Kun titel">
    <p:spTree>
      <p:nvGrpSpPr>
        <p:cNvPr id="1" name=""/>
        <p:cNvGrpSpPr/>
        <p:nvPr/>
      </p:nvGrpSpPr>
      <p:grpSpPr>
        <a:xfrm>
          <a:off x="0" y="0"/>
          <a:ext cx="0" cy="0"/>
          <a:chOff x="0" y="0"/>
          <a:chExt cx="0" cy="0"/>
        </a:xfrm>
      </p:grpSpPr>
      <p:pic>
        <p:nvPicPr>
          <p:cNvPr id="6" name="Billed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5459" y="4732846"/>
            <a:ext cx="10874062" cy="1641367"/>
          </a:xfrm>
          <a:prstGeom prst="rect">
            <a:avLst/>
          </a:prstGeom>
        </p:spPr>
      </p:pic>
      <p:sp>
        <p:nvSpPr>
          <p:cNvPr id="14" name="Rektangel 1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5" name="Rektangel 1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7"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8"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20"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1" name="Billed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22"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7493635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om">
    <p:spTree>
      <p:nvGrpSpPr>
        <p:cNvPr id="1" name=""/>
        <p:cNvGrpSpPr/>
        <p:nvPr/>
      </p:nvGrpSpPr>
      <p:grpSpPr>
        <a:xfrm>
          <a:off x="0" y="0"/>
          <a:ext cx="0" cy="0"/>
          <a:chOff x="0" y="0"/>
          <a:chExt cx="0" cy="0"/>
        </a:xfrm>
      </p:grpSpPr>
      <p:pic>
        <p:nvPicPr>
          <p:cNvPr id="5" name="Billed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337" y="4734791"/>
            <a:ext cx="10861183" cy="1639422"/>
          </a:xfrm>
          <a:prstGeom prst="rect">
            <a:avLst/>
          </a:prstGeom>
        </p:spPr>
      </p:pic>
      <p:sp>
        <p:nvSpPr>
          <p:cNvPr id="12" name="Rektangel 11"/>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5"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6"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8"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9" name="Billed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20"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9963143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5_Brugerdefineret layout">
    <p:spTree>
      <p:nvGrpSpPr>
        <p:cNvPr id="1" name=""/>
        <p:cNvGrpSpPr/>
        <p:nvPr/>
      </p:nvGrpSpPr>
      <p:grpSpPr>
        <a:xfrm>
          <a:off x="0" y="0"/>
          <a:ext cx="0" cy="0"/>
          <a:chOff x="0" y="0"/>
          <a:chExt cx="0" cy="0"/>
        </a:xfrm>
      </p:grpSpPr>
      <p:sp>
        <p:nvSpPr>
          <p:cNvPr id="7" name="Pladsholder til billede 2"/>
          <p:cNvSpPr>
            <a:spLocks noGrp="1"/>
          </p:cNvSpPr>
          <p:nvPr>
            <p:ph type="pic" idx="1"/>
          </p:nvPr>
        </p:nvSpPr>
        <p:spPr>
          <a:xfrm>
            <a:off x="8610599" y="1489656"/>
            <a:ext cx="3581400" cy="524040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a:t>Klik på ikonet for at tilføje et billede</a:t>
            </a:r>
            <a:endParaRPr lang="da-DK" dirty="0"/>
          </a:p>
        </p:txBody>
      </p:sp>
      <p:sp>
        <p:nvSpPr>
          <p:cNvPr id="12" name="Rektangel 11"/>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Rektangel 12"/>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6" name="Pladsholder til tekst 3"/>
          <p:cNvSpPr>
            <a:spLocks noGrp="1"/>
          </p:cNvSpPr>
          <p:nvPr>
            <p:ph type="body" sz="half" idx="2"/>
          </p:nvPr>
        </p:nvSpPr>
        <p:spPr>
          <a:xfrm>
            <a:off x="609600" y="1863143"/>
            <a:ext cx="7543800"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0" name="Billed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2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8114416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6_Brugerdefineret layout">
    <p:spTree>
      <p:nvGrpSpPr>
        <p:cNvPr id="1" name=""/>
        <p:cNvGrpSpPr/>
        <p:nvPr/>
      </p:nvGrpSpPr>
      <p:grpSpPr>
        <a:xfrm>
          <a:off x="0" y="0"/>
          <a:ext cx="0" cy="0"/>
          <a:chOff x="0" y="0"/>
          <a:chExt cx="0" cy="0"/>
        </a:xfrm>
      </p:grpSpPr>
      <p:sp>
        <p:nvSpPr>
          <p:cNvPr id="4" name="Rektangel 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tekst 3"/>
          <p:cNvSpPr>
            <a:spLocks noGrp="1"/>
          </p:cNvSpPr>
          <p:nvPr>
            <p:ph type="body" sz="half" idx="2"/>
          </p:nvPr>
        </p:nvSpPr>
        <p:spPr>
          <a:xfrm>
            <a:off x="609600" y="1863143"/>
            <a:ext cx="1095992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0" name="Billed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32738778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7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892174"/>
            <a:ext cx="12192000" cy="1840301"/>
          </a:xfrm>
          <a:prstGeom prst="rect">
            <a:avLst/>
          </a:prstGeom>
        </p:spPr>
      </p:pic>
      <p:sp>
        <p:nvSpPr>
          <p:cNvPr id="4" name="Rektangel 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indhold 2"/>
          <p:cNvSpPr>
            <a:spLocks noGrp="1"/>
          </p:cNvSpPr>
          <p:nvPr>
            <p:ph idx="1"/>
          </p:nvPr>
        </p:nvSpPr>
        <p:spPr>
          <a:xfrm>
            <a:off x="609600" y="1840200"/>
            <a:ext cx="10959921" cy="294215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7"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9"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1"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12274727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8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6"/>
          </a:xfrm>
          <a:prstGeom prst="rect">
            <a:avLst/>
          </a:prstGeom>
        </p:spPr>
      </p:pic>
      <p:sp>
        <p:nvSpPr>
          <p:cNvPr id="9" name="Rektangel 8"/>
          <p:cNvSpPr/>
          <p:nvPr/>
        </p:nvSpPr>
        <p:spPr>
          <a:xfrm>
            <a:off x="665411" y="4537656"/>
            <a:ext cx="9757892" cy="1264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Titel 1"/>
          <p:cNvSpPr>
            <a:spLocks noGrp="1"/>
          </p:cNvSpPr>
          <p:nvPr>
            <p:ph type="title"/>
          </p:nvPr>
        </p:nvSpPr>
        <p:spPr>
          <a:xfrm>
            <a:off x="772736" y="4702765"/>
            <a:ext cx="9624810" cy="534645"/>
          </a:xfrm>
        </p:spPr>
        <p:txBody>
          <a:bodyPr>
            <a:noAutofit/>
          </a:bodyPr>
          <a:lstStyle>
            <a:lvl1pPr>
              <a:defRPr sz="3400">
                <a:solidFill>
                  <a:schemeClr val="tx1"/>
                </a:solidFill>
              </a:defRPr>
            </a:lvl1pPr>
          </a:lstStyle>
          <a:p>
            <a:r>
              <a:rPr lang="da-DK"/>
              <a:t>Klik for at redigere titeltypografien i masteren</a:t>
            </a:r>
            <a:endParaRPr lang="da-DK" dirty="0"/>
          </a:p>
        </p:txBody>
      </p:sp>
      <p:sp>
        <p:nvSpPr>
          <p:cNvPr id="14" name="Pladsholder til tekst 3"/>
          <p:cNvSpPr>
            <a:spLocks noGrp="1"/>
          </p:cNvSpPr>
          <p:nvPr>
            <p:ph type="body" sz="half" idx="10"/>
          </p:nvPr>
        </p:nvSpPr>
        <p:spPr>
          <a:xfrm>
            <a:off x="781318" y="5318975"/>
            <a:ext cx="9594763" cy="356315"/>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pic>
        <p:nvPicPr>
          <p:cNvPr id="15" name="Billed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17236690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9_Brugerdefineret layout">
    <p:spTree>
      <p:nvGrpSpPr>
        <p:cNvPr id="1" name=""/>
        <p:cNvGrpSpPr/>
        <p:nvPr/>
      </p:nvGrpSpPr>
      <p:grpSpPr>
        <a:xfrm>
          <a:off x="0" y="0"/>
          <a:ext cx="0" cy="0"/>
          <a:chOff x="0" y="0"/>
          <a:chExt cx="0" cy="0"/>
        </a:xfrm>
      </p:grpSpPr>
      <p:sp>
        <p:nvSpPr>
          <p:cNvPr id="3" name="Pladsholder til indhold 2"/>
          <p:cNvSpPr>
            <a:spLocks noGrp="1"/>
          </p:cNvSpPr>
          <p:nvPr>
            <p:ph idx="1"/>
          </p:nvPr>
        </p:nvSpPr>
        <p:spPr>
          <a:xfrm>
            <a:off x="609600" y="1854602"/>
            <a:ext cx="5452056"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9" name="Billed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1" name="Pladsholder til indhold 2"/>
          <p:cNvSpPr>
            <a:spLocks noGrp="1"/>
          </p:cNvSpPr>
          <p:nvPr>
            <p:ph idx="10"/>
          </p:nvPr>
        </p:nvSpPr>
        <p:spPr>
          <a:xfrm>
            <a:off x="6216204" y="1854601"/>
            <a:ext cx="5353318"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extLst>
      <p:ext uri="{BB962C8B-B14F-4D97-AF65-F5344CB8AC3E}">
        <p14:creationId xmlns:p14="http://schemas.microsoft.com/office/powerpoint/2010/main" val="31043571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Afsnitsoverskrift">
    <p:spTree>
      <p:nvGrpSpPr>
        <p:cNvPr id="1" name=""/>
        <p:cNvGrpSpPr/>
        <p:nvPr/>
      </p:nvGrpSpPr>
      <p:grpSpPr>
        <a:xfrm>
          <a:off x="0" y="0"/>
          <a:ext cx="0" cy="0"/>
          <a:chOff x="0" y="0"/>
          <a:chExt cx="0" cy="0"/>
        </a:xfrm>
      </p:grpSpPr>
      <p:pic>
        <p:nvPicPr>
          <p:cNvPr id="7" name="Billed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 y="134225"/>
            <a:ext cx="12191352" cy="6595983"/>
          </a:xfrm>
          <a:prstGeom prst="rect">
            <a:avLst/>
          </a:prstGeom>
        </p:spPr>
      </p:pic>
      <p:sp>
        <p:nvSpPr>
          <p:cNvPr id="11" name="Rektangel 10"/>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2" name="Rektangel 11"/>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7" name="Billed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Tree>
    <p:extLst>
      <p:ext uri="{BB962C8B-B14F-4D97-AF65-F5344CB8AC3E}">
        <p14:creationId xmlns:p14="http://schemas.microsoft.com/office/powerpoint/2010/main" val="31207331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0_Brugerdefineret layout">
    <p:spTree>
      <p:nvGrpSpPr>
        <p:cNvPr id="1" name=""/>
        <p:cNvGrpSpPr/>
        <p:nvPr/>
      </p:nvGrpSpPr>
      <p:grpSpPr>
        <a:xfrm>
          <a:off x="0" y="0"/>
          <a:ext cx="0" cy="0"/>
          <a:chOff x="0" y="0"/>
          <a:chExt cx="0" cy="0"/>
        </a:xfrm>
      </p:grpSpPr>
      <p:pic>
        <p:nvPicPr>
          <p:cNvPr id="12" name="Billed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 y="133618"/>
            <a:ext cx="12191352" cy="6597197"/>
          </a:xfrm>
          <a:prstGeom prst="rect">
            <a:avLst/>
          </a:prstGeom>
        </p:spPr>
      </p:pic>
      <p:sp>
        <p:nvSpPr>
          <p:cNvPr id="9" name="Rektangel 8"/>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1" name="Billed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4"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4748847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1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7"/>
          </a:xfrm>
          <a:prstGeom prst="rect">
            <a:avLst/>
          </a:prstGeom>
        </p:spPr>
      </p:pic>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2526332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32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7"/>
          </a:xfrm>
          <a:prstGeom prst="rect">
            <a:avLst/>
          </a:prstGeom>
        </p:spPr>
      </p:pic>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8371862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3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 y="133618"/>
            <a:ext cx="12191350" cy="6597196"/>
          </a:xfrm>
          <a:prstGeom prst="rect">
            <a:avLst/>
          </a:prstGeom>
        </p:spPr>
      </p:pic>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5405" y="524059"/>
            <a:ext cx="1581854" cy="789588"/>
          </a:xfrm>
          <a:prstGeom prst="rect">
            <a:avLst/>
          </a:prstGeom>
        </p:spPr>
      </p:pic>
      <p:sp>
        <p:nvSpPr>
          <p:cNvPr id="11" name="Pladsholder til dato 3"/>
          <p:cNvSpPr>
            <a:spLocks noGrp="1"/>
          </p:cNvSpPr>
          <p:nvPr>
            <p:ph type="dt" sz="half" idx="2"/>
          </p:nvPr>
        </p:nvSpPr>
        <p:spPr>
          <a:xfrm>
            <a:off x="609600" y="6356350"/>
            <a:ext cx="2971800" cy="365125"/>
          </a:xfrm>
          <a:prstGeom prst="rect">
            <a:avLst/>
          </a:prstGeom>
        </p:spPr>
        <p:txBody>
          <a:bodyPr vert="horz" lIns="91440" tIns="45720" rIns="91440" bIns="45720" rtlCol="0" anchor="ctr"/>
          <a:lstStyle>
            <a:lvl1pPr algn="l">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5602757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4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2" cy="6602675"/>
          </a:xfrm>
          <a:prstGeom prst="rect">
            <a:avLst/>
          </a:prstGeom>
        </p:spPr>
      </p:pic>
      <p:sp>
        <p:nvSpPr>
          <p:cNvPr id="3" name="Rektangel 2"/>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4" name="Rektangel 3"/>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6"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9" name="Billed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602737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5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1" cy="6602675"/>
          </a:xfrm>
          <a:prstGeom prst="rect">
            <a:avLst/>
          </a:prstGeom>
        </p:spPr>
      </p:pic>
      <p:sp>
        <p:nvSpPr>
          <p:cNvPr id="4" name="Rektangel 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7"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9"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0" name="Billed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1"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2"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extLst>
      <p:ext uri="{BB962C8B-B14F-4D97-AF65-F5344CB8AC3E}">
        <p14:creationId xmlns:p14="http://schemas.microsoft.com/office/powerpoint/2010/main" val="22504965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6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2428" y="127383"/>
            <a:ext cx="3979571" cy="6602674"/>
          </a:xfrm>
          <a:prstGeom prst="rect">
            <a:avLst/>
          </a:prstGeom>
        </p:spPr>
      </p:pic>
      <p:sp>
        <p:nvSpPr>
          <p:cNvPr id="4" name="Rektangel 3"/>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5" name="Rektangel 4"/>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6"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7"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8"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9" name="Billed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0"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11"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extLst>
      <p:ext uri="{BB962C8B-B14F-4D97-AF65-F5344CB8AC3E}">
        <p14:creationId xmlns:p14="http://schemas.microsoft.com/office/powerpoint/2010/main" val="26030507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To indholdsobjekter">
    <p:spTree>
      <p:nvGrpSpPr>
        <p:cNvPr id="1" name=""/>
        <p:cNvGrpSpPr/>
        <p:nvPr/>
      </p:nvGrpSpPr>
      <p:grpSpPr>
        <a:xfrm>
          <a:off x="0" y="0"/>
          <a:ext cx="0" cy="0"/>
          <a:chOff x="0" y="0"/>
          <a:chExt cx="0" cy="0"/>
        </a:xfrm>
      </p:grpSpPr>
      <p:pic>
        <p:nvPicPr>
          <p:cNvPr id="18" name="Billed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3104" y="127383"/>
            <a:ext cx="3978217" cy="6602674"/>
          </a:xfrm>
          <a:prstGeom prst="rect">
            <a:avLst/>
          </a:prstGeom>
        </p:spPr>
      </p:pic>
      <p:sp>
        <p:nvSpPr>
          <p:cNvPr id="19" name="Rektangel 18"/>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20" name="Rektangel 19"/>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21"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22"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23"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24" name="Billede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25"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
        <p:nvSpPr>
          <p:cNvPr id="26" name="Pladsholder til indhold 2"/>
          <p:cNvSpPr>
            <a:spLocks noGrp="1"/>
          </p:cNvSpPr>
          <p:nvPr>
            <p:ph idx="1"/>
          </p:nvPr>
        </p:nvSpPr>
        <p:spPr>
          <a:xfrm>
            <a:off x="609600" y="1854602"/>
            <a:ext cx="7692980" cy="4493165"/>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extLst>
      <p:ext uri="{BB962C8B-B14F-4D97-AF65-F5344CB8AC3E}">
        <p14:creationId xmlns:p14="http://schemas.microsoft.com/office/powerpoint/2010/main" val="4328777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7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 y="134225"/>
            <a:ext cx="12191347" cy="6595980"/>
          </a:xfrm>
          <a:prstGeom prst="rect">
            <a:avLst/>
          </a:prstGeom>
        </p:spPr>
      </p:pic>
      <p:sp>
        <p:nvSpPr>
          <p:cNvPr id="9" name="Rektangel 8"/>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0" name="Rektangel 9"/>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2" name="Pladsholder til indhold 2"/>
          <p:cNvSpPr>
            <a:spLocks noGrp="1"/>
          </p:cNvSpPr>
          <p:nvPr>
            <p:ph idx="1"/>
          </p:nvPr>
        </p:nvSpPr>
        <p:spPr>
          <a:xfrm>
            <a:off x="609600" y="1840200"/>
            <a:ext cx="10959921" cy="4322361"/>
          </a:xfrm>
        </p:spPr>
        <p:txBody>
          <a:bodyPr>
            <a:no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3" name="Pladsholder til dato 3"/>
          <p:cNvSpPr>
            <a:spLocks noGrp="1"/>
          </p:cNvSpPr>
          <p:nvPr>
            <p:ph type="dt" sz="half" idx="2"/>
          </p:nvPr>
        </p:nvSpPr>
        <p:spPr>
          <a:xfrm>
            <a:off x="609600" y="6341948"/>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4" name="Pladsholder til sidefod 4"/>
          <p:cNvSpPr>
            <a:spLocks noGrp="1"/>
          </p:cNvSpPr>
          <p:nvPr>
            <p:ph type="ftr" sz="quarter" idx="3"/>
          </p:nvPr>
        </p:nvSpPr>
        <p:spPr>
          <a:xfrm>
            <a:off x="4038600" y="6341948"/>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5" name="Pladsholder til slidenummer 5"/>
          <p:cNvSpPr>
            <a:spLocks noGrp="1"/>
          </p:cNvSpPr>
          <p:nvPr>
            <p:ph type="sldNum" sz="quarter" idx="4"/>
          </p:nvPr>
        </p:nvSpPr>
        <p:spPr>
          <a:xfrm>
            <a:off x="8610600" y="6341948"/>
            <a:ext cx="2958922" cy="365125"/>
          </a:xfrm>
          <a:prstGeom prst="rect">
            <a:avLst/>
          </a:prstGeom>
        </p:spPr>
        <p:txBody>
          <a:bodyPr vert="horz" lIns="91440" tIns="45720" rIns="91440" bIns="45720" rtlCol="0" anchor="ctr"/>
          <a:lstStyle>
            <a:lvl1pPr algn="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6" name="Billed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09654"/>
            <a:ext cx="1581854" cy="789589"/>
          </a:xfrm>
          <a:prstGeom prst="rect">
            <a:avLst/>
          </a:prstGeom>
        </p:spPr>
      </p:pic>
      <p:sp>
        <p:nvSpPr>
          <p:cNvPr id="17" name="Titel 1"/>
          <p:cNvSpPr>
            <a:spLocks noGrp="1"/>
          </p:cNvSpPr>
          <p:nvPr>
            <p:ph type="title"/>
          </p:nvPr>
        </p:nvSpPr>
        <p:spPr>
          <a:xfrm>
            <a:off x="609600" y="822771"/>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7178926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38_Brugerdefineret layout">
    <p:spTree>
      <p:nvGrpSpPr>
        <p:cNvPr id="1" name=""/>
        <p:cNvGrpSpPr/>
        <p:nvPr/>
      </p:nvGrpSpPr>
      <p:grpSpPr>
        <a:xfrm>
          <a:off x="0" y="0"/>
          <a:ext cx="0" cy="0"/>
          <a:chOff x="0" y="0"/>
          <a:chExt cx="0" cy="0"/>
        </a:xfrm>
      </p:grpSpPr>
      <p:pic>
        <p:nvPicPr>
          <p:cNvPr id="12" name="Billed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2" y="130415"/>
            <a:ext cx="12210981" cy="6606603"/>
          </a:xfrm>
          <a:prstGeom prst="rect">
            <a:avLst/>
          </a:prstGeom>
        </p:spPr>
      </p:pic>
      <p:sp>
        <p:nvSpPr>
          <p:cNvPr id="7" name="Rektangel 6"/>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8" name="Rektangel 7"/>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1095992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pic>
        <p:nvPicPr>
          <p:cNvPr id="18" name="Billed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59701" y="524056"/>
            <a:ext cx="1581854" cy="789589"/>
          </a:xfrm>
          <a:prstGeom prst="rect">
            <a:avLst/>
          </a:prstGeom>
        </p:spPr>
      </p:pic>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3613823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9_Brugerdefineret layout">
    <p:spTree>
      <p:nvGrpSpPr>
        <p:cNvPr id="1" name=""/>
        <p:cNvGrpSpPr/>
        <p:nvPr/>
      </p:nvGrpSpPr>
      <p:grpSpPr>
        <a:xfrm>
          <a:off x="0" y="0"/>
          <a:ext cx="0" cy="0"/>
          <a:chOff x="0" y="0"/>
          <a:chExt cx="0" cy="0"/>
        </a:xfrm>
      </p:grpSpPr>
      <p:pic>
        <p:nvPicPr>
          <p:cNvPr id="3" name="Billed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5"/>
            <a:ext cx="3581400" cy="6607840"/>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3"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4"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8"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27090999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40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5"/>
            <a:ext cx="3581399" cy="6607840"/>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355623367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41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6"/>
            <a:ext cx="3581399" cy="6607838"/>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423454386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42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6"/>
            <a:ext cx="3581398" cy="6607838"/>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385198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43_Brugerdefineret layout">
    <p:spTree>
      <p:nvGrpSpPr>
        <p:cNvPr id="1" name=""/>
        <p:cNvGrpSpPr/>
        <p:nvPr/>
      </p:nvGrpSpPr>
      <p:grpSpPr>
        <a:xfrm>
          <a:off x="0" y="0"/>
          <a:ext cx="0" cy="0"/>
          <a:chOff x="0" y="0"/>
          <a:chExt cx="0" cy="0"/>
        </a:xfrm>
      </p:grpSpPr>
      <p:pic>
        <p:nvPicPr>
          <p:cNvPr id="11" name="Billed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10601" y="137377"/>
            <a:ext cx="3581398" cy="6607836"/>
          </a:xfrm>
          <a:prstGeom prst="rect">
            <a:avLst/>
          </a:prstGeom>
        </p:spPr>
      </p:pic>
      <p:sp>
        <p:nvSpPr>
          <p:cNvPr id="8" name="Rektangel 7"/>
          <p:cNvSpPr/>
          <p:nvPr/>
        </p:nvSpPr>
        <p:spPr>
          <a:xfrm>
            <a:off x="0" y="0"/>
            <a:ext cx="12192000" cy="137375"/>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9" name="Rektangel 8"/>
          <p:cNvSpPr/>
          <p:nvPr/>
        </p:nvSpPr>
        <p:spPr>
          <a:xfrm>
            <a:off x="0" y="6730058"/>
            <a:ext cx="12192000" cy="129336"/>
          </a:xfrm>
          <a:prstGeom prst="rect">
            <a:avLst/>
          </a:prstGeom>
          <a:solidFill>
            <a:srgbClr val="00A5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solidFill>
                <a:schemeClr val="bg1"/>
              </a:solidFill>
            </a:endParaRPr>
          </a:p>
        </p:txBody>
      </p:sp>
      <p:sp>
        <p:nvSpPr>
          <p:cNvPr id="14" name="Pladsholder til tekst 3"/>
          <p:cNvSpPr>
            <a:spLocks noGrp="1"/>
          </p:cNvSpPr>
          <p:nvPr>
            <p:ph type="body" sz="half" idx="2"/>
          </p:nvPr>
        </p:nvSpPr>
        <p:spPr>
          <a:xfrm>
            <a:off x="609600" y="1863143"/>
            <a:ext cx="7792792" cy="4370231"/>
          </a:xfrm>
        </p:spPr>
        <p:txBody>
          <a:bodyPr>
            <a:no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15" name="Pladsholder til dato 3"/>
          <p:cNvSpPr>
            <a:spLocks noGrp="1"/>
          </p:cNvSpPr>
          <p:nvPr>
            <p:ph type="dt" sz="half" idx="10"/>
          </p:nvPr>
        </p:nvSpPr>
        <p:spPr>
          <a:xfrm>
            <a:off x="609600" y="6356350"/>
            <a:ext cx="2971800" cy="365125"/>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6"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17" name="Pladsholder til slidenummer 5"/>
          <p:cNvSpPr>
            <a:spLocks noGrp="1"/>
          </p:cNvSpPr>
          <p:nvPr>
            <p:ph type="sldNum" sz="quarter" idx="4"/>
          </p:nvPr>
        </p:nvSpPr>
        <p:spPr>
          <a:xfrm>
            <a:off x="8610600" y="6356350"/>
            <a:ext cx="2958922" cy="365125"/>
          </a:xfrm>
          <a:prstGeom prst="rect">
            <a:avLst/>
          </a:prstGeom>
        </p:spPr>
        <p:txBody>
          <a:bodyPr vert="horz" lIns="91440" tIns="45720" rIns="91440" bIns="45720" rtlCol="0" anchor="ctr"/>
          <a:lstStyle>
            <a:lvl1pPr algn="r">
              <a:defRPr sz="800">
                <a:solidFill>
                  <a:schemeClr val="bg1"/>
                </a:solidFill>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19" name="Titel 1"/>
          <p:cNvSpPr>
            <a:spLocks noGrp="1"/>
          </p:cNvSpPr>
          <p:nvPr>
            <p:ph type="title"/>
          </p:nvPr>
        </p:nvSpPr>
        <p:spPr>
          <a:xfrm>
            <a:off x="609600" y="837173"/>
            <a:ext cx="7792792" cy="575212"/>
          </a:xfrm>
        </p:spPr>
        <p:txBody>
          <a:bodyPr anchor="b">
            <a:noAutofit/>
          </a:bodyPr>
          <a:lstStyle>
            <a:lvl1pPr>
              <a:defRPr sz="3400" b="1"/>
            </a:lvl1pPr>
          </a:lstStyle>
          <a:p>
            <a:r>
              <a:rPr lang="da-DK"/>
              <a:t>Klik for at redigere titeltypografien i masteren</a:t>
            </a:r>
            <a:endParaRPr lang="da-DK" dirty="0"/>
          </a:p>
        </p:txBody>
      </p:sp>
    </p:spTree>
    <p:extLst>
      <p:ext uri="{BB962C8B-B14F-4D97-AF65-F5344CB8AC3E}">
        <p14:creationId xmlns:p14="http://schemas.microsoft.com/office/powerpoint/2010/main" val="42690912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Tom: Indhold med tekst">
    <p:bg>
      <p:bgPr>
        <a:solidFill>
          <a:schemeClr val="bg1"/>
        </a:solidFill>
        <a:effectLst/>
      </p:bgPr>
    </p:bg>
    <p:spTree>
      <p:nvGrpSpPr>
        <p:cNvPr id="1" name=""/>
        <p:cNvGrpSpPr/>
        <p:nvPr/>
      </p:nvGrpSpPr>
      <p:grpSpPr>
        <a:xfrm>
          <a:off x="0" y="0"/>
          <a:ext cx="0" cy="0"/>
          <a:chOff x="0" y="0"/>
          <a:chExt cx="0" cy="0"/>
        </a:xfrm>
      </p:grpSpPr>
      <p:sp>
        <p:nvSpPr>
          <p:cNvPr id="5" name="Pladsholder til diasnummer 4"/>
          <p:cNvSpPr>
            <a:spLocks noGrp="1"/>
          </p:cNvSpPr>
          <p:nvPr>
            <p:ph type="sldNum" sz="quarter" idx="12"/>
          </p:nvPr>
        </p:nvSpPr>
        <p:spPr>
          <a:xfrm>
            <a:off x="8616339" y="6309386"/>
            <a:ext cx="3119201" cy="366183"/>
          </a:xfrm>
        </p:spPr>
        <p:txBody>
          <a:bodyPr/>
          <a:lstStyle>
            <a:lvl1pPr>
              <a:defRPr sz="1000">
                <a:solidFill>
                  <a:srgbClr val="006273"/>
                </a:solidFill>
                <a:latin typeface="Arial" pitchFamily="34" charset="0"/>
                <a:cs typeface="Arial" pitchFamily="34" charset="0"/>
              </a:defRPr>
            </a:lvl1pPr>
          </a:lstStyle>
          <a:p>
            <a:fld id="{8027C91F-3113-4170-B0A7-EB36B47BBC64}" type="slidenum">
              <a:rPr lang="da-DK" smtClean="0"/>
              <a:pPr/>
              <a:t>‹nr.›</a:t>
            </a:fld>
            <a:endParaRPr lang="da-DK" dirty="0"/>
          </a:p>
        </p:txBody>
      </p:sp>
      <p:sp>
        <p:nvSpPr>
          <p:cNvPr id="11" name="Pladsholder til indhold 10"/>
          <p:cNvSpPr>
            <a:spLocks noGrp="1"/>
          </p:cNvSpPr>
          <p:nvPr>
            <p:ph sz="quarter" idx="13" hasCustomPrompt="1"/>
          </p:nvPr>
        </p:nvSpPr>
        <p:spPr>
          <a:xfrm>
            <a:off x="455251" y="2228841"/>
            <a:ext cx="11161488" cy="3960529"/>
          </a:xfrm>
          <a:prstGeom prst="rect">
            <a:avLst/>
          </a:prstGeom>
        </p:spPr>
        <p:txBody>
          <a:bodyPr/>
          <a:lstStyle>
            <a:lvl1pPr marL="0" indent="0">
              <a:buSzPct val="100000"/>
              <a:buFont typeface="Arial" panose="020B0604020202020204" pitchFamily="34" charset="0"/>
              <a:buNone/>
              <a:defRPr sz="1800" baseline="0">
                <a:solidFill>
                  <a:srgbClr val="006273"/>
                </a:solidFill>
                <a:latin typeface="Arial" pitchFamily="34" charset="0"/>
                <a:cs typeface="Arial" pitchFamily="34" charset="0"/>
              </a:defRPr>
            </a:lvl1pPr>
            <a:lvl2pPr marL="312919" indent="-281255">
              <a:defRPr sz="1400" baseline="0">
                <a:solidFill>
                  <a:srgbClr val="006273"/>
                </a:solidFill>
                <a:latin typeface="Arial" pitchFamily="34" charset="0"/>
                <a:cs typeface="Arial" pitchFamily="34" charset="0"/>
              </a:defRPr>
            </a:lvl2pPr>
            <a:lvl3pPr marL="528982" indent="-216063">
              <a:defRPr sz="1400" baseline="0">
                <a:solidFill>
                  <a:srgbClr val="006273"/>
                </a:solidFill>
                <a:latin typeface="Arial" pitchFamily="34" charset="0"/>
                <a:cs typeface="Arial" pitchFamily="34" charset="0"/>
              </a:defRPr>
            </a:lvl3pPr>
            <a:lvl4pPr marL="735733" indent="-206751">
              <a:defRPr sz="1400" baseline="0">
                <a:solidFill>
                  <a:srgbClr val="006273"/>
                </a:solidFill>
                <a:latin typeface="Arial" pitchFamily="34" charset="0"/>
                <a:cs typeface="Arial" pitchFamily="34" charset="0"/>
              </a:defRPr>
            </a:lvl4pPr>
            <a:lvl5pPr marL="944346" indent="-208613">
              <a:defRPr sz="1400" baseline="0">
                <a:solidFill>
                  <a:srgbClr val="006273"/>
                </a:solidFill>
                <a:latin typeface="Arial" pitchFamily="34" charset="0"/>
                <a:cs typeface="Arial" pitchFamily="34" charset="0"/>
              </a:defRPr>
            </a:lvl5pPr>
            <a:lvl6pPr>
              <a:defRPr sz="1400" baseline="0">
                <a:solidFill>
                  <a:srgbClr val="006273"/>
                </a:solidFill>
                <a:latin typeface="Arial" pitchFamily="34" charset="0"/>
                <a:cs typeface="Arial" pitchFamily="34" charset="0"/>
              </a:defRPr>
            </a:lvl6pPr>
            <a:lvl7pPr>
              <a:defRPr sz="1400" baseline="0">
                <a:solidFill>
                  <a:srgbClr val="006273"/>
                </a:solidFill>
                <a:latin typeface="Arial" pitchFamily="34" charset="0"/>
                <a:cs typeface="Arial" pitchFamily="34" charset="0"/>
              </a:defRPr>
            </a:lvl7pPr>
          </a:lstStyle>
          <a:p>
            <a:pPr lvl="0"/>
            <a:r>
              <a:rPr lang="da-DK" dirty="0"/>
              <a:t>KLIK FOR AT REDIGERE TYPOGRAFI I MASTEREN</a:t>
            </a:r>
          </a:p>
          <a:p>
            <a:pPr lvl="1"/>
            <a:r>
              <a:rPr lang="da-DK" dirty="0"/>
              <a:t>Andet niveau</a:t>
            </a:r>
          </a:p>
          <a:p>
            <a:pPr lvl="2"/>
            <a:r>
              <a:rPr lang="da-DK" dirty="0"/>
              <a:t>Tredje niveau</a:t>
            </a:r>
          </a:p>
          <a:p>
            <a:pPr lvl="3"/>
            <a:r>
              <a:rPr lang="da-DK" dirty="0"/>
              <a:t>Fjerde niveau</a:t>
            </a:r>
          </a:p>
          <a:p>
            <a:pPr lvl="4"/>
            <a:r>
              <a:rPr lang="da-DK" dirty="0"/>
              <a:t>Femte niveau</a:t>
            </a:r>
          </a:p>
          <a:p>
            <a:pPr lvl="5"/>
            <a:r>
              <a:rPr lang="da-DK" dirty="0"/>
              <a:t>6</a:t>
            </a:r>
          </a:p>
          <a:p>
            <a:pPr lvl="6"/>
            <a:r>
              <a:rPr lang="da-DK" dirty="0"/>
              <a:t>7</a:t>
            </a:r>
          </a:p>
        </p:txBody>
      </p:sp>
      <p:sp>
        <p:nvSpPr>
          <p:cNvPr id="14" name="Titel 5"/>
          <p:cNvSpPr>
            <a:spLocks noGrp="1"/>
          </p:cNvSpPr>
          <p:nvPr>
            <p:ph type="title" hasCustomPrompt="1"/>
          </p:nvPr>
        </p:nvSpPr>
        <p:spPr>
          <a:xfrm>
            <a:off x="427953" y="1628758"/>
            <a:ext cx="11188786" cy="480067"/>
          </a:xfrm>
        </p:spPr>
        <p:txBody>
          <a:bodyPr>
            <a:noAutofit/>
          </a:bodyPr>
          <a:lstStyle>
            <a:lvl1pPr>
              <a:defRPr sz="2300" b="1" baseline="0">
                <a:solidFill>
                  <a:srgbClr val="006273"/>
                </a:solidFill>
                <a:latin typeface="Arial" pitchFamily="34" charset="0"/>
                <a:cs typeface="Arial" pitchFamily="34" charset="0"/>
              </a:defRPr>
            </a:lvl1pPr>
          </a:lstStyle>
          <a:p>
            <a:r>
              <a:rPr lang="da-DK" dirty="0"/>
              <a:t>OVERSKRIFT</a:t>
            </a:r>
          </a:p>
        </p:txBody>
      </p:sp>
      <p:sp>
        <p:nvSpPr>
          <p:cNvPr id="6" name="Pladsholder til dato 7"/>
          <p:cNvSpPr>
            <a:spLocks noGrp="1"/>
          </p:cNvSpPr>
          <p:nvPr>
            <p:ph type="dt" sz="half" idx="11"/>
          </p:nvPr>
        </p:nvSpPr>
        <p:spPr>
          <a:xfrm>
            <a:off x="240001" y="6312002"/>
            <a:ext cx="1080144" cy="366183"/>
          </a:xfrm>
        </p:spPr>
        <p:txBody>
          <a:bodyPr/>
          <a:lstStyle>
            <a:lvl1pPr>
              <a:defRPr sz="1000" b="1">
                <a:solidFill>
                  <a:srgbClr val="006273"/>
                </a:solidFill>
                <a:latin typeface="Arial" pitchFamily="34" charset="0"/>
                <a:cs typeface="Arial" pitchFamily="34" charset="0"/>
              </a:defRPr>
            </a:lvl1pPr>
          </a:lstStyle>
          <a:p>
            <a:fld id="{A28D5EAD-1130-4224-A848-AB880CA1A9FA}" type="datetime1">
              <a:rPr lang="da-DK" smtClean="0"/>
              <a:t>23-02-2026</a:t>
            </a:fld>
            <a:endParaRPr lang="da-DK" dirty="0"/>
          </a:p>
        </p:txBody>
      </p:sp>
      <p:sp>
        <p:nvSpPr>
          <p:cNvPr id="8" name="Pladsholder til sidefod 16"/>
          <p:cNvSpPr>
            <a:spLocks noGrp="1"/>
          </p:cNvSpPr>
          <p:nvPr>
            <p:ph type="ftr" sz="quarter" idx="3"/>
          </p:nvPr>
        </p:nvSpPr>
        <p:spPr>
          <a:xfrm>
            <a:off x="4165602" y="6309386"/>
            <a:ext cx="3860800" cy="366183"/>
          </a:xfrm>
          <a:prstGeom prst="rect">
            <a:avLst/>
          </a:prstGeom>
        </p:spPr>
        <p:txBody>
          <a:bodyPr vert="horz" lIns="107287" tIns="53643" rIns="107287" bIns="53643" rtlCol="0" anchor="ctr"/>
          <a:lstStyle>
            <a:lvl1pPr algn="ctr">
              <a:defRPr sz="1000">
                <a:solidFill>
                  <a:schemeClr val="bg1">
                    <a:lumMod val="65000"/>
                  </a:schemeClr>
                </a:solidFill>
              </a:defRPr>
            </a:lvl1pPr>
          </a:lstStyle>
          <a:p>
            <a:r>
              <a:rPr lang="da-DK" dirty="0"/>
              <a:t> </a:t>
            </a:r>
          </a:p>
        </p:txBody>
      </p:sp>
    </p:spTree>
    <p:extLst>
      <p:ext uri="{BB962C8B-B14F-4D97-AF65-F5344CB8AC3E}">
        <p14:creationId xmlns:p14="http://schemas.microsoft.com/office/powerpoint/2010/main" val="19091583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cSld name="2_Tom">
    <p:bg>
      <p:bgPr>
        <a:solidFill>
          <a:schemeClr val="accent5">
            <a:alpha val="0"/>
          </a:schemeClr>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6A8078-57F4-4085-BE0E-D195051D802A}" type="datetimeFigureOut">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23-02-2026</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50" b="0" i="0" u="none" strike="noStrike" kern="1200" cap="all" spc="0" normalizeH="0" baseline="0" noProof="0">
              <a:ln>
                <a:noFill/>
              </a:ln>
              <a:solidFill>
                <a:prstClr val="white">
                  <a:tint val="75000"/>
                </a:prstClr>
              </a:solidFill>
              <a:effectLst/>
              <a:uLnTx/>
              <a:uFillTx/>
              <a:latin typeface="Tw Cen MT" panose="020B0602020104020603"/>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9BCECD-1F27-4CCB-B17B-1856D9CA1699}" type="slidenum">
              <a:rPr kumimoji="0" lang="da-DK" sz="1050" b="0" i="0" u="none" strike="noStrike" kern="1200" cap="none" spc="0" normalizeH="0" baseline="0" noProof="0" smtClean="0">
                <a:ln>
                  <a:noFill/>
                </a:ln>
                <a:solidFill>
                  <a:prstClr val="white">
                    <a:tint val="75000"/>
                  </a:prstClr>
                </a:solidFill>
                <a:effectLst/>
                <a:uLnTx/>
                <a:uFillTx/>
                <a:latin typeface="Tw Cen MT" panose="020B06020201040206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da-DK" sz="1050" b="0" i="0" u="none" strike="noStrike" kern="1200" cap="none" spc="0" normalizeH="0" baseline="0" noProof="0">
              <a:ln>
                <a:noFill/>
              </a:ln>
              <a:solidFill>
                <a:prstClr val="white">
                  <a:tint val="75000"/>
                </a:prstClr>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0546287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ladsholder til titel 1"/>
          <p:cNvSpPr>
            <a:spLocks noGrp="1"/>
          </p:cNvSpPr>
          <p:nvPr>
            <p:ph type="title"/>
          </p:nvPr>
        </p:nvSpPr>
        <p:spPr>
          <a:xfrm>
            <a:off x="459346" y="1064655"/>
            <a:ext cx="10894454" cy="823511"/>
          </a:xfrm>
          <a:prstGeom prst="rect">
            <a:avLst/>
          </a:prstGeom>
        </p:spPr>
        <p:txBody>
          <a:bodyPr vert="horz" lIns="91440" tIns="45720" rIns="91440" bIns="45720" rtlCol="0" anchor="ctr">
            <a:normAutofit/>
          </a:bodyPr>
          <a:lstStyle/>
          <a:p>
            <a:r>
              <a:rPr lang="da-DK" dirty="0"/>
              <a:t>Klik for at redigere i master</a:t>
            </a:r>
          </a:p>
        </p:txBody>
      </p:sp>
      <p:sp>
        <p:nvSpPr>
          <p:cNvPr id="12" name="Pladsholder til tekst 2"/>
          <p:cNvSpPr>
            <a:spLocks noGrp="1"/>
          </p:cNvSpPr>
          <p:nvPr>
            <p:ph type="body" idx="1"/>
          </p:nvPr>
        </p:nvSpPr>
        <p:spPr>
          <a:xfrm>
            <a:off x="510862" y="2369713"/>
            <a:ext cx="10842938" cy="3807250"/>
          </a:xfrm>
          <a:prstGeom prst="rect">
            <a:avLst/>
          </a:prstGeom>
        </p:spPr>
        <p:txBody>
          <a:bodyPr vert="horz" lIns="91440" tIns="45720" rIns="91440" bIns="45720" rtlCol="0">
            <a:normAutofit/>
          </a:bodyPr>
          <a:lstStyle/>
          <a:p>
            <a:pPr lvl="0"/>
            <a:r>
              <a:rPr lang="da-DK" dirty="0"/>
              <a:t>Rediger typografien i masterens</a:t>
            </a:r>
          </a:p>
          <a:p>
            <a:pPr lvl="1"/>
            <a:r>
              <a:rPr lang="da-DK" dirty="0"/>
              <a:t>Andet niveau</a:t>
            </a:r>
          </a:p>
          <a:p>
            <a:pPr lvl="2"/>
            <a:r>
              <a:rPr lang="da-DK" dirty="0"/>
              <a:t>Tredje niveau</a:t>
            </a:r>
          </a:p>
          <a:p>
            <a:pPr lvl="3"/>
            <a:r>
              <a:rPr lang="da-DK" dirty="0"/>
              <a:t>Fjerde niveau</a:t>
            </a:r>
          </a:p>
          <a:p>
            <a:pPr lvl="4"/>
            <a:r>
              <a:rPr lang="da-DK" dirty="0"/>
              <a:t>Femte niveau</a:t>
            </a:r>
          </a:p>
        </p:txBody>
      </p:sp>
    </p:spTree>
    <p:extLst>
      <p:ext uri="{BB962C8B-B14F-4D97-AF65-F5344CB8AC3E}">
        <p14:creationId xmlns:p14="http://schemas.microsoft.com/office/powerpoint/2010/main" val="129321443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 id="2147483705" r:id="rId26"/>
    <p:sldLayoutId id="2147483706" r:id="rId27"/>
    <p:sldLayoutId id="2147483707" r:id="rId28"/>
    <p:sldLayoutId id="2147483708" r:id="rId29"/>
    <p:sldLayoutId id="2147483709" r:id="rId30"/>
    <p:sldLayoutId id="2147483710" r:id="rId31"/>
    <p:sldLayoutId id="2147483711" r:id="rId32"/>
    <p:sldLayoutId id="2147483712" r:id="rId33"/>
    <p:sldLayoutId id="2147483713" r:id="rId34"/>
    <p:sldLayoutId id="2147483714" r:id="rId35"/>
    <p:sldLayoutId id="2147483715" r:id="rId36"/>
    <p:sldLayoutId id="2147483716" r:id="rId37"/>
    <p:sldLayoutId id="2147483717" r:id="rId38"/>
    <p:sldLayoutId id="2147483718" r:id="rId39"/>
    <p:sldLayoutId id="2147483719" r:id="rId40"/>
    <p:sldLayoutId id="2147483720" r:id="rId41"/>
    <p:sldLayoutId id="2147483721" r:id="rId42"/>
    <p:sldLayoutId id="2147483722" r:id="rId43"/>
    <p:sldLayoutId id="2147483723" r:id="rId44"/>
    <p:sldLayoutId id="2147483724" r:id="rId45"/>
    <p:sldLayoutId id="2147483725" r:id="rId46"/>
    <p:sldLayoutId id="2147483726" r:id="rId47"/>
    <p:sldLayoutId id="2147483727" r:id="rId48"/>
    <p:sldLayoutId id="2147483728" r:id="rId49"/>
    <p:sldLayoutId id="2147483729" r:id="rId50"/>
    <p:sldLayoutId id="2147483730" r:id="rId51"/>
    <p:sldLayoutId id="2147483731" r:id="rId52"/>
    <p:sldLayoutId id="2147483732" r:id="rId53"/>
    <p:sldLayoutId id="2147483733" r:id="rId54"/>
  </p:sldLayoutIdLst>
  <p:txStyles>
    <p:titleStyle>
      <a:lvl1pPr algn="l" defTabSz="914400" rtl="0" eaLnBrk="1" latinLnBrk="0" hangingPunct="1">
        <a:lnSpc>
          <a:spcPct val="90000"/>
        </a:lnSpc>
        <a:spcBef>
          <a:spcPct val="0"/>
        </a:spcBef>
        <a:buNone/>
        <a:defRPr sz="4400" b="1" kern="1200">
          <a:solidFill>
            <a:schemeClr val="tx1"/>
          </a:solidFill>
          <a:latin typeface="+mn-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3.xml"/></Relationships>
</file>

<file path=ppt/slides/_rels/slide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54.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vk1-T1jA0iQ" TargetMode="External"/><Relationship Id="rId2" Type="http://schemas.openxmlformats.org/officeDocument/2006/relationships/image" Target="../media/image31.jpg"/><Relationship Id="rId1" Type="http://schemas.openxmlformats.org/officeDocument/2006/relationships/slideLayout" Target="../slideLayouts/slideLayout54.xml"/><Relationship Id="rId4" Type="http://schemas.openxmlformats.org/officeDocument/2006/relationships/image" Target="../media/image32.jpeg"/></Relationships>
</file>

<file path=ppt/slides/_rels/slide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png"/><Relationship Id="rId1" Type="http://schemas.openxmlformats.org/officeDocument/2006/relationships/slideLayout" Target="../slideLayouts/slideLayout54.xml"/><Relationship Id="rId6" Type="http://schemas.openxmlformats.org/officeDocument/2006/relationships/image" Target="../media/image36.png"/><Relationship Id="rId5" Type="http://schemas.openxmlformats.org/officeDocument/2006/relationships/hyperlink" Target="https://www.youtube.com/watch?v=j8n6ZSHM3IM" TargetMode="External"/><Relationship Id="rId4" Type="http://schemas.openxmlformats.org/officeDocument/2006/relationships/image" Target="../media/image35.jpg"/></Relationships>
</file>

<file path=ppt/slides/_rels/slide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3.xml"/><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rWd3WSsWmJQ" TargetMode="External"/><Relationship Id="rId2" Type="http://schemas.openxmlformats.org/officeDocument/2006/relationships/image" Target="../media/image44.emf"/><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hyperlink" Target="https://www.youtube.com/watch?v=GW7PvSR9VUo" TargetMode="External"/><Relationship Id="rId1" Type="http://schemas.openxmlformats.org/officeDocument/2006/relationships/slideLayout" Target="../slideLayouts/slideLayout54.xml"/><Relationship Id="rId5" Type="http://schemas.openxmlformats.org/officeDocument/2006/relationships/hyperlink" Target="https://www.youtube.com/watch?v=6tG9fY0WX3U" TargetMode="External"/><Relationship Id="rId4" Type="http://schemas.openxmlformats.org/officeDocument/2006/relationships/hyperlink" Target="https://www.youtube.com/watch?v=q9AT028eFS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p:cNvSpPr>
            <a:spLocks noGrp="1"/>
          </p:cNvSpPr>
          <p:nvPr>
            <p:ph type="sldNum" sz="quarter" idx="12"/>
          </p:nvPr>
        </p:nvSpPr>
        <p:spPr/>
        <p:txBody>
          <a:bodyPr/>
          <a:lstStyle/>
          <a:p>
            <a:fld id="{8027C91F-3113-4170-B0A7-EB36B47BBC64}" type="slidenum">
              <a:rPr lang="da-DK" smtClean="0"/>
              <a:pPr/>
              <a:t>1</a:t>
            </a:fld>
            <a:endParaRPr lang="da-DK" dirty="0"/>
          </a:p>
        </p:txBody>
      </p:sp>
      <p:sp>
        <p:nvSpPr>
          <p:cNvPr id="3" name="Pladsholder til indhold 2"/>
          <p:cNvSpPr>
            <a:spLocks noGrp="1"/>
          </p:cNvSpPr>
          <p:nvPr>
            <p:ph sz="quarter" idx="13"/>
          </p:nvPr>
        </p:nvSpPr>
        <p:spPr>
          <a:xfrm>
            <a:off x="1610710" y="1451929"/>
            <a:ext cx="8970890" cy="4737441"/>
          </a:xfrm>
        </p:spPr>
        <p:txBody>
          <a:bodyPr/>
          <a:lstStyle/>
          <a:p>
            <a:endParaRPr lang="da-DK" sz="2100" dirty="0"/>
          </a:p>
          <a:p>
            <a:endParaRPr lang="da-DK" dirty="0"/>
          </a:p>
        </p:txBody>
      </p:sp>
      <p:sp>
        <p:nvSpPr>
          <p:cNvPr id="10" name="Titel 9">
            <a:extLst>
              <a:ext uri="{FF2B5EF4-FFF2-40B4-BE49-F238E27FC236}">
                <a16:creationId xmlns:a16="http://schemas.microsoft.com/office/drawing/2014/main" id="{88445645-8C01-3306-4402-B5E4D796F14B}"/>
              </a:ext>
            </a:extLst>
          </p:cNvPr>
          <p:cNvSpPr>
            <a:spLocks noGrp="1"/>
          </p:cNvSpPr>
          <p:nvPr>
            <p:ph type="title"/>
          </p:nvPr>
        </p:nvSpPr>
        <p:spPr>
          <a:xfrm>
            <a:off x="1490402" y="1104934"/>
            <a:ext cx="9090889" cy="480067"/>
          </a:xfrm>
        </p:spPr>
        <p:txBody>
          <a:bodyPr/>
          <a:lstStyle/>
          <a:p>
            <a:r>
              <a:rPr lang="da-DK" sz="3600" dirty="0"/>
              <a:t>Det magnetiske felt</a:t>
            </a:r>
          </a:p>
        </p:txBody>
      </p:sp>
      <p:sp>
        <p:nvSpPr>
          <p:cNvPr id="5" name="Pladsholder til dato 4"/>
          <p:cNvSpPr>
            <a:spLocks noGrp="1"/>
          </p:cNvSpPr>
          <p:nvPr>
            <p:ph type="dt" sz="half" idx="11"/>
          </p:nvPr>
        </p:nvSpPr>
        <p:spPr/>
        <p:txBody>
          <a:bodyPr/>
          <a:lstStyle/>
          <a:p>
            <a:fld id="{4708341F-0F0E-47FB-8512-CCC8C3F1C977}" type="datetime1">
              <a:rPr lang="da-DK" smtClean="0"/>
              <a:pPr/>
              <a:t>23-02-2026</a:t>
            </a:fld>
            <a:endParaRPr lang="da-DK" dirty="0"/>
          </a:p>
        </p:txBody>
      </p:sp>
      <p:sp>
        <p:nvSpPr>
          <p:cNvPr id="6" name="Pladsholder til sidefod 5"/>
          <p:cNvSpPr>
            <a:spLocks noGrp="1"/>
          </p:cNvSpPr>
          <p:nvPr>
            <p:ph type="ftr" sz="quarter" idx="3"/>
          </p:nvPr>
        </p:nvSpPr>
        <p:spPr/>
        <p:txBody>
          <a:bodyPr/>
          <a:lstStyle/>
          <a:p>
            <a:r>
              <a:rPr lang="da-DK" dirty="0"/>
              <a:t>Simon Tran Agerholm</a:t>
            </a:r>
          </a:p>
        </p:txBody>
      </p:sp>
      <p:sp>
        <p:nvSpPr>
          <p:cNvPr id="14" name="Pladsholder til tekst 2">
            <a:extLst>
              <a:ext uri="{FF2B5EF4-FFF2-40B4-BE49-F238E27FC236}">
                <a16:creationId xmlns:a16="http://schemas.microsoft.com/office/drawing/2014/main" id="{0FC8537A-EE90-25AB-853A-FA0733352C8C}"/>
              </a:ext>
            </a:extLst>
          </p:cNvPr>
          <p:cNvSpPr txBox="1">
            <a:spLocks/>
          </p:cNvSpPr>
          <p:nvPr/>
        </p:nvSpPr>
        <p:spPr>
          <a:xfrm>
            <a:off x="1552293" y="5738519"/>
            <a:ext cx="5670550" cy="450850"/>
          </a:xfrm>
          <a:prstGeom prst="rect">
            <a:avLst/>
          </a:prstGeom>
        </p:spPr>
        <p:txBody>
          <a:bodyPr vert="horz" lIns="107287" tIns="53643" rIns="107287" bIns="53643" rtlCol="0" anchor="ctr"/>
          <a:lstStyle>
            <a:defPPr>
              <a:defRPr lang="da-DK"/>
            </a:defPPr>
            <a:lvl1pPr marL="0" algn="l" defTabSz="1072866" rtl="0" eaLnBrk="1" latinLnBrk="0" hangingPunct="1">
              <a:defRPr sz="1000" b="1" kern="1200">
                <a:solidFill>
                  <a:srgbClr val="006273"/>
                </a:solidFill>
                <a:latin typeface="Arial" pitchFamily="34" charset="0"/>
                <a:ea typeface="+mn-ea"/>
                <a:cs typeface="Arial" pitchFamily="34" charset="0"/>
              </a:defRPr>
            </a:lvl1pPr>
            <a:lvl2pPr marL="536433" algn="l" defTabSz="1072866" rtl="0" eaLnBrk="1" latinLnBrk="0" hangingPunct="1">
              <a:defRPr sz="2100" kern="1200">
                <a:solidFill>
                  <a:schemeClr val="tx1"/>
                </a:solidFill>
                <a:latin typeface="+mn-lt"/>
                <a:ea typeface="+mn-ea"/>
                <a:cs typeface="+mn-cs"/>
              </a:defRPr>
            </a:lvl2pPr>
            <a:lvl3pPr marL="1072866" algn="l" defTabSz="1072866" rtl="0" eaLnBrk="1" latinLnBrk="0" hangingPunct="1">
              <a:defRPr sz="2100" kern="1200">
                <a:solidFill>
                  <a:schemeClr val="tx1"/>
                </a:solidFill>
                <a:latin typeface="+mn-lt"/>
                <a:ea typeface="+mn-ea"/>
                <a:cs typeface="+mn-cs"/>
              </a:defRPr>
            </a:lvl3pPr>
            <a:lvl4pPr marL="1609298" algn="l" defTabSz="1072866" rtl="0" eaLnBrk="1" latinLnBrk="0" hangingPunct="1">
              <a:defRPr sz="2100" kern="1200">
                <a:solidFill>
                  <a:schemeClr val="tx1"/>
                </a:solidFill>
                <a:latin typeface="+mn-lt"/>
                <a:ea typeface="+mn-ea"/>
                <a:cs typeface="+mn-cs"/>
              </a:defRPr>
            </a:lvl4pPr>
            <a:lvl5pPr marL="2145731" algn="l" defTabSz="1072866" rtl="0" eaLnBrk="1" latinLnBrk="0" hangingPunct="1">
              <a:defRPr sz="2100" kern="1200">
                <a:solidFill>
                  <a:schemeClr val="tx1"/>
                </a:solidFill>
                <a:latin typeface="+mn-lt"/>
                <a:ea typeface="+mn-ea"/>
                <a:cs typeface="+mn-cs"/>
              </a:defRPr>
            </a:lvl5pPr>
            <a:lvl6pPr marL="2682164" algn="l" defTabSz="1072866" rtl="0" eaLnBrk="1" latinLnBrk="0" hangingPunct="1">
              <a:defRPr sz="2100" kern="1200">
                <a:solidFill>
                  <a:schemeClr val="tx1"/>
                </a:solidFill>
                <a:latin typeface="+mn-lt"/>
                <a:ea typeface="+mn-ea"/>
                <a:cs typeface="+mn-cs"/>
              </a:defRPr>
            </a:lvl6pPr>
            <a:lvl7pPr marL="3218597" algn="l" defTabSz="1072866" rtl="0" eaLnBrk="1" latinLnBrk="0" hangingPunct="1">
              <a:defRPr sz="2100" kern="1200">
                <a:solidFill>
                  <a:schemeClr val="tx1"/>
                </a:solidFill>
                <a:latin typeface="+mn-lt"/>
                <a:ea typeface="+mn-ea"/>
                <a:cs typeface="+mn-cs"/>
              </a:defRPr>
            </a:lvl7pPr>
            <a:lvl8pPr marL="3755029" algn="l" defTabSz="1072866" rtl="0" eaLnBrk="1" latinLnBrk="0" hangingPunct="1">
              <a:defRPr sz="2100" kern="1200">
                <a:solidFill>
                  <a:schemeClr val="tx1"/>
                </a:solidFill>
                <a:latin typeface="+mn-lt"/>
                <a:ea typeface="+mn-ea"/>
                <a:cs typeface="+mn-cs"/>
              </a:defRPr>
            </a:lvl8pPr>
            <a:lvl9pPr marL="4291462" algn="l" defTabSz="1072866" rtl="0" eaLnBrk="1" latinLnBrk="0" hangingPunct="1">
              <a:defRPr sz="2100" kern="1200">
                <a:solidFill>
                  <a:schemeClr val="tx1"/>
                </a:solidFill>
                <a:latin typeface="+mn-lt"/>
                <a:ea typeface="+mn-ea"/>
                <a:cs typeface="+mn-cs"/>
              </a:defRPr>
            </a:lvl9pPr>
          </a:lstStyle>
          <a:p>
            <a:r>
              <a:rPr lang="da-DK" sz="1800" dirty="0"/>
              <a:t>Simon Tran Agerholm forår 2025</a:t>
            </a:r>
          </a:p>
        </p:txBody>
      </p:sp>
      <p:pic>
        <p:nvPicPr>
          <p:cNvPr id="1026" name="Picture 2" descr="Magnetisk feltstyrke">
            <a:extLst>
              <a:ext uri="{FF2B5EF4-FFF2-40B4-BE49-F238E27FC236}">
                <a16:creationId xmlns:a16="http://schemas.microsoft.com/office/drawing/2014/main" id="{82C77633-34EA-C92F-03D8-3B0275A92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4675" y="1675797"/>
            <a:ext cx="59626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98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E901-EE68-4B4B-ABC4-F4132D4A62F5}"/>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BE99FBAE-49F1-443F-34A2-A01869AF1697}"/>
              </a:ext>
            </a:extLst>
          </p:cNvPr>
          <p:cNvSpPr>
            <a:spLocks noGrp="1"/>
          </p:cNvSpPr>
          <p:nvPr>
            <p:ph type="sldNum" sz="quarter" idx="12"/>
          </p:nvPr>
        </p:nvSpPr>
        <p:spPr/>
        <p:txBody>
          <a:bodyPr/>
          <a:lstStyle/>
          <a:p>
            <a:fld id="{8027C91F-3113-4170-B0A7-EB36B47BBC64}" type="slidenum">
              <a:rPr lang="da-DK" smtClean="0"/>
              <a:pPr/>
              <a:t>2</a:t>
            </a:fld>
            <a:endParaRPr lang="da-DK" dirty="0"/>
          </a:p>
        </p:txBody>
      </p:sp>
      <p:sp>
        <p:nvSpPr>
          <p:cNvPr id="3" name="Pladsholder til indhold 2">
            <a:extLst>
              <a:ext uri="{FF2B5EF4-FFF2-40B4-BE49-F238E27FC236}">
                <a16:creationId xmlns:a16="http://schemas.microsoft.com/office/drawing/2014/main" id="{59D1E22A-CAEE-9815-AAAE-B0C7724A85F0}"/>
              </a:ext>
            </a:extLst>
          </p:cNvPr>
          <p:cNvSpPr>
            <a:spLocks noGrp="1"/>
          </p:cNvSpPr>
          <p:nvPr>
            <p:ph sz="quarter" idx="13"/>
          </p:nvPr>
        </p:nvSpPr>
        <p:spPr>
          <a:xfrm>
            <a:off x="1610710" y="1451929"/>
            <a:ext cx="8970890" cy="4737441"/>
          </a:xfrm>
        </p:spPr>
        <p:txBody>
          <a:bodyPr/>
          <a:lstStyle/>
          <a:p>
            <a:endParaRPr lang="da-DK" sz="2100" dirty="0"/>
          </a:p>
          <a:p>
            <a:endParaRPr lang="da-DK" dirty="0"/>
          </a:p>
        </p:txBody>
      </p:sp>
      <p:sp>
        <p:nvSpPr>
          <p:cNvPr id="10" name="Titel 9">
            <a:extLst>
              <a:ext uri="{FF2B5EF4-FFF2-40B4-BE49-F238E27FC236}">
                <a16:creationId xmlns:a16="http://schemas.microsoft.com/office/drawing/2014/main" id="{B3C315EE-C786-9C7A-5708-4A811CDD6EE3}"/>
              </a:ext>
            </a:extLst>
          </p:cNvPr>
          <p:cNvSpPr>
            <a:spLocks noGrp="1"/>
          </p:cNvSpPr>
          <p:nvPr>
            <p:ph type="title"/>
          </p:nvPr>
        </p:nvSpPr>
        <p:spPr>
          <a:xfrm>
            <a:off x="1490402" y="1104934"/>
            <a:ext cx="9090889" cy="480067"/>
          </a:xfrm>
        </p:spPr>
        <p:txBody>
          <a:bodyPr/>
          <a:lstStyle/>
          <a:p>
            <a:r>
              <a:rPr lang="da-DK" sz="3600" dirty="0"/>
              <a:t>Opgaver</a:t>
            </a:r>
          </a:p>
        </p:txBody>
      </p:sp>
      <p:sp>
        <p:nvSpPr>
          <p:cNvPr id="5" name="Pladsholder til dato 4">
            <a:extLst>
              <a:ext uri="{FF2B5EF4-FFF2-40B4-BE49-F238E27FC236}">
                <a16:creationId xmlns:a16="http://schemas.microsoft.com/office/drawing/2014/main" id="{CCAF4342-68D5-BEAF-BB2C-9D6A5DBA1921}"/>
              </a:ext>
            </a:extLst>
          </p:cNvPr>
          <p:cNvSpPr>
            <a:spLocks noGrp="1"/>
          </p:cNvSpPr>
          <p:nvPr>
            <p:ph type="dt" sz="half" idx="11"/>
          </p:nvPr>
        </p:nvSpPr>
        <p:spPr/>
        <p:txBody>
          <a:bodyPr/>
          <a:lstStyle/>
          <a:p>
            <a:fld id="{4708341F-0F0E-47FB-8512-CCC8C3F1C977}" type="datetime1">
              <a:rPr lang="da-DK" smtClean="0"/>
              <a:pPr/>
              <a:t>23-02-2026</a:t>
            </a:fld>
            <a:endParaRPr lang="da-DK" dirty="0"/>
          </a:p>
        </p:txBody>
      </p:sp>
      <p:sp>
        <p:nvSpPr>
          <p:cNvPr id="6" name="Pladsholder til sidefod 5">
            <a:extLst>
              <a:ext uri="{FF2B5EF4-FFF2-40B4-BE49-F238E27FC236}">
                <a16:creationId xmlns:a16="http://schemas.microsoft.com/office/drawing/2014/main" id="{EAB5168A-5B36-6F63-62CD-E0DA9034E822}"/>
              </a:ext>
            </a:extLst>
          </p:cNvPr>
          <p:cNvSpPr>
            <a:spLocks noGrp="1"/>
          </p:cNvSpPr>
          <p:nvPr>
            <p:ph type="ftr" sz="quarter" idx="3"/>
          </p:nvPr>
        </p:nvSpPr>
        <p:spPr/>
        <p:txBody>
          <a:bodyPr/>
          <a:lstStyle/>
          <a:p>
            <a:r>
              <a:rPr lang="da-DK" dirty="0"/>
              <a:t>Simon Tran Agerholm</a:t>
            </a:r>
          </a:p>
        </p:txBody>
      </p:sp>
      <p:sp>
        <p:nvSpPr>
          <p:cNvPr id="14" name="Pladsholder til tekst 2">
            <a:extLst>
              <a:ext uri="{FF2B5EF4-FFF2-40B4-BE49-F238E27FC236}">
                <a16:creationId xmlns:a16="http://schemas.microsoft.com/office/drawing/2014/main" id="{BE1AC022-1A7F-F40D-6535-34D2D4C10B67}"/>
              </a:ext>
            </a:extLst>
          </p:cNvPr>
          <p:cNvSpPr txBox="1">
            <a:spLocks/>
          </p:cNvSpPr>
          <p:nvPr/>
        </p:nvSpPr>
        <p:spPr>
          <a:xfrm>
            <a:off x="1552293" y="5738519"/>
            <a:ext cx="5670550" cy="450850"/>
          </a:xfrm>
          <a:prstGeom prst="rect">
            <a:avLst/>
          </a:prstGeom>
        </p:spPr>
        <p:txBody>
          <a:bodyPr vert="horz" lIns="107287" tIns="53643" rIns="107287" bIns="53643" rtlCol="0" anchor="ctr"/>
          <a:lstStyle>
            <a:defPPr>
              <a:defRPr lang="da-DK"/>
            </a:defPPr>
            <a:lvl1pPr marL="0" algn="l" defTabSz="1072866" rtl="0" eaLnBrk="1" latinLnBrk="0" hangingPunct="1">
              <a:defRPr sz="1000" b="1" kern="1200">
                <a:solidFill>
                  <a:srgbClr val="006273"/>
                </a:solidFill>
                <a:latin typeface="Arial" pitchFamily="34" charset="0"/>
                <a:ea typeface="+mn-ea"/>
                <a:cs typeface="Arial" pitchFamily="34" charset="0"/>
              </a:defRPr>
            </a:lvl1pPr>
            <a:lvl2pPr marL="536433" algn="l" defTabSz="1072866" rtl="0" eaLnBrk="1" latinLnBrk="0" hangingPunct="1">
              <a:defRPr sz="2100" kern="1200">
                <a:solidFill>
                  <a:schemeClr val="tx1"/>
                </a:solidFill>
                <a:latin typeface="+mn-lt"/>
                <a:ea typeface="+mn-ea"/>
                <a:cs typeface="+mn-cs"/>
              </a:defRPr>
            </a:lvl2pPr>
            <a:lvl3pPr marL="1072866" algn="l" defTabSz="1072866" rtl="0" eaLnBrk="1" latinLnBrk="0" hangingPunct="1">
              <a:defRPr sz="2100" kern="1200">
                <a:solidFill>
                  <a:schemeClr val="tx1"/>
                </a:solidFill>
                <a:latin typeface="+mn-lt"/>
                <a:ea typeface="+mn-ea"/>
                <a:cs typeface="+mn-cs"/>
              </a:defRPr>
            </a:lvl3pPr>
            <a:lvl4pPr marL="1609298" algn="l" defTabSz="1072866" rtl="0" eaLnBrk="1" latinLnBrk="0" hangingPunct="1">
              <a:defRPr sz="2100" kern="1200">
                <a:solidFill>
                  <a:schemeClr val="tx1"/>
                </a:solidFill>
                <a:latin typeface="+mn-lt"/>
                <a:ea typeface="+mn-ea"/>
                <a:cs typeface="+mn-cs"/>
              </a:defRPr>
            </a:lvl4pPr>
            <a:lvl5pPr marL="2145731" algn="l" defTabSz="1072866" rtl="0" eaLnBrk="1" latinLnBrk="0" hangingPunct="1">
              <a:defRPr sz="2100" kern="1200">
                <a:solidFill>
                  <a:schemeClr val="tx1"/>
                </a:solidFill>
                <a:latin typeface="+mn-lt"/>
                <a:ea typeface="+mn-ea"/>
                <a:cs typeface="+mn-cs"/>
              </a:defRPr>
            </a:lvl5pPr>
            <a:lvl6pPr marL="2682164" algn="l" defTabSz="1072866" rtl="0" eaLnBrk="1" latinLnBrk="0" hangingPunct="1">
              <a:defRPr sz="2100" kern="1200">
                <a:solidFill>
                  <a:schemeClr val="tx1"/>
                </a:solidFill>
                <a:latin typeface="+mn-lt"/>
                <a:ea typeface="+mn-ea"/>
                <a:cs typeface="+mn-cs"/>
              </a:defRPr>
            </a:lvl6pPr>
            <a:lvl7pPr marL="3218597" algn="l" defTabSz="1072866" rtl="0" eaLnBrk="1" latinLnBrk="0" hangingPunct="1">
              <a:defRPr sz="2100" kern="1200">
                <a:solidFill>
                  <a:schemeClr val="tx1"/>
                </a:solidFill>
                <a:latin typeface="+mn-lt"/>
                <a:ea typeface="+mn-ea"/>
                <a:cs typeface="+mn-cs"/>
              </a:defRPr>
            </a:lvl7pPr>
            <a:lvl8pPr marL="3755029" algn="l" defTabSz="1072866" rtl="0" eaLnBrk="1" latinLnBrk="0" hangingPunct="1">
              <a:defRPr sz="2100" kern="1200">
                <a:solidFill>
                  <a:schemeClr val="tx1"/>
                </a:solidFill>
                <a:latin typeface="+mn-lt"/>
                <a:ea typeface="+mn-ea"/>
                <a:cs typeface="+mn-cs"/>
              </a:defRPr>
            </a:lvl8pPr>
            <a:lvl9pPr marL="4291462" algn="l" defTabSz="1072866" rtl="0" eaLnBrk="1" latinLnBrk="0" hangingPunct="1">
              <a:defRPr sz="2100" kern="1200">
                <a:solidFill>
                  <a:schemeClr val="tx1"/>
                </a:solidFill>
                <a:latin typeface="+mn-lt"/>
                <a:ea typeface="+mn-ea"/>
                <a:cs typeface="+mn-cs"/>
              </a:defRPr>
            </a:lvl9pPr>
          </a:lstStyle>
          <a:p>
            <a:r>
              <a:rPr lang="da-DK" sz="1800" dirty="0"/>
              <a:t>Simon Tran Agerholm forår 2025</a:t>
            </a:r>
          </a:p>
        </p:txBody>
      </p:sp>
      <p:sp>
        <p:nvSpPr>
          <p:cNvPr id="4" name="Tekstfelt 3">
            <a:extLst>
              <a:ext uri="{FF2B5EF4-FFF2-40B4-BE49-F238E27FC236}">
                <a16:creationId xmlns:a16="http://schemas.microsoft.com/office/drawing/2014/main" id="{91FA12E7-4D3F-C4C1-0DFD-FBEA88759A8A}"/>
              </a:ext>
            </a:extLst>
          </p:cNvPr>
          <p:cNvSpPr txBox="1"/>
          <p:nvPr/>
        </p:nvSpPr>
        <p:spPr>
          <a:xfrm>
            <a:off x="908222" y="1834978"/>
            <a:ext cx="9793686" cy="369332"/>
          </a:xfrm>
          <a:prstGeom prst="rect">
            <a:avLst/>
          </a:prstGeom>
          <a:noFill/>
        </p:spPr>
        <p:txBody>
          <a:bodyPr wrap="square" rtlCol="0">
            <a:spAutoFit/>
          </a:bodyPr>
          <a:lstStyle/>
          <a:p>
            <a:r>
              <a:rPr lang="da-DK" dirty="0"/>
              <a:t>5.1 + 5.2 + spørgsmål fra </a:t>
            </a:r>
            <a:r>
              <a:rPr lang="da-DK" dirty="0" err="1"/>
              <a:t>word</a:t>
            </a:r>
            <a:r>
              <a:rPr lang="da-DK"/>
              <a:t> dokument </a:t>
            </a:r>
            <a:r>
              <a:rPr lang="da-DK" dirty="0"/>
              <a:t>”1 Øvelsesspørgsmål til magnetiske felt”</a:t>
            </a:r>
          </a:p>
        </p:txBody>
      </p:sp>
    </p:spTree>
    <p:extLst>
      <p:ext uri="{BB962C8B-B14F-4D97-AF65-F5344CB8AC3E}">
        <p14:creationId xmlns:p14="http://schemas.microsoft.com/office/powerpoint/2010/main" val="68765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AutoShape 8" descr="data:image/jpeg;base64,/9j/4AAQSkZJRgABAQAAAQABAAD/2wCEAAkGBxQTEhUREhQUFRQUFRQVFRgXGBYUGBAWGBUXFhYXFxcYHCkgGholHBUUIjElJSkrLi4uFx8zOjMsNygtLisBCgoKDg0OFxAQGiwcHx8sLCwsLCwsLCwsLCwsLCwsNywsLCwsLCwsLDcsLCwrLCwsLCwsNywsLCwsLCssLDcsLP/AABEIAJ4BAAMBIgACEQEDEQH/xAAcAAEAAgMBAQEAAAAAAAAAAAAAAQQDBQYCBwj/xAA6EAABAwEFBQYDBwQDAQAAAAABAAIDEQQFEiExBkFRYYETIjJxkaEHsdEjQlJicsHwM4Lh8RRTsiT/xAAYAQEBAQEBAAAAAAAAAAAAAAAAAgEDBP/EAB4RAQEBAQACAwEBAAAAAAAAAAABAhEhUQMSMUET/9oADAMBAAIRAxEAPwD7giIgKVClAREQEREBERAUFSoKAiIgIiICIiAiIgIiICIiAiVWCe1NZ4iAgzqFztt2hrUQtLt1d3qcvmuavHabsXjFO4y/dhj77nf2bhzNAt/EXcfR6qVzOy21ItPckYYpQC7CSCHtGpaRqRlUbqrpWlYqVKIiNEUoghSiICIiAiIgIiICgqVBQEREBERAREQEREBEVa3WksaSwYngZNrSvmdwT9OrKqWu8WRiriMvbz4L5teO31qhl7C3Qts4fURStLnRvP4TiFa8/qq9uvvvYYo3TvB8bzhjYSK7qknPcOqqyZ/XO79Oztu0T3f0m5cTkKceJ6DquUt20EdSMTrQ8asjzDf1GtB/cVQbZJpzSRxk/IwFkY86Zu9V0l07IGgxUY3c1owrnd+k/W1y8slpnNHO7Fv/AFw5uI5yU+QC3dy7HmmTRGDqfvO8zqSu5sN0RxjJoVqSZrASaADUnIDruUW9dJhqbNs5G1op4wQ5j97HDQ/tTgtpd9pxtzoHtJa8A1wvGo+R8iFx20fxLstnBa14e/PLOg/c+y534dbfutN5yxSABs8YLMsNXxV3cS11P7AumZeHjvh9eRQ1StUlERAREQEREBERAREQFBUqCgIiICIiAiglYnzjdmt51nWZYXygc1VfOTpn7D1XnATr6DIf5VzHtl0ySWmpoPQZnqdyw0J5eX7n6LII/RThoq5EvzFtxf0lqnkD9A97QDXut0AA6Lt/hNbG2gf8efKWKhA0E8NKF362GleTm8Fjv3ZOGG0zPkcGtLy4AkbzXzK56+NoorO+KSy0bLC8PBP36fdIG4jEDWmRKj5Mszf4/R1msUbBRjQOiWy2RxjE9zWjiSAF8uvv4ptbDG6JpHasL2OdQ0Bp3SRvaajoF8tvnae021/eLnOOQa3EfQDMrnn4rpd1z8fZdpvipBDVkJxv47ugr818n2i25tNrNC5w1Aa2uXpvKxDZTsgH3jO2ytIqIz9paJByhB7vm4q3d95PJ7K6LK5mVHWiTDJMeeM9yIa5BejHwyfqLa10eyz2gSW2VljjIq0SVMso/JCO8fM0Hmtrs1eVnitcIsFllkc2aIvtEpxSNYHd/BGwYYgW4hmTkVubk+Gwc/trZK+V5NXAE9478Ujs3dPdfQbDd0cTOziY1jaUo0Uy6aqvtmeIO8YvSr3efso/0M/8hWF5nVKIiAiIgIiICIiAiIgKCpUFAReXSAKvLaunzWyWstWHOpqsMlqoqpc48uZ+m7qvbIt+/icyrmZ/U9eXSF31OXoN6CLjn5/RZgxe2tVd4zjG1i9YVEsrW5krW2m+2jJtXHkKrPNb2RsnEBUbRbqZNBJ5Ak+y1r32h+jWtH5v3rv8gqdosTz/AFJTT8Lcvn9Fec9RduH+JlxWi1SsfFIyOgc17S4YjphybU7jrRfKb2ufsHlkkgLgd2/pqvvNrsQoQxvWpr5V3V+i+QbSbHmzzZFz431LSdRxa48Qq1gzv21FzSRuDopcfZgtfVgaZGjvYsAJpnVuuWS6u6rxtEn2N02YWdlKOmNHzP8AzPmOTfJo9VotnoGx2+BjwML3hhrkDiFB7kL7zZbI1rQxjQ1o3AUHoFGdXPg17cFc/wANWA9ra5DPIcyM8NfzOPecfZdvZLvaxoaxoa0bgKAK1NK1niI5Dj5DU9FZst2zy507Fh3uFXnyZu6rNXvms51We5rRmQtjd92ukzcCxvPxO6bltLvueKLvAFzvxPOJ3+OgC2NFH29LmPaGNoKDQey9Iih0SiIgIiICIoqglFGJMSCVFVifON2arPnJ0zVTNrLYtPmAVeS07vYLFhJ19svde2xq5mRPbXjM8vmvbIv5vWSlF4fOAnfRx7axSSBqQFUktR3Zczl6VVZwxHMl3tROWs7ItTXixv5jyVOS1zP8LQwcTr6f6WVkAGtB5fyq9mSmn+1UzGd6qNu2pxSOc488mjoM/dWGhjPCB0+qgknVQVfE9Q95PJV3xDf7q2IyeQUsjFaNBcfYea3sh+ta6yF2gy9APNULXYYQDjaZnCpwNaTSgrmAKrqG3cXeN2X4W5ep19FchsrWCjAAOQ1UX5eNnx9fl2+b1FqvSIxswATRANwluENeCTTXQL7xZbBPNm0diwnxPBxEcWs+p6FdEboh7Xt+yj7UAgPwjFnrnqrjWrld9vV/RrruuWOHMAufve84nHrTLpRbMIijtqpOCIiNEREEooqlUEosU0oaKuIA4laO37Rgd2PvH+bvqt4y2RvZJQ0VcQBzWkt+0TW91mbv5uXIXxtB3qSyd7XANR+ojwrWuvSQj7NgZXR0mvmGau60S8jnd+m9t+0r4aSSTBgPhZk4yHgGanp6rfXJfgtTCQ1zXtpjY/ulldDTeCuBu24S92P7R8h1kdkfJtKYW8gu/uTZ/sgHE9/ceR1HMJN+zMtbIR11z+SyCNYpLTQkBueY/wAimq898+I0FPL2Gq6d9N5z9WHyNG/NYjM46f68/wDfRVzIxtaZk8fosTpnOyHsn1tOxYkcN7vT+U9lg7TcBn6lBFvcf55r12lMmigVyJBHvcfQ/upx7gKLyF6DOCoeacUAWbswNSs0cROgwjifosupDiuId5NFljjJ8LepyCtR2UDM948/orAC5X5FzKrHY/xGvsPRWWsAyGS9IottVJwREWNEREBERAREQEREEONMyubvPayKOjWkVccLC7IPPBvErb3wfsX+XzXIWyxxTsMUgDg4CtQOlDTIjcrxmI1eKl734BnPLhr4WjvPfya0Z+gXPTXxPJ3YGiBprVxHaS+lcLD+qp5K9c2zWKR8RdSZlKk+KeInuuDtTTQiuVRxXbXVstHGKuFT016KNXn6iZtcNs3se4vMgDi93ikkcXk86ZCvku7sGycTDifV7uenot7GwNFAAByWuvbaGz2dpdLK0U3A1J6BTO6vI6TMy2EULW6ADosFvvGKFuKR7WjnqfIL5DtL8YpKllkja1umN1XE+Q0C4Wa2268JC1pkld941DQ0cXOcQAMj6K8/De+S7j7bd+3cE9qNnhNXOjLmnLvFniHodOS3BLiaH04L8/XVHHYLRHaHWqOSaE4+zhJkHAtMnhORIoKr9CNtLSAY9CAR5HMfsvRcfX+Of26CzjVy9mTcBRY6GuazMj5dVv4xjoSvbY6rI1udPEeSsssxPiNBwH1U3UipKrho01PAZrOyBx/KPdWo4A3QfVZFyu+qmWGKzNboM+JzKzIii+V8EREBERAREQEREBERAREQEREGK1Q42OZxBH0XFQmuIEbh03H0XdFcZf0Zilc5ujgX04/i96rpiue4pSxyAtkZ/VhJdHU0EjfvRuPBwy9DuW1n27srYRKH1qM2aOYRkWuG5w4LRXffEc1RG8OIzoDp0XCfEfZx5tEckOFrbS7C4ucGNjlAJq5xyaCK5ne1XczV8plsbDab4rySAsi+zGYy1I5lfPrTbp7QagPdXgCa0V9jLDZyBnbp+DS5sDDzIzk6UC3Vgu632ohzi2zx5YWsb2bQNcmNzO7Urr9Jiek3VaWG72xR/wD242gOGGOPsw+Q08T3HOmflkr9hua0WzuwRf8AFs1B4nOcX0rVxLs3nPyG5drdWycTCHyVlk3vkOI9BoM6rqYIaBR/pzxCTv65fZ/4f2WAVcztX5Vc/Oh5N0C727Iu4BkAMqnlX/CqWcVOFgxu300Hmdy3tju0Ad/vHh90cRT6qfvZ+qmesUTa+EFx47laZZK+M9BkFbDVK53drpMx4ZGBkMl7RFChERAREQEREBERAREQEREBERAREQEREArWX7YO1ZVvjZ3m8+Lev0WzUEJLws6+NXLcRhtr5GikbwS38pr3mkcv3W/vGwttVmfDIKh1R5EEkOHMUC6S/wC5znLGM9XtGrvzDmtPZHDRd5rvlws40Vz7JWezAdmwE08Ts3LdRtG4dVl7XEcETTI/eG6N5uJyaPNbWxbOl2c7svwMJA8nOpU9KKdX+1snWpikLnYImmR+8Nzp+p2gHmVuLNcDnZzvy/AwkDq7U9KLd2eytYMLGhreAFAs4UXS5hhs9nawBrGhoG4ZLMiKViIiAiIgIiICIiAiIgIiICIiAiIgIiICIiAiIgIiIIIVCW5oHOxOjFd+ZFfMA0PVbBEnhnGGGzMYMLGho4AUCygKURoiIgIiICIiAiIgIiICIiAiIgIiICIiAiIgIiICIiAiIg//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 name="AutoShape 10" descr="data:image/jpeg;base64,/9j/4AAQSkZJRgABAQAAAQABAAD/2wCEAAkGBxQTEhUREhQUFRQUFRQVFRgXGBYUGBAWGBUXFhYXFxcYHCkgGholHBUUIjElJSkrLi4uFx8zOjMsNygtLisBCgoKDg0OFxAQGiwcHx8sLCwsLCwsLCwsLCwsLCwsNywsLCwsLCwsLDcsLCwrLCwsLCwsNywsLCwsLCssLDcsLP/AABEIAJ4BAAMBIgACEQEDEQH/xAAcAAEAAgMBAQEAAAAAAAAAAAAAAQQDBQYCBwj/xAA6EAABAwEFBQYDBwQDAQAAAAABAAIDEQQFEiExBkFRYYETIjJxkaEHsdEjQlJicsHwM4Lh8RRTsiT/xAAYAQEBAQEBAAAAAAAAAAAAAAAAAgEDBP/EAB4RAQEBAQACAwEBAAAAAAAAAAABAhEhUQMSMUET/9oADAMBAAIRAxEAPwD7giIgKVClAREQEREBERAUFSoKAiIgIiICIiAiIgIiICIiAiVWCe1NZ4iAgzqFztt2hrUQtLt1d3qcvmuavHabsXjFO4y/dhj77nf2bhzNAt/EXcfR6qVzOy21ItPckYYpQC7CSCHtGpaRqRlUbqrpWlYqVKIiNEUoghSiICIiAiIgIiICgqVBQEREBERAREQEREBEVa3WksaSwYngZNrSvmdwT9OrKqWu8WRiriMvbz4L5teO31qhl7C3Qts4fURStLnRvP4TiFa8/qq9uvvvYYo3TvB8bzhjYSK7qknPcOqqyZ/XO79Oztu0T3f0m5cTkKceJ6DquUt20EdSMTrQ8asjzDf1GtB/cVQbZJpzSRxk/IwFkY86Zu9V0l07IGgxUY3c1owrnd+k/W1y8slpnNHO7Fv/AFw5uI5yU+QC3dy7HmmTRGDqfvO8zqSu5sN0RxjJoVqSZrASaADUnIDruUW9dJhqbNs5G1op4wQ5j97HDQ/tTgtpd9pxtzoHtJa8A1wvGo+R8iFx20fxLstnBa14e/PLOg/c+y534dbfutN5yxSABs8YLMsNXxV3cS11P7AumZeHjvh9eRQ1StUlERAREQEREBERAREQFBUqCgIiICIiAiglYnzjdmt51nWZYXygc1VfOTpn7D1XnATr6DIf5VzHtl0ySWmpoPQZnqdyw0J5eX7n6LII/RThoq5EvzFtxf0lqnkD9A97QDXut0AA6Lt/hNbG2gf8efKWKhA0E8NKF362GleTm8Fjv3ZOGG0zPkcGtLy4AkbzXzK56+NoorO+KSy0bLC8PBP36fdIG4jEDWmRKj5Mszf4/R1msUbBRjQOiWy2RxjE9zWjiSAF8uvv4ptbDG6JpHasL2OdQ0Bp3SRvaajoF8tvnae021/eLnOOQa3EfQDMrnn4rpd1z8fZdpvipBDVkJxv47ugr818n2i25tNrNC5w1Aa2uXpvKxDZTsgH3jO2ytIqIz9paJByhB7vm4q3d95PJ7K6LK5mVHWiTDJMeeM9yIa5BejHwyfqLa10eyz2gSW2VljjIq0SVMso/JCO8fM0Hmtrs1eVnitcIsFllkc2aIvtEpxSNYHd/BGwYYgW4hmTkVubk+Gwc/trZK+V5NXAE9478Ujs3dPdfQbDd0cTOziY1jaUo0Uy6aqvtmeIO8YvSr3efso/0M/8hWF5nVKIiAiIgIiICIiAiIgKCpUFAReXSAKvLaunzWyWstWHOpqsMlqoqpc48uZ+m7qvbIt+/icyrmZ/U9eXSF31OXoN6CLjn5/RZgxe2tVd4zjG1i9YVEsrW5krW2m+2jJtXHkKrPNb2RsnEBUbRbqZNBJ5Ak+y1r32h+jWtH5v3rv8gqdosTz/AFJTT8Lcvn9Fec9RduH+JlxWi1SsfFIyOgc17S4YjphybU7jrRfKb2ufsHlkkgLgd2/pqvvNrsQoQxvWpr5V3V+i+QbSbHmzzZFz431LSdRxa48Qq1gzv21FzSRuDopcfZgtfVgaZGjvYsAJpnVuuWS6u6rxtEn2N02YWdlKOmNHzP8AzPmOTfJo9VotnoGx2+BjwML3hhrkDiFB7kL7zZbI1rQxjQ1o3AUHoFGdXPg17cFc/wANWA9ra5DPIcyM8NfzOPecfZdvZLvaxoaxoa0bgKAK1NK1niI5Dj5DU9FZst2zy507Fh3uFXnyZu6rNXvms51We5rRmQtjd92ukzcCxvPxO6bltLvueKLvAFzvxPOJ3+OgC2NFH29LmPaGNoKDQey9Iih0SiIgIiICIoqglFGJMSCVFVifON2arPnJ0zVTNrLYtPmAVeS07vYLFhJ19svde2xq5mRPbXjM8vmvbIv5vWSlF4fOAnfRx7axSSBqQFUktR3Zczl6VVZwxHMl3tROWs7ItTXixv5jyVOS1zP8LQwcTr6f6WVkAGtB5fyq9mSmn+1UzGd6qNu2pxSOc488mjoM/dWGhjPCB0+qgknVQVfE9Q95PJV3xDf7q2IyeQUsjFaNBcfYea3sh+ta6yF2gy9APNULXYYQDjaZnCpwNaTSgrmAKrqG3cXeN2X4W5ep19FchsrWCjAAOQ1UX5eNnx9fl2+b1FqvSIxswATRANwluENeCTTXQL7xZbBPNm0diwnxPBxEcWs+p6FdEboh7Xt+yj7UAgPwjFnrnqrjWrld9vV/RrruuWOHMAufve84nHrTLpRbMIijtqpOCIiNEREEooqlUEosU0oaKuIA4laO37Rgd2PvH+bvqt4y2RvZJQ0VcQBzWkt+0TW91mbv5uXIXxtB3qSyd7XANR+ojwrWuvSQj7NgZXR0mvmGau60S8jnd+m9t+0r4aSSTBgPhZk4yHgGanp6rfXJfgtTCQ1zXtpjY/ulldDTeCuBu24S92P7R8h1kdkfJtKYW8gu/uTZ/sgHE9/ceR1HMJN+zMtbIR11z+SyCNYpLTQkBueY/wAimq898+I0FPL2Gq6d9N5z9WHyNG/NYjM46f68/wDfRVzIxtaZk8fosTpnOyHsn1tOxYkcN7vT+U9lg7TcBn6lBFvcf55r12lMmigVyJBHvcfQ/upx7gKLyF6DOCoeacUAWbswNSs0cROgwjifosupDiuId5NFljjJ8LepyCtR2UDM948/orAC5X5FzKrHY/xGvsPRWWsAyGS9IottVJwREWNEREBERAREQEREEONMyubvPayKOjWkVccLC7IPPBvErb3wfsX+XzXIWyxxTsMUgDg4CtQOlDTIjcrxmI1eKl734BnPLhr4WjvPfya0Z+gXPTXxPJ3YGiBprVxHaS+lcLD+qp5K9c2zWKR8RdSZlKk+KeInuuDtTTQiuVRxXbXVstHGKuFT016KNXn6iZtcNs3se4vMgDi93ikkcXk86ZCvku7sGycTDifV7uenot7GwNFAAByWuvbaGz2dpdLK0U3A1J6BTO6vI6TMy2EULW6ADosFvvGKFuKR7WjnqfIL5DtL8YpKllkja1umN1XE+Q0C4Wa2268JC1pkld941DQ0cXOcQAMj6K8/De+S7j7bd+3cE9qNnhNXOjLmnLvFniHodOS3BLiaH04L8/XVHHYLRHaHWqOSaE4+zhJkHAtMnhORIoKr9CNtLSAY9CAR5HMfsvRcfX+Of26CzjVy9mTcBRY6GuazMj5dVv4xjoSvbY6rI1udPEeSsssxPiNBwH1U3UipKrho01PAZrOyBx/KPdWo4A3QfVZFyu+qmWGKzNboM+JzKzIii+V8EREBERAREQEREBERAREQEREGK1Q42OZxBH0XFQmuIEbh03H0XdFcZf0Zilc5ujgX04/i96rpiue4pSxyAtkZ/VhJdHU0EjfvRuPBwy9DuW1n27srYRKH1qM2aOYRkWuG5w4LRXffEc1RG8OIzoDp0XCfEfZx5tEckOFrbS7C4ucGNjlAJq5xyaCK5ne1XczV8plsbDab4rySAsi+zGYy1I5lfPrTbp7QagPdXgCa0V9jLDZyBnbp+DS5sDDzIzk6UC3Vgu632ohzi2zx5YWsb2bQNcmNzO7Urr9Jiek3VaWG72xR/wD242gOGGOPsw+Q08T3HOmflkr9hua0WzuwRf8AFs1B4nOcX0rVxLs3nPyG5drdWycTCHyVlk3vkOI9BoM6rqYIaBR/pzxCTv65fZ/4f2WAVcztX5Vc/Oh5N0C727Iu4BkAMqnlX/CqWcVOFgxu300Hmdy3tju0Ad/vHh90cRT6qfvZ+qmesUTa+EFx47laZZK+M9BkFbDVK53drpMx4ZGBkMl7RFChERAREQEREBERAREQEREBERAREQEREArWX7YO1ZVvjZ3m8+Lev0WzUEJLws6+NXLcRhtr5GikbwS38pr3mkcv3W/vGwttVmfDIKh1R5EEkOHMUC6S/wC5znLGM9XtGrvzDmtPZHDRd5rvlws40Vz7JWezAdmwE08Ts3LdRtG4dVl7XEcETTI/eG6N5uJyaPNbWxbOl2c7svwMJA8nOpU9KKdX+1snWpikLnYImmR+8Nzp+p2gHmVuLNcDnZzvy/AwkDq7U9KLd2eytYMLGhreAFAs4UXS5hhs9nawBrGhoG4ZLMiKViIiAiIgIiICIiAiIgIiICIiAiIgIiICIiAiIgIiIIIVCW5oHOxOjFd+ZFfMA0PVbBEnhnGGGzMYMLGho4AUCygKURoiIgIiICIiAiIgIiICIiAiIgIiICIiAiIgIiICIiAiIg//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 name="Rektangel 2"/>
          <p:cNvSpPr/>
          <p:nvPr/>
        </p:nvSpPr>
        <p:spPr>
          <a:xfrm>
            <a:off x="1199625" y="3265440"/>
            <a:ext cx="6249799" cy="3139321"/>
          </a:xfrm>
          <a:prstGeom prst="rect">
            <a:avLst/>
          </a:prstGeom>
        </p:spPr>
        <p:txBody>
          <a:bodyPr wrap="square">
            <a:spAutoFit/>
          </a:bodyPr>
          <a:lstStyle/>
          <a:p>
            <a:r>
              <a:rPr lang="da-DK" dirty="0">
                <a:solidFill>
                  <a:schemeClr val="bg1"/>
                </a:solidFill>
                <a:latin typeface="Calibri" panose="020F0502020204030204" pitchFamily="34" charset="0"/>
                <a:cs typeface="Calibri" panose="020F0502020204030204" pitchFamily="34" charset="0"/>
              </a:rPr>
              <a:t>Magneter og magnetisme</a:t>
            </a:r>
          </a:p>
          <a:p>
            <a:pPr marL="285750" indent="-285750">
              <a:buFont typeface="Arial" panose="020B0604020202020204" pitchFamily="34" charset="0"/>
              <a:buChar char="•"/>
            </a:pPr>
            <a:r>
              <a:rPr lang="da-DK" dirty="0">
                <a:solidFill>
                  <a:schemeClr val="bg1"/>
                </a:solidFill>
                <a:latin typeface="Calibri" panose="020F0502020204030204" pitchFamily="34" charset="0"/>
                <a:cs typeface="Calibri" panose="020F0502020204030204" pitchFamily="34" charset="0"/>
              </a:rPr>
              <a:t>En magnet har altid to poler, en nordpol og en sydpol.</a:t>
            </a:r>
          </a:p>
          <a:p>
            <a:pPr marL="285750" indent="-285750">
              <a:buFont typeface="Arial" panose="020B0604020202020204" pitchFamily="34" charset="0"/>
              <a:buChar char="•"/>
            </a:pPr>
            <a:r>
              <a:rPr lang="da-DK" dirty="0">
                <a:solidFill>
                  <a:schemeClr val="bg1"/>
                </a:solidFill>
                <a:latin typeface="Calibri" panose="020F0502020204030204" pitchFamily="34" charset="0"/>
                <a:cs typeface="Calibri" panose="020F0502020204030204" pitchFamily="34" charset="0"/>
              </a:rPr>
              <a:t>Feltet går fra nordpol til sydpol. Det viser vi med feltlinjer, der går udad ved nordpolen og indad ved sydpolen.</a:t>
            </a:r>
          </a:p>
          <a:p>
            <a:pPr marL="285750" indent="-285750">
              <a:buFont typeface="Arial" panose="020B0604020202020204" pitchFamily="34" charset="0"/>
              <a:buChar char="•"/>
            </a:pPr>
            <a:r>
              <a:rPr lang="da-DK" dirty="0">
                <a:solidFill>
                  <a:schemeClr val="bg1"/>
                </a:solidFill>
                <a:latin typeface="Calibri" panose="020F0502020204030204" pitchFamily="34" charset="0"/>
                <a:cs typeface="Calibri" panose="020F0502020204030204" pitchFamily="34" charset="0"/>
              </a:rPr>
              <a:t>To ens poler frastøder hinanden, mens to forskellige poler tiltrækker hinanden.</a:t>
            </a:r>
          </a:p>
          <a:p>
            <a:pPr marL="285750" indent="-285750">
              <a:buFont typeface="Arial" panose="020B0604020202020204" pitchFamily="34" charset="0"/>
              <a:buChar char="•"/>
            </a:pPr>
            <a:r>
              <a:rPr lang="da-DK" dirty="0">
                <a:solidFill>
                  <a:schemeClr val="bg1"/>
                </a:solidFill>
                <a:latin typeface="Calibri" panose="020F0502020204030204" pitchFamily="34" charset="0"/>
                <a:cs typeface="Calibri" panose="020F0502020204030204" pitchFamily="34" charset="0"/>
              </a:rPr>
              <a:t>Jern bliver magnetisk, fordi småmagneterne i jernet orienterer sig i samme retning.</a:t>
            </a:r>
          </a:p>
          <a:p>
            <a:pPr marL="285750" indent="-285750">
              <a:buFont typeface="Arial" panose="020B0604020202020204" pitchFamily="34" charset="0"/>
              <a:buChar char="•"/>
            </a:pPr>
            <a:r>
              <a:rPr lang="da-DK" dirty="0">
                <a:solidFill>
                  <a:prstClr val="black"/>
                </a:solidFill>
                <a:latin typeface="Calibri" panose="020F0502020204030204"/>
              </a:rPr>
              <a:t>Kan fungere gennem andre materialer eller vakuum. Ændres med afstanden.</a:t>
            </a:r>
          </a:p>
          <a:p>
            <a:pPr marL="285750" indent="-285750">
              <a:buFont typeface="Arial" panose="020B0604020202020204" pitchFamily="34" charset="0"/>
              <a:buChar char="•"/>
            </a:pPr>
            <a:endParaRPr lang="da-DK" dirty="0">
              <a:solidFill>
                <a:schemeClr val="bg1"/>
              </a:solidFill>
              <a:latin typeface="Calibri" panose="020F0502020204030204" pitchFamily="34" charset="0"/>
              <a:cs typeface="Calibri" panose="020F0502020204030204" pitchFamily="34" charset="0"/>
            </a:endParaRPr>
          </a:p>
        </p:txBody>
      </p:sp>
      <p:sp>
        <p:nvSpPr>
          <p:cNvPr id="8" name="Tekstfelt 7"/>
          <p:cNvSpPr txBox="1"/>
          <p:nvPr/>
        </p:nvSpPr>
        <p:spPr>
          <a:xfrm>
            <a:off x="1120843" y="218453"/>
            <a:ext cx="5565182" cy="4893647"/>
          </a:xfrm>
          <a:prstGeom prst="rect">
            <a:avLst/>
          </a:prstGeom>
          <a:noFill/>
        </p:spPr>
        <p:txBody>
          <a:bodyPr wrap="square" rtlCol="0">
            <a:spAutoFit/>
          </a:bodyPr>
          <a:lstStyle/>
          <a:p>
            <a:r>
              <a:rPr lang="da-DK" sz="2400" b="1" dirty="0">
                <a:solidFill>
                  <a:prstClr val="black"/>
                </a:solidFill>
                <a:latin typeface="Calibri" panose="020F0502020204030204"/>
              </a:rPr>
              <a:t>Det magnetiske felt</a:t>
            </a:r>
          </a:p>
          <a:p>
            <a:r>
              <a:rPr lang="da-DK" dirty="0">
                <a:solidFill>
                  <a:prstClr val="black"/>
                </a:solidFill>
                <a:latin typeface="Calibri" panose="020F0502020204030204"/>
              </a:rPr>
              <a:t>Opgave 5.1+5.2 i opgavesamlingen + opgaven ‘Spørgsmål til 4.1 og 4.2’</a:t>
            </a:r>
          </a:p>
          <a:p>
            <a:endParaRPr lang="da-DK" dirty="0">
              <a:solidFill>
                <a:prstClr val="black"/>
              </a:solidFill>
              <a:latin typeface="Calibri" panose="020F0502020204030204"/>
            </a:endParaRPr>
          </a:p>
          <a:p>
            <a:r>
              <a:rPr lang="da-DK" b="1" dirty="0">
                <a:solidFill>
                  <a:prstClr val="black"/>
                </a:solidFill>
                <a:latin typeface="Calibri" panose="020F0502020204030204"/>
              </a:rPr>
              <a:t>Magnetisme</a:t>
            </a:r>
          </a:p>
          <a:p>
            <a:r>
              <a:rPr lang="da-DK" dirty="0">
                <a:solidFill>
                  <a:prstClr val="black"/>
                </a:solidFill>
                <a:latin typeface="Calibri" panose="020F0502020204030204"/>
              </a:rPr>
              <a:t>Jern, nikkel + andre kan magnetiseres ved påvirkning. De beholder en del af denne magnetisme i større eller mindre grad - Bits, skruetrækkere, diverse magneter. </a:t>
            </a:r>
          </a:p>
          <a:p>
            <a:endParaRPr lang="da-DK" dirty="0">
              <a:solidFill>
                <a:prstClr val="black"/>
              </a:solidFill>
              <a:latin typeface="Calibri" panose="020F0502020204030204"/>
            </a:endParaRPr>
          </a:p>
          <a:p>
            <a:r>
              <a:rPr lang="da-DK" dirty="0">
                <a:solidFill>
                  <a:prstClr val="black"/>
                </a:solidFill>
                <a:latin typeface="Calibri" panose="020F0502020204030204"/>
              </a:rPr>
              <a:t>Magnetisering ses ved frastødning eller tiltrækning af to magneter. </a:t>
            </a:r>
          </a:p>
          <a:p>
            <a:endParaRPr lang="da-DK" dirty="0">
              <a:solidFill>
                <a:prstClr val="black"/>
              </a:solidFill>
              <a:latin typeface="Calibri" panose="020F0502020204030204"/>
            </a:endParaRPr>
          </a:p>
          <a:p>
            <a:endParaRPr lang="da-DK" dirty="0">
              <a:solidFill>
                <a:prstClr val="black"/>
              </a:solidFill>
              <a:latin typeface="Calibri" panose="020F0502020204030204"/>
            </a:endParaRPr>
          </a:p>
          <a:p>
            <a:endParaRPr lang="da-DK" dirty="0">
              <a:solidFill>
                <a:prstClr val="black"/>
              </a:solidFill>
              <a:latin typeface="Calibri" panose="020F0502020204030204"/>
            </a:endParaRPr>
          </a:p>
          <a:p>
            <a:endParaRPr lang="da-DK" dirty="0">
              <a:solidFill>
                <a:prstClr val="black"/>
              </a:solidFill>
              <a:latin typeface="Calibri" panose="020F0502020204030204"/>
            </a:endParaRPr>
          </a:p>
          <a:p>
            <a:endParaRPr lang="da-DK" dirty="0">
              <a:solidFill>
                <a:prstClr val="black"/>
              </a:solidFill>
              <a:latin typeface="Calibri" panose="020F0502020204030204"/>
            </a:endParaRPr>
          </a:p>
          <a:p>
            <a:endParaRPr lang="da-DK" dirty="0">
              <a:solidFill>
                <a:prstClr val="black"/>
              </a:solidFill>
              <a:latin typeface="Calibri" panose="020F0502020204030204"/>
            </a:endParaRPr>
          </a:p>
        </p:txBody>
      </p:sp>
      <p:pic>
        <p:nvPicPr>
          <p:cNvPr id="5" name="Billede 4"/>
          <p:cNvPicPr>
            <a:picLocks noChangeAspect="1"/>
          </p:cNvPicPr>
          <p:nvPr/>
        </p:nvPicPr>
        <p:blipFill>
          <a:blip r:embed="rId2"/>
          <a:stretch>
            <a:fillRect/>
          </a:stretch>
        </p:blipFill>
        <p:spPr>
          <a:xfrm>
            <a:off x="7516536" y="155688"/>
            <a:ext cx="4517388" cy="3386807"/>
          </a:xfrm>
          <a:prstGeom prst="rect">
            <a:avLst/>
          </a:prstGeom>
        </p:spPr>
      </p:pic>
      <p:pic>
        <p:nvPicPr>
          <p:cNvPr id="9" name="Billede 8"/>
          <p:cNvPicPr>
            <a:picLocks noChangeAspect="1"/>
          </p:cNvPicPr>
          <p:nvPr/>
        </p:nvPicPr>
        <p:blipFill>
          <a:blip r:embed="rId3"/>
          <a:stretch>
            <a:fillRect/>
          </a:stretch>
        </p:blipFill>
        <p:spPr>
          <a:xfrm>
            <a:off x="7957492" y="3811260"/>
            <a:ext cx="3810330" cy="2523963"/>
          </a:xfrm>
          <a:prstGeom prst="rect">
            <a:avLst/>
          </a:prstGeom>
        </p:spPr>
      </p:pic>
    </p:spTree>
    <p:extLst>
      <p:ext uri="{BB962C8B-B14F-4D97-AF65-F5344CB8AC3E}">
        <p14:creationId xmlns:p14="http://schemas.microsoft.com/office/powerpoint/2010/main" val="1864858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alpha val="0"/>
          </a:schemeClr>
        </a:solidFill>
        <a:effectLst/>
      </p:bgPr>
    </p:bg>
    <p:spTree>
      <p:nvGrpSpPr>
        <p:cNvPr id="1" name=""/>
        <p:cNvGrpSpPr/>
        <p:nvPr/>
      </p:nvGrpSpPr>
      <p:grpSpPr>
        <a:xfrm>
          <a:off x="0" y="0"/>
          <a:ext cx="0" cy="0"/>
          <a:chOff x="0" y="0"/>
          <a:chExt cx="0" cy="0"/>
        </a:xfrm>
      </p:grpSpPr>
      <p:sp>
        <p:nvSpPr>
          <p:cNvPr id="2" name="Pladsholder til slidenummer 1"/>
          <p:cNvSpPr>
            <a:spLocks noGrp="1"/>
          </p:cNvSpPr>
          <p:nvPr>
            <p:ph type="sldNum" sz="quarter" idx="12"/>
          </p:nvPr>
        </p:nvSpPr>
        <p:spPr/>
        <p:txBody>
          <a:bodyPr/>
          <a:lstStyle/>
          <a:p>
            <a:fld id="{8027C91F-3113-4170-B0A7-EB36B47BBC64}" type="slidenum">
              <a:rPr lang="da-DK" smtClean="0"/>
              <a:pPr/>
              <a:t>4</a:t>
            </a:fld>
            <a:endParaRPr lang="da-DK" dirty="0"/>
          </a:p>
        </p:txBody>
      </p:sp>
      <p:sp>
        <p:nvSpPr>
          <p:cNvPr id="3" name="Pladsholder til indhold 2"/>
          <p:cNvSpPr>
            <a:spLocks noGrp="1"/>
          </p:cNvSpPr>
          <p:nvPr>
            <p:ph sz="quarter" idx="13"/>
          </p:nvPr>
        </p:nvSpPr>
        <p:spPr>
          <a:xfrm>
            <a:off x="1565517" y="1149001"/>
            <a:ext cx="9060967" cy="5066897"/>
          </a:xfrm>
          <a:noFill/>
        </p:spPr>
        <p:txBody>
          <a:bodyPr>
            <a:normAutofit fontScale="92500" lnSpcReduction="20000"/>
          </a:bodyPr>
          <a:lstStyle/>
          <a:p>
            <a:r>
              <a:rPr lang="da-DK" sz="1500" b="1" dirty="0">
                <a:solidFill>
                  <a:schemeClr val="tx1"/>
                </a:solidFill>
                <a:latin typeface="Verdana" panose="020B0604030504040204" pitchFamily="34" charset="0"/>
              </a:rPr>
              <a:t>Jorden er en stor magnet:</a:t>
            </a:r>
          </a:p>
          <a:p>
            <a:r>
              <a:rPr lang="da-DK" sz="1500" b="0" dirty="0">
                <a:solidFill>
                  <a:schemeClr val="tx1"/>
                </a:solidFill>
                <a:latin typeface="Verdana" panose="020B0604030504040204" pitchFamily="34" charset="0"/>
              </a:rPr>
              <a:t>Elektriske strømsystemer i jordens indre.</a:t>
            </a:r>
            <a:br>
              <a:rPr lang="da-DK" sz="1500" b="0" dirty="0">
                <a:solidFill>
                  <a:schemeClr val="tx1"/>
                </a:solidFill>
                <a:latin typeface="Verdana" panose="020B0604030504040204" pitchFamily="34" charset="0"/>
              </a:rPr>
            </a:br>
            <a:r>
              <a:rPr lang="da-DK" sz="1500" b="0" dirty="0">
                <a:solidFill>
                  <a:schemeClr val="tx1"/>
                </a:solidFill>
                <a:latin typeface="Verdana" panose="020B0604030504040204" pitchFamily="34" charset="0"/>
              </a:rPr>
              <a:t>Lokale bidrag kan komme fra magnetiske mineraler i jordskorpen.</a:t>
            </a:r>
            <a:br>
              <a:rPr lang="da-DK" sz="1500" b="0" dirty="0">
                <a:solidFill>
                  <a:schemeClr val="tx1"/>
                </a:solidFill>
                <a:latin typeface="Verdana" panose="020B0604030504040204" pitchFamily="34" charset="0"/>
              </a:rPr>
            </a:br>
            <a:r>
              <a:rPr lang="da-DK" sz="1500" b="0" dirty="0">
                <a:solidFill>
                  <a:schemeClr val="tx1"/>
                </a:solidFill>
                <a:latin typeface="Verdana" panose="020B0604030504040204" pitchFamily="34" charset="0"/>
              </a:rPr>
              <a:t>Et lille bidrag kommer fra elektriske strømme i den øverste, ioniserede del af atmosfæren, ionosfæren, og fra de yderste regioner i jordens magnetosfære, som afgrænses af solvinden.</a:t>
            </a:r>
          </a:p>
          <a:p>
            <a:r>
              <a:rPr lang="da-DK" sz="1500" b="0" dirty="0">
                <a:solidFill>
                  <a:schemeClr val="tx1"/>
                </a:solidFill>
                <a:latin typeface="Verdana" panose="020B0604030504040204" pitchFamily="34" charset="0"/>
              </a:rPr>
              <a:t>Magnetfeltet flytter sig 10-20 km/år de sidste 100 år.</a:t>
            </a:r>
          </a:p>
          <a:p>
            <a:r>
              <a:rPr lang="da-DK" sz="1500" b="0" dirty="0">
                <a:solidFill>
                  <a:schemeClr val="tx1"/>
                </a:solidFill>
                <a:latin typeface="Verdana" panose="020B0604030504040204" pitchFamily="34" charset="0"/>
              </a:rPr>
              <a:t>Jordens magnet felt beskytter os mod elektrisk ladede partikler fra rummet.</a:t>
            </a:r>
          </a:p>
          <a:p>
            <a:endParaRPr lang="da-DK" sz="1500" dirty="0">
              <a:solidFill>
                <a:schemeClr val="tx1"/>
              </a:solidFill>
              <a:latin typeface="Verdana" panose="020B0604030504040204" pitchFamily="34" charset="0"/>
            </a:endParaRPr>
          </a:p>
          <a:p>
            <a:r>
              <a:rPr lang="da-DK" sz="1500" b="1" dirty="0">
                <a:solidFill>
                  <a:schemeClr val="tx1"/>
                </a:solidFill>
                <a:latin typeface="Verdana" panose="020B0604030504040204" pitchFamily="34" charset="0"/>
              </a:rPr>
              <a:t>Bits, skruetrækker</a:t>
            </a:r>
          </a:p>
          <a:p>
            <a:r>
              <a:rPr lang="da-DK" sz="1500" b="1" dirty="0">
                <a:solidFill>
                  <a:schemeClr val="tx1"/>
                </a:solidFill>
                <a:latin typeface="Verdana" panose="020B0604030504040204" pitchFamily="34" charset="0"/>
              </a:rPr>
              <a:t>Måleinstrumenter</a:t>
            </a:r>
          </a:p>
          <a:p>
            <a:r>
              <a:rPr lang="da-DK" sz="1500" b="1" dirty="0">
                <a:solidFill>
                  <a:schemeClr val="tx1"/>
                </a:solidFill>
                <a:latin typeface="Verdana" panose="020B0604030504040204" pitchFamily="34" charset="0"/>
              </a:rPr>
              <a:t>Generatorer</a:t>
            </a:r>
          </a:p>
          <a:p>
            <a:r>
              <a:rPr lang="da-DK" sz="1500" b="1" dirty="0">
                <a:solidFill>
                  <a:schemeClr val="tx1"/>
                </a:solidFill>
                <a:latin typeface="Verdana" panose="020B0604030504040204" pitchFamily="34" charset="0"/>
              </a:rPr>
              <a:t>Motorer</a:t>
            </a:r>
          </a:p>
          <a:p>
            <a:r>
              <a:rPr lang="da-DK" sz="1500" b="1" dirty="0">
                <a:solidFill>
                  <a:schemeClr val="tx1"/>
                </a:solidFill>
                <a:latin typeface="Verdana" panose="020B0604030504040204" pitchFamily="34" charset="0"/>
              </a:rPr>
              <a:t>Forlystelser</a:t>
            </a:r>
          </a:p>
          <a:p>
            <a:r>
              <a:rPr lang="da-DK" sz="1500" b="1" dirty="0">
                <a:solidFill>
                  <a:schemeClr val="tx1"/>
                </a:solidFill>
                <a:latin typeface="Verdana" panose="020B0604030504040204" pitchFamily="34" charset="0"/>
              </a:rPr>
              <a:t>Ventiler</a:t>
            </a:r>
          </a:p>
          <a:p>
            <a:r>
              <a:rPr lang="da-DK" sz="1500" b="1" dirty="0">
                <a:solidFill>
                  <a:schemeClr val="tx1"/>
                </a:solidFill>
                <a:latin typeface="Verdana" panose="020B0604030504040204" pitchFamily="34" charset="0"/>
              </a:rPr>
              <a:t>Knivholdere</a:t>
            </a:r>
          </a:p>
          <a:p>
            <a:r>
              <a:rPr lang="da-DK" sz="1500" b="1" dirty="0">
                <a:solidFill>
                  <a:schemeClr val="tx1"/>
                </a:solidFill>
                <a:latin typeface="Verdana" panose="020B0604030504040204" pitchFamily="34" charset="0"/>
              </a:rPr>
              <a:t>Højtalere</a:t>
            </a:r>
          </a:p>
          <a:p>
            <a:r>
              <a:rPr lang="da-DK" sz="1500" b="1" dirty="0">
                <a:solidFill>
                  <a:schemeClr val="tx1"/>
                </a:solidFill>
                <a:latin typeface="Verdana" panose="020B0604030504040204" pitchFamily="34" charset="0"/>
              </a:rPr>
              <a:t>Komfurer</a:t>
            </a:r>
          </a:p>
          <a:p>
            <a:r>
              <a:rPr lang="da-DK" sz="1500" b="1" dirty="0" err="1">
                <a:solidFill>
                  <a:schemeClr val="tx1"/>
                </a:solidFill>
                <a:latin typeface="Verdana" panose="020B0604030504040204" pitchFamily="34" charset="0"/>
              </a:rPr>
              <a:t>Microbølgeovn</a:t>
            </a:r>
            <a:endParaRPr lang="da-DK" sz="1500" b="1" dirty="0">
              <a:solidFill>
                <a:schemeClr val="tx1"/>
              </a:solidFill>
              <a:latin typeface="Verdana" panose="020B0604030504040204" pitchFamily="34" charset="0"/>
            </a:endParaRPr>
          </a:p>
          <a:p>
            <a:r>
              <a:rPr lang="da-DK" sz="1500" b="1" dirty="0">
                <a:solidFill>
                  <a:schemeClr val="tx1"/>
                </a:solidFill>
                <a:latin typeface="Verdana" panose="020B0604030504040204" pitchFamily="34" charset="0"/>
              </a:rPr>
              <a:t>Legetøj, smykker, opslagstavler</a:t>
            </a:r>
            <a:endParaRPr lang="da-DK" sz="1500" b="1" dirty="0">
              <a:solidFill>
                <a:schemeClr val="tx1"/>
              </a:solidFill>
            </a:endParaRPr>
          </a:p>
        </p:txBody>
      </p:sp>
      <p:sp>
        <p:nvSpPr>
          <p:cNvPr id="4" name="Titel 3"/>
          <p:cNvSpPr>
            <a:spLocks noGrp="1"/>
          </p:cNvSpPr>
          <p:nvPr>
            <p:ph type="title"/>
          </p:nvPr>
        </p:nvSpPr>
        <p:spPr>
          <a:xfrm>
            <a:off x="1587238" y="759806"/>
            <a:ext cx="9090889" cy="480067"/>
          </a:xfrm>
        </p:spPr>
        <p:txBody>
          <a:bodyPr/>
          <a:lstStyle/>
          <a:p>
            <a:r>
              <a:rPr lang="da-DK" dirty="0"/>
              <a:t>Anvendelse</a:t>
            </a:r>
          </a:p>
        </p:txBody>
      </p:sp>
      <p:sp>
        <p:nvSpPr>
          <p:cNvPr id="6" name="Pladsholder til sidefod 5"/>
          <p:cNvSpPr>
            <a:spLocks noGrp="1"/>
          </p:cNvSpPr>
          <p:nvPr>
            <p:ph type="ftr" sz="quarter" idx="3"/>
          </p:nvPr>
        </p:nvSpPr>
        <p:spPr/>
        <p:txBody>
          <a:bodyPr/>
          <a:lstStyle/>
          <a:p>
            <a:r>
              <a:rPr lang="da-DK" dirty="0"/>
              <a:t> </a:t>
            </a:r>
          </a:p>
        </p:txBody>
      </p:sp>
      <p:pic>
        <p:nvPicPr>
          <p:cNvPr id="9" name="Billede 8">
            <a:extLst>
              <a:ext uri="{FF2B5EF4-FFF2-40B4-BE49-F238E27FC236}">
                <a16:creationId xmlns:a16="http://schemas.microsoft.com/office/drawing/2014/main" id="{4626D5A2-78E5-CDA7-52BD-969C79212F4B}"/>
              </a:ext>
            </a:extLst>
          </p:cNvPr>
          <p:cNvPicPr>
            <a:picLocks noChangeAspect="1"/>
          </p:cNvPicPr>
          <p:nvPr/>
        </p:nvPicPr>
        <p:blipFill>
          <a:blip r:embed="rId2"/>
          <a:stretch>
            <a:fillRect/>
          </a:stretch>
        </p:blipFill>
        <p:spPr>
          <a:xfrm>
            <a:off x="5903924" y="3207937"/>
            <a:ext cx="3049132" cy="3153080"/>
          </a:xfrm>
          <a:prstGeom prst="rect">
            <a:avLst/>
          </a:prstGeom>
        </p:spPr>
      </p:pic>
    </p:spTree>
    <p:extLst>
      <p:ext uri="{BB962C8B-B14F-4D97-AF65-F5344CB8AC3E}">
        <p14:creationId xmlns:p14="http://schemas.microsoft.com/office/powerpoint/2010/main" val="1575408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8" descr="data:image/jpeg;base64,/9j/4AAQSkZJRgABAQAAAQABAAD/2wCEAAkGBxQTEhUREhQUFRQUFRQVFRgXGBYUGBAWGBUXFhYXFxcYHCkgGholHBUUIjElJSkrLi4uFx8zOjMsNygtLisBCgoKDg0OFxAQGiwcHx8sLCwsLCwsLCwsLCwsLCwsNywsLCwsLCwsLDcsLCwrLCwsLCwsNywsLCwsLCssLDcsLP/AABEIAJ4BAAMBIgACEQEDEQH/xAAcAAEAAgMBAQEAAAAAAAAAAAAAAQQDBQYCBwj/xAA6EAABAwEFBQYDBwQDAQAAAAABAAIDEQQFEiExBkFRYYETIjJxkaEHsdEjQlJicsHwM4Lh8RRTsiT/xAAYAQEBAQEBAAAAAAAAAAAAAAAAAgEDBP/EAB4RAQEBAQACAwEBAAAAAAAAAAABAhEhUQMSMUET/9oADAMBAAIRAxEAPwD7giIgKVClAREQEREBERAUFSoKAiIgIiICIiAiIgIiICIiAiVWCe1NZ4iAgzqFztt2hrUQtLt1d3qcvmuavHabsXjFO4y/dhj77nf2bhzNAt/EXcfR6qVzOy21ItPckYYpQC7CSCHtGpaRqRlUbqrpWlYqVKIiNEUoghSiICIiAiIgIiICgqVBQEREBERAREQEREBEVa3WksaSwYngZNrSvmdwT9OrKqWu8WRiriMvbz4L5teO31qhl7C3Qts4fURStLnRvP4TiFa8/qq9uvvvYYo3TvB8bzhjYSK7qknPcOqqyZ/XO79Oztu0T3f0m5cTkKceJ6DquUt20EdSMTrQ8asjzDf1GtB/cVQbZJpzSRxk/IwFkY86Zu9V0l07IGgxUY3c1owrnd+k/W1y8slpnNHO7Fv/AFw5uI5yU+QC3dy7HmmTRGDqfvO8zqSu5sN0RxjJoVqSZrASaADUnIDruUW9dJhqbNs5G1op4wQ5j97HDQ/tTgtpd9pxtzoHtJa8A1wvGo+R8iFx20fxLstnBa14e/PLOg/c+y534dbfutN5yxSABs8YLMsNXxV3cS11P7AumZeHjvh9eRQ1StUlERAREQEREBERAREQFBUqCgIiICIiAiglYnzjdmt51nWZYXygc1VfOTpn7D1XnATr6DIf5VzHtl0ySWmpoPQZnqdyw0J5eX7n6LII/RThoq5EvzFtxf0lqnkD9A97QDXut0AA6Lt/hNbG2gf8efKWKhA0E8NKF362GleTm8Fjv3ZOGG0zPkcGtLy4AkbzXzK56+NoorO+KSy0bLC8PBP36fdIG4jEDWmRKj5Mszf4/R1msUbBRjQOiWy2RxjE9zWjiSAF8uvv4ptbDG6JpHasL2OdQ0Bp3SRvaajoF8tvnae021/eLnOOQa3EfQDMrnn4rpd1z8fZdpvipBDVkJxv47ugr818n2i25tNrNC5w1Aa2uXpvKxDZTsgH3jO2ytIqIz9paJByhB7vm4q3d95PJ7K6LK5mVHWiTDJMeeM9yIa5BejHwyfqLa10eyz2gSW2VljjIq0SVMso/JCO8fM0Hmtrs1eVnitcIsFllkc2aIvtEpxSNYHd/BGwYYgW4hmTkVubk+Gwc/trZK+V5NXAE9478Ujs3dPdfQbDd0cTOziY1jaUo0Uy6aqvtmeIO8YvSr3efso/0M/8hWF5nVKIiAiIgIiICIiAiIgKCpUFAReXSAKvLaunzWyWstWHOpqsMlqoqpc48uZ+m7qvbIt+/icyrmZ/U9eXSF31OXoN6CLjn5/RZgxe2tVd4zjG1i9YVEsrW5krW2m+2jJtXHkKrPNb2RsnEBUbRbqZNBJ5Ak+y1r32h+jWtH5v3rv8gqdosTz/AFJTT8Lcvn9Fec9RduH+JlxWi1SsfFIyOgc17S4YjphybU7jrRfKb2ufsHlkkgLgd2/pqvvNrsQoQxvWpr5V3V+i+QbSbHmzzZFz431LSdRxa48Qq1gzv21FzSRuDopcfZgtfVgaZGjvYsAJpnVuuWS6u6rxtEn2N02YWdlKOmNHzP8AzPmOTfJo9VotnoGx2+BjwML3hhrkDiFB7kL7zZbI1rQxjQ1o3AUHoFGdXPg17cFc/wANWA9ra5DPIcyM8NfzOPecfZdvZLvaxoaxoa0bgKAK1NK1niI5Dj5DU9FZst2zy507Fh3uFXnyZu6rNXvms51We5rRmQtjd92ukzcCxvPxO6bltLvueKLvAFzvxPOJ3+OgC2NFH29LmPaGNoKDQey9Iih0SiIgIiICIoqglFGJMSCVFVifON2arPnJ0zVTNrLYtPmAVeS07vYLFhJ19svde2xq5mRPbXjM8vmvbIv5vWSlF4fOAnfRx7axSSBqQFUktR3Zczl6VVZwxHMl3tROWs7ItTXixv5jyVOS1zP8LQwcTr6f6WVkAGtB5fyq9mSmn+1UzGd6qNu2pxSOc488mjoM/dWGhjPCB0+qgknVQVfE9Q95PJV3xDf7q2IyeQUsjFaNBcfYea3sh+ta6yF2gy9APNULXYYQDjaZnCpwNaTSgrmAKrqG3cXeN2X4W5ep19FchsrWCjAAOQ1UX5eNnx9fl2+b1FqvSIxswATRANwluENeCTTXQL7xZbBPNm0diwnxPBxEcWs+p6FdEboh7Xt+yj7UAgPwjFnrnqrjWrld9vV/RrruuWOHMAufve84nHrTLpRbMIijtqpOCIiNEREEooqlUEosU0oaKuIA4laO37Rgd2PvH+bvqt4y2RvZJQ0VcQBzWkt+0TW91mbv5uXIXxtB3qSyd7XANR+ojwrWuvSQj7NgZXR0mvmGau60S8jnd+m9t+0r4aSSTBgPhZk4yHgGanp6rfXJfgtTCQ1zXtpjY/ulldDTeCuBu24S92P7R8h1kdkfJtKYW8gu/uTZ/sgHE9/ceR1HMJN+zMtbIR11z+SyCNYpLTQkBueY/wAimq898+I0FPL2Gq6d9N5z9WHyNG/NYjM46f68/wDfRVzIxtaZk8fosTpnOyHsn1tOxYkcN7vT+U9lg7TcBn6lBFvcf55r12lMmigVyJBHvcfQ/upx7gKLyF6DOCoeacUAWbswNSs0cROgwjifosupDiuId5NFljjJ8LepyCtR2UDM948/orAC5X5FzKrHY/xGvsPRWWsAyGS9IottVJwREWNEREBERAREQEREEONMyubvPayKOjWkVccLC7IPPBvErb3wfsX+XzXIWyxxTsMUgDg4CtQOlDTIjcrxmI1eKl734BnPLhr4WjvPfya0Z+gXPTXxPJ3YGiBprVxHaS+lcLD+qp5K9c2zWKR8RdSZlKk+KeInuuDtTTQiuVRxXbXVstHGKuFT016KNXn6iZtcNs3se4vMgDi93ikkcXk86ZCvku7sGycTDifV7uenot7GwNFAAByWuvbaGz2dpdLK0U3A1J6BTO6vI6TMy2EULW6ADosFvvGKFuKR7WjnqfIL5DtL8YpKllkja1umN1XE+Q0C4Wa2268JC1pkld941DQ0cXOcQAMj6K8/De+S7j7bd+3cE9qNnhNXOjLmnLvFniHodOS3BLiaH04L8/XVHHYLRHaHWqOSaE4+zhJkHAtMnhORIoKr9CNtLSAY9CAR5HMfsvRcfX+Of26CzjVy9mTcBRY6GuazMj5dVv4xjoSvbY6rI1udPEeSsssxPiNBwH1U3UipKrho01PAZrOyBx/KPdWo4A3QfVZFyu+qmWGKzNboM+JzKzIii+V8EREBERAREQEREBERAREQEREGK1Q42OZxBH0XFQmuIEbh03H0XdFcZf0Zilc5ujgX04/i96rpiue4pSxyAtkZ/VhJdHU0EjfvRuPBwy9DuW1n27srYRKH1qM2aOYRkWuG5w4LRXffEc1RG8OIzoDp0XCfEfZx5tEckOFrbS7C4ucGNjlAJq5xyaCK5ne1XczV8plsbDab4rySAsi+zGYy1I5lfPrTbp7QagPdXgCa0V9jLDZyBnbp+DS5sDDzIzk6UC3Vgu632ohzi2zx5YWsb2bQNcmNzO7Urr9Jiek3VaWG72xR/wD242gOGGOPsw+Q08T3HOmflkr9hua0WzuwRf8AFs1B4nOcX0rVxLs3nPyG5drdWycTCHyVlk3vkOI9BoM6rqYIaBR/pzxCTv65fZ/4f2WAVcztX5Vc/Oh5N0C727Iu4BkAMqnlX/CqWcVOFgxu300Hmdy3tju0Ad/vHh90cRT6qfvZ+qmesUTa+EFx47laZZK+M9BkFbDVK53drpMx4ZGBkMl7RFChERAREQEREBERAREQEREBERAREQEREArWX7YO1ZVvjZ3m8+Lev0WzUEJLws6+NXLcRhtr5GikbwS38pr3mkcv3W/vGwttVmfDIKh1R5EEkOHMUC6S/wC5znLGM9XtGrvzDmtPZHDRd5rvlws40Vz7JWezAdmwE08Ts3LdRtG4dVl7XEcETTI/eG6N5uJyaPNbWxbOl2c7svwMJA8nOpU9KKdX+1snWpikLnYImmR+8Nzp+p2gHmVuLNcDnZzvy/AwkDq7U9KLd2eytYMLGhreAFAs4UXS5hhs9nawBrGhoG4ZLMiKViIiAiIgIiICIiAiIgIiICIiAiIgIiICIiAiIgIiIIIVCW5oHOxOjFd+ZFfMA0PVbBEnhnGGGzMYMLGho4AUCygKURoiIgIiICIiAiIgIiICIiAiIgIiICIiAiIgIiICIiAiIg//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 name="AutoShape 10" descr="data:image/jpeg;base64,/9j/4AAQSkZJRgABAQAAAQABAAD/2wCEAAkGBxQTEhUREhQUFRQUFRQVFRgXGBYUGBAWGBUXFhYXFxcYHCkgGholHBUUIjElJSkrLi4uFx8zOjMsNygtLisBCgoKDg0OFxAQGiwcHx8sLCwsLCwsLCwsLCwsLCwsNywsLCwsLCwsLDcsLCwrLCwsLCwsNywsLCwsLCssLDcsLP/AABEIAJ4BAAMBIgACEQEDEQH/xAAcAAEAAgMBAQEAAAAAAAAAAAAAAQQDBQYCBwj/xAA6EAABAwEFBQYDBwQDAQAAAAABAAIDEQQFEiExBkFRYYETIjJxkaEHsdEjQlJicsHwM4Lh8RRTsiT/xAAYAQEBAQEBAAAAAAAAAAAAAAAAAgEDBP/EAB4RAQEBAQACAwEBAAAAAAAAAAABAhEhUQMSMUET/9oADAMBAAIRAxEAPwD7giIgKVClAREQEREBERAUFSoKAiIgIiICIiAiIgIiICIiAiVWCe1NZ4iAgzqFztt2hrUQtLt1d3qcvmuavHabsXjFO4y/dhj77nf2bhzNAt/EXcfR6qVzOy21ItPckYYpQC7CSCHtGpaRqRlUbqrpWlYqVKIiNEUoghSiICIiAiIgIiICgqVBQEREBERAREQEREBEVa3WksaSwYngZNrSvmdwT9OrKqWu8WRiriMvbz4L5teO31qhl7C3Qts4fURStLnRvP4TiFa8/qq9uvvvYYo3TvB8bzhjYSK7qknPcOqqyZ/XO79Oztu0T3f0m5cTkKceJ6DquUt20EdSMTrQ8asjzDf1GtB/cVQbZJpzSRxk/IwFkY86Zu9V0l07IGgxUY3c1owrnd+k/W1y8slpnNHO7Fv/AFw5uI5yU+QC3dy7HmmTRGDqfvO8zqSu5sN0RxjJoVqSZrASaADUnIDruUW9dJhqbNs5G1op4wQ5j97HDQ/tTgtpd9pxtzoHtJa8A1wvGo+R8iFx20fxLstnBa14e/PLOg/c+y534dbfutN5yxSABs8YLMsNXxV3cS11P7AumZeHjvh9eRQ1StUlERAREQEREBERAREQFBUqCgIiICIiAiglYnzjdmt51nWZYXygc1VfOTpn7D1XnATr6DIf5VzHtl0ySWmpoPQZnqdyw0J5eX7n6LII/RThoq5EvzFtxf0lqnkD9A97QDXut0AA6Lt/hNbG2gf8efKWKhA0E8NKF362GleTm8Fjv3ZOGG0zPkcGtLy4AkbzXzK56+NoorO+KSy0bLC8PBP36fdIG4jEDWmRKj5Mszf4/R1msUbBRjQOiWy2RxjE9zWjiSAF8uvv4ptbDG6JpHasL2OdQ0Bp3SRvaajoF8tvnae021/eLnOOQa3EfQDMrnn4rpd1z8fZdpvipBDVkJxv47ugr818n2i25tNrNC5w1Aa2uXpvKxDZTsgH3jO2ytIqIz9paJByhB7vm4q3d95PJ7K6LK5mVHWiTDJMeeM9yIa5BejHwyfqLa10eyz2gSW2VljjIq0SVMso/JCO8fM0Hmtrs1eVnitcIsFllkc2aIvtEpxSNYHd/BGwYYgW4hmTkVubk+Gwc/trZK+V5NXAE9478Ujs3dPdfQbDd0cTOziY1jaUo0Uy6aqvtmeIO8YvSr3efso/0M/8hWF5nVKIiAiIgIiICIiAiIgKCpUFAReXSAKvLaunzWyWstWHOpqsMlqoqpc48uZ+m7qvbIt+/icyrmZ/U9eXSF31OXoN6CLjn5/RZgxe2tVd4zjG1i9YVEsrW5krW2m+2jJtXHkKrPNb2RsnEBUbRbqZNBJ5Ak+y1r32h+jWtH5v3rv8gqdosTz/AFJTT8Lcvn9Fec9RduH+JlxWi1SsfFIyOgc17S4YjphybU7jrRfKb2ufsHlkkgLgd2/pqvvNrsQoQxvWpr5V3V+i+QbSbHmzzZFz431LSdRxa48Qq1gzv21FzSRuDopcfZgtfVgaZGjvYsAJpnVuuWS6u6rxtEn2N02YWdlKOmNHzP8AzPmOTfJo9VotnoGx2+BjwML3hhrkDiFB7kL7zZbI1rQxjQ1o3AUHoFGdXPg17cFc/wANWA9ra5DPIcyM8NfzOPecfZdvZLvaxoaxoa0bgKAK1NK1niI5Dj5DU9FZst2zy507Fh3uFXnyZu6rNXvms51We5rRmQtjd92ukzcCxvPxO6bltLvueKLvAFzvxPOJ3+OgC2NFH29LmPaGNoKDQey9Iih0SiIgIiICIoqglFGJMSCVFVifON2arPnJ0zVTNrLYtPmAVeS07vYLFhJ19svde2xq5mRPbXjM8vmvbIv5vWSlF4fOAnfRx7axSSBqQFUktR3Zczl6VVZwxHMl3tROWs7ItTXixv5jyVOS1zP8LQwcTr6f6WVkAGtB5fyq9mSmn+1UzGd6qNu2pxSOc488mjoM/dWGhjPCB0+qgknVQVfE9Q95PJV3xDf7q2IyeQUsjFaNBcfYea3sh+ta6yF2gy9APNULXYYQDjaZnCpwNaTSgrmAKrqG3cXeN2X4W5ep19FchsrWCjAAOQ1UX5eNnx9fl2+b1FqvSIxswATRANwluENeCTTXQL7xZbBPNm0diwnxPBxEcWs+p6FdEboh7Xt+yj7UAgPwjFnrnqrjWrld9vV/RrruuWOHMAufve84nHrTLpRbMIijtqpOCIiNEREEooqlUEosU0oaKuIA4laO37Rgd2PvH+bvqt4y2RvZJQ0VcQBzWkt+0TW91mbv5uXIXxtB3qSyd7XANR+ojwrWuvSQj7NgZXR0mvmGau60S8jnd+m9t+0r4aSSTBgPhZk4yHgGanp6rfXJfgtTCQ1zXtpjY/ulldDTeCuBu24S92P7R8h1kdkfJtKYW8gu/uTZ/sgHE9/ceR1HMJN+zMtbIR11z+SyCNYpLTQkBueY/wAimq898+I0FPL2Gq6d9N5z9WHyNG/NYjM46f68/wDfRVzIxtaZk8fosTpnOyHsn1tOxYkcN7vT+U9lg7TcBn6lBFvcf55r12lMmigVyJBHvcfQ/upx7gKLyF6DOCoeacUAWbswNSs0cROgwjifosupDiuId5NFljjJ8LepyCtR2UDM948/orAC5X5FzKrHY/xGvsPRWWsAyGS9IottVJwREWNEREBERAREQEREEONMyubvPayKOjWkVccLC7IPPBvErb3wfsX+XzXIWyxxTsMUgDg4CtQOlDTIjcrxmI1eKl734BnPLhr4WjvPfya0Z+gXPTXxPJ3YGiBprVxHaS+lcLD+qp5K9c2zWKR8RdSZlKk+KeInuuDtTTQiuVRxXbXVstHGKuFT016KNXn6iZtcNs3se4vMgDi93ikkcXk86ZCvku7sGycTDifV7uenot7GwNFAAByWuvbaGz2dpdLK0U3A1J6BTO6vI6TMy2EULW6ADosFvvGKFuKR7WjnqfIL5DtL8YpKllkja1umN1XE+Q0C4Wa2268JC1pkld941DQ0cXOcQAMj6K8/De+S7j7bd+3cE9qNnhNXOjLmnLvFniHodOS3BLiaH04L8/XVHHYLRHaHWqOSaE4+zhJkHAtMnhORIoKr9CNtLSAY9CAR5HMfsvRcfX+Of26CzjVy9mTcBRY6GuazMj5dVv4xjoSvbY6rI1udPEeSsssxPiNBwH1U3UipKrho01PAZrOyBx/KPdWo4A3QfVZFyu+qmWGKzNboM+JzKzIii+V8EREBERAREQEREBERAREQEREGK1Q42OZxBH0XFQmuIEbh03H0XdFcZf0Zilc5ujgX04/i96rpiue4pSxyAtkZ/VhJdHU0EjfvRuPBwy9DuW1n27srYRKH1qM2aOYRkWuG5w4LRXffEc1RG8OIzoDp0XCfEfZx5tEckOFrbS7C4ucGNjlAJq5xyaCK5ne1XczV8plsbDab4rySAsi+zGYy1I5lfPrTbp7QagPdXgCa0V9jLDZyBnbp+DS5sDDzIzk6UC3Vgu632ohzi2zx5YWsb2bQNcmNzO7Urr9Jiek3VaWG72xR/wD242gOGGOPsw+Q08T3HOmflkr9hua0WzuwRf8AFs1B4nOcX0rVxLs3nPyG5drdWycTCHyVlk3vkOI9BoM6rqYIaBR/pzxCTv65fZ/4f2WAVcztX5Vc/Oh5N0C727Iu4BkAMqnlX/CqWcVOFgxu300Hmdy3tju0Ad/vHh90cRT6qfvZ+qmesUTa+EFx47laZZK+M9BkFbDVK53drpMx4ZGBkMl7RFChERAREQEREBERAREQEREBERAREQEREArWX7YO1ZVvjZ3m8+Lev0WzUEJLws6+NXLcRhtr5GikbwS38pr3mkcv3W/vGwttVmfDIKh1R5EEkOHMUC6S/wC5znLGM9XtGrvzDmtPZHDRd5rvlws40Vz7JWezAdmwE08Ts3LdRtG4dVl7XEcETTI/eG6N5uJyaPNbWxbOl2c7svwMJA8nOpU9KKdX+1snWpikLnYImmR+8Nzp+p2gHmVuLNcDnZzvy/AwkDq7U9KLd2eytYMLGhreAFAs4UXS5hhs9nawBrGhoG4ZLMiKViIiAiIgIiICIiAiIgIiICIiAiIgIiICIiAiIgIiIIIVCW5oHOxOjFd+ZFfMA0PVbBEnhnGGGzMYMLGho4AUCygKURoiIgIiICIiAiIgIiICIiAiIgIiICIiAiIgIiICIiAiIg//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 name="Tekstfelt 4"/>
          <p:cNvSpPr txBox="1"/>
          <p:nvPr/>
        </p:nvSpPr>
        <p:spPr>
          <a:xfrm>
            <a:off x="1099400" y="742315"/>
            <a:ext cx="8470231" cy="1477328"/>
          </a:xfrm>
          <a:prstGeom prst="rect">
            <a:avLst/>
          </a:prstGeom>
          <a:noFill/>
        </p:spPr>
        <p:txBody>
          <a:bodyPr wrap="square" rtlCol="0">
            <a:spAutoFit/>
          </a:bodyPr>
          <a:lstStyle/>
          <a:p>
            <a:r>
              <a:rPr lang="da-DK" dirty="0">
                <a:solidFill>
                  <a:prstClr val="black"/>
                </a:solidFill>
                <a:latin typeface="Calibri" panose="020F0502020204030204"/>
              </a:rPr>
              <a:t>De usynlige linjer eller kurver der omgiver et magnetisk materiale kalder vi det magnetiske felt. Uendeligt antal feltlinjer hvor ingen krydser hinanden.</a:t>
            </a:r>
          </a:p>
          <a:p>
            <a:endParaRPr lang="da-DK" dirty="0">
              <a:solidFill>
                <a:prstClr val="black"/>
              </a:solidFill>
              <a:latin typeface="Calibri" panose="020F0502020204030204"/>
            </a:endParaRPr>
          </a:p>
          <a:p>
            <a:r>
              <a:rPr lang="da-DK" dirty="0">
                <a:solidFill>
                  <a:prstClr val="black"/>
                </a:solidFill>
                <a:latin typeface="Calibri" panose="020F0502020204030204"/>
              </a:rPr>
              <a:t>I folkeskolen lærer man/traditionelt</a:t>
            </a:r>
          </a:p>
          <a:p>
            <a:r>
              <a:rPr lang="da-DK" dirty="0">
                <a:solidFill>
                  <a:prstClr val="black"/>
                </a:solidFill>
                <a:latin typeface="Calibri" panose="020F0502020204030204"/>
              </a:rPr>
              <a:t>Magnetiske små magneter i jernet der vender samme vej</a:t>
            </a:r>
          </a:p>
        </p:txBody>
      </p:sp>
      <p:pic>
        <p:nvPicPr>
          <p:cNvPr id="8" name="Billed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1679" y="2410498"/>
            <a:ext cx="6109881" cy="3772188"/>
          </a:xfrm>
          <a:prstGeom prst="rect">
            <a:avLst/>
          </a:prstGeom>
        </p:spPr>
      </p:pic>
      <p:sp>
        <p:nvSpPr>
          <p:cNvPr id="9" name="Tekstfelt 8"/>
          <p:cNvSpPr txBox="1"/>
          <p:nvPr/>
        </p:nvSpPr>
        <p:spPr>
          <a:xfrm>
            <a:off x="7548326" y="1397089"/>
            <a:ext cx="4042610" cy="2585323"/>
          </a:xfrm>
          <a:prstGeom prst="rect">
            <a:avLst/>
          </a:prstGeom>
          <a:noFill/>
        </p:spPr>
        <p:txBody>
          <a:bodyPr wrap="square" rtlCol="0">
            <a:spAutoFit/>
          </a:bodyPr>
          <a:lstStyle/>
          <a:p>
            <a:r>
              <a:rPr lang="da-DK" dirty="0">
                <a:solidFill>
                  <a:prstClr val="black"/>
                </a:solidFill>
                <a:latin typeface="Calibri" panose="020F0502020204030204"/>
              </a:rPr>
              <a:t>I blødt jern (smedejern) vender de retur til oprindelse, når påvirkning ophører. </a:t>
            </a:r>
          </a:p>
          <a:p>
            <a:endParaRPr lang="da-DK" dirty="0">
              <a:solidFill>
                <a:prstClr val="black"/>
              </a:solidFill>
              <a:latin typeface="Calibri" panose="020F0502020204030204"/>
            </a:endParaRPr>
          </a:p>
          <a:p>
            <a:r>
              <a:rPr lang="da-DK" dirty="0">
                <a:solidFill>
                  <a:prstClr val="black"/>
                </a:solidFill>
                <a:latin typeface="Calibri" panose="020F0502020204030204"/>
              </a:rPr>
              <a:t>Hårdt stål/hærdet stål (afhængig af indholdet af kulstof) beholder magnetismen. Denne er dog svær at magnetisere. </a:t>
            </a:r>
          </a:p>
          <a:p>
            <a:r>
              <a:rPr lang="da-DK" dirty="0">
                <a:solidFill>
                  <a:prstClr val="black"/>
                </a:solidFill>
                <a:latin typeface="Calibri" panose="020F0502020204030204"/>
              </a:rPr>
              <a:t>Pga. evnen til at beholde magnetismen kaldes de for </a:t>
            </a:r>
            <a:r>
              <a:rPr lang="da-DK" b="1" dirty="0">
                <a:solidFill>
                  <a:prstClr val="black"/>
                </a:solidFill>
                <a:latin typeface="Calibri" panose="020F0502020204030204"/>
              </a:rPr>
              <a:t>permanenter magneter.</a:t>
            </a:r>
          </a:p>
        </p:txBody>
      </p:sp>
      <p:pic>
        <p:nvPicPr>
          <p:cNvPr id="10" name="Billed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1241" y="3982413"/>
            <a:ext cx="3570265" cy="2753948"/>
          </a:xfrm>
          <a:prstGeom prst="rect">
            <a:avLst/>
          </a:prstGeom>
        </p:spPr>
      </p:pic>
    </p:spTree>
    <p:extLst>
      <p:ext uri="{BB962C8B-B14F-4D97-AF65-F5344CB8AC3E}">
        <p14:creationId xmlns:p14="http://schemas.microsoft.com/office/powerpoint/2010/main" val="1446708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8" descr="data:image/jpeg;base64,/9j/4AAQSkZJRgABAQAAAQABAAD/2wCEAAkGBxQTEhUREhQUFRQUFRQVFRgXGBYUGBAWGBUXFhYXFxcYHCkgGholHBUUIjElJSkrLi4uFx8zOjMsNygtLisBCgoKDg0OFxAQGiwcHx8sLCwsLCwsLCwsLCwsLCwsNywsLCwsLCwsLDcsLCwrLCwsLCwsNywsLCwsLCssLDcsLP/AABEIAJ4BAAMBIgACEQEDEQH/xAAcAAEAAgMBAQEAAAAAAAAAAAAAAQQDBQYCBwj/xAA6EAABAwEFBQYDBwQDAQAAAAABAAIDEQQFEiExBkFRYYETIjJxkaEHsdEjQlJicsHwM4Lh8RRTsiT/xAAYAQEBAQEBAAAAAAAAAAAAAAAAAgEDBP/EAB4RAQEBAQACAwEBAAAAAAAAAAABAhEhUQMSMUET/9oADAMBAAIRAxEAPwD7giIgKVClAREQEREBERAUFSoKAiIgIiICIiAiIgIiICIiAiVWCe1NZ4iAgzqFztt2hrUQtLt1d3qcvmuavHabsXjFO4y/dhj77nf2bhzNAt/EXcfR6qVzOy21ItPckYYpQC7CSCHtGpaRqRlUbqrpWlYqVKIiNEUoghSiICIiAiIgIiICgqVBQEREBERAREQEREBEVa3WksaSwYngZNrSvmdwT9OrKqWu8WRiriMvbz4L5teO31qhl7C3Qts4fURStLnRvP4TiFa8/qq9uvvvYYo3TvB8bzhjYSK7qknPcOqqyZ/XO79Oztu0T3f0m5cTkKceJ6DquUt20EdSMTrQ8asjzDf1GtB/cVQbZJpzSRxk/IwFkY86Zu9V0l07IGgxUY3c1owrnd+k/W1y8slpnNHO7Fv/AFw5uI5yU+QC3dy7HmmTRGDqfvO8zqSu5sN0RxjJoVqSZrASaADUnIDruUW9dJhqbNs5G1op4wQ5j97HDQ/tTgtpd9pxtzoHtJa8A1wvGo+R8iFx20fxLstnBa14e/PLOg/c+y534dbfutN5yxSABs8YLMsNXxV3cS11P7AumZeHjvh9eRQ1StUlERAREQEREBERAREQFBUqCgIiICIiAiglYnzjdmt51nWZYXygc1VfOTpn7D1XnATr6DIf5VzHtl0ySWmpoPQZnqdyw0J5eX7n6LII/RThoq5EvzFtxf0lqnkD9A97QDXut0AA6Lt/hNbG2gf8efKWKhA0E8NKF362GleTm8Fjv3ZOGG0zPkcGtLy4AkbzXzK56+NoorO+KSy0bLC8PBP36fdIG4jEDWmRKj5Mszf4/R1msUbBRjQOiWy2RxjE9zWjiSAF8uvv4ptbDG6JpHasL2OdQ0Bp3SRvaajoF8tvnae021/eLnOOQa3EfQDMrnn4rpd1z8fZdpvipBDVkJxv47ugr818n2i25tNrNC5w1Aa2uXpvKxDZTsgH3jO2ytIqIz9paJByhB7vm4q3d95PJ7K6LK5mVHWiTDJMeeM9yIa5BejHwyfqLa10eyz2gSW2VljjIq0SVMso/JCO8fM0Hmtrs1eVnitcIsFllkc2aIvtEpxSNYHd/BGwYYgW4hmTkVubk+Gwc/trZK+V5NXAE9478Ujs3dPdfQbDd0cTOziY1jaUo0Uy6aqvtmeIO8YvSr3efso/0M/8hWF5nVKIiAiIgIiICIiAiIgKCpUFAReXSAKvLaunzWyWstWHOpqsMlqoqpc48uZ+m7qvbIt+/icyrmZ/U9eXSF31OXoN6CLjn5/RZgxe2tVd4zjG1i9YVEsrW5krW2m+2jJtXHkKrPNb2RsnEBUbRbqZNBJ5Ak+y1r32h+jWtH5v3rv8gqdosTz/AFJTT8Lcvn9Fec9RduH+JlxWi1SsfFIyOgc17S4YjphybU7jrRfKb2ufsHlkkgLgd2/pqvvNrsQoQxvWpr5V3V+i+QbSbHmzzZFz431LSdRxa48Qq1gzv21FzSRuDopcfZgtfVgaZGjvYsAJpnVuuWS6u6rxtEn2N02YWdlKOmNHzP8AzPmOTfJo9VotnoGx2+BjwML3hhrkDiFB7kL7zZbI1rQxjQ1o3AUHoFGdXPg17cFc/wANWA9ra5DPIcyM8NfzOPecfZdvZLvaxoaxoa0bgKAK1NK1niI5Dj5DU9FZst2zy507Fh3uFXnyZu6rNXvms51We5rRmQtjd92ukzcCxvPxO6bltLvueKLvAFzvxPOJ3+OgC2NFH29LmPaGNoKDQey9Iih0SiIgIiICIoqglFGJMSCVFVifON2arPnJ0zVTNrLYtPmAVeS07vYLFhJ19svde2xq5mRPbXjM8vmvbIv5vWSlF4fOAnfRx7axSSBqQFUktR3Zczl6VVZwxHMl3tROWs7ItTXixv5jyVOS1zP8LQwcTr6f6WVkAGtB5fyq9mSmn+1UzGd6qNu2pxSOc488mjoM/dWGhjPCB0+qgknVQVfE9Q95PJV3xDf7q2IyeQUsjFaNBcfYea3sh+ta6yF2gy9APNULXYYQDjaZnCpwNaTSgrmAKrqG3cXeN2X4W5ep19FchsrWCjAAOQ1UX5eNnx9fl2+b1FqvSIxswATRANwluENeCTTXQL7xZbBPNm0diwnxPBxEcWs+p6FdEboh7Xt+yj7UAgPwjFnrnqrjWrld9vV/RrruuWOHMAufve84nHrTLpRbMIijtqpOCIiNEREEooqlUEosU0oaKuIA4laO37Rgd2PvH+bvqt4y2RvZJQ0VcQBzWkt+0TW91mbv5uXIXxtB3qSyd7XANR+ojwrWuvSQj7NgZXR0mvmGau60S8jnd+m9t+0r4aSSTBgPhZk4yHgGanp6rfXJfgtTCQ1zXtpjY/ulldDTeCuBu24S92P7R8h1kdkfJtKYW8gu/uTZ/sgHE9/ceR1HMJN+zMtbIR11z+SyCNYpLTQkBueY/wAimq898+I0FPL2Gq6d9N5z9WHyNG/NYjM46f68/wDfRVzIxtaZk8fosTpnOyHsn1tOxYkcN7vT+U9lg7TcBn6lBFvcf55r12lMmigVyJBHvcfQ/upx7gKLyF6DOCoeacUAWbswNSs0cROgwjifosupDiuId5NFljjJ8LepyCtR2UDM948/orAC5X5FzKrHY/xGvsPRWWsAyGS9IottVJwREWNEREBERAREQEREEONMyubvPayKOjWkVccLC7IPPBvErb3wfsX+XzXIWyxxTsMUgDg4CtQOlDTIjcrxmI1eKl734BnPLhr4WjvPfya0Z+gXPTXxPJ3YGiBprVxHaS+lcLD+qp5K9c2zWKR8RdSZlKk+KeInuuDtTTQiuVRxXbXVstHGKuFT016KNXn6iZtcNs3se4vMgDi93ikkcXk86ZCvku7sGycTDifV7uenot7GwNFAAByWuvbaGz2dpdLK0U3A1J6BTO6vI6TMy2EULW6ADosFvvGKFuKR7WjnqfIL5DtL8YpKllkja1umN1XE+Q0C4Wa2268JC1pkld941DQ0cXOcQAMj6K8/De+S7j7bd+3cE9qNnhNXOjLmnLvFniHodOS3BLiaH04L8/XVHHYLRHaHWqOSaE4+zhJkHAtMnhORIoKr9CNtLSAY9CAR5HMfsvRcfX+Of26CzjVy9mTcBRY6GuazMj5dVv4xjoSvbY6rI1udPEeSsssxPiNBwH1U3UipKrho01PAZrOyBx/KPdWo4A3QfVZFyu+qmWGKzNboM+JzKzIii+V8EREBERAREQEREBERAREQEREGK1Q42OZxBH0XFQmuIEbh03H0XdFcZf0Zilc5ujgX04/i96rpiue4pSxyAtkZ/VhJdHU0EjfvRuPBwy9DuW1n27srYRKH1qM2aOYRkWuG5w4LRXffEc1RG8OIzoDp0XCfEfZx5tEckOFrbS7C4ucGNjlAJq5xyaCK5ne1XczV8plsbDab4rySAsi+zGYy1I5lfPrTbp7QagPdXgCa0V9jLDZyBnbp+DS5sDDzIzk6UC3Vgu632ohzi2zx5YWsb2bQNcmNzO7Urr9Jiek3VaWG72xR/wD242gOGGOPsw+Q08T3HOmflkr9hua0WzuwRf8AFs1B4nOcX0rVxLs3nPyG5drdWycTCHyVlk3vkOI9BoM6rqYIaBR/pzxCTv65fZ/4f2WAVcztX5Vc/Oh5N0C727Iu4BkAMqnlX/CqWcVOFgxu300Hmdy3tju0Ad/vHh90cRT6qfvZ+qmesUTa+EFx47laZZK+M9BkFbDVK53drpMx4ZGBkMl7RFChERAREQEREBERAREQEREBERAREQEREArWX7YO1ZVvjZ3m8+Lev0WzUEJLws6+NXLcRhtr5GikbwS38pr3mkcv3W/vGwttVmfDIKh1R5EEkOHMUC6S/wC5znLGM9XtGrvzDmtPZHDRd5rvlws40Vz7JWezAdmwE08Ts3LdRtG4dVl7XEcETTI/eG6N5uJyaPNbWxbOl2c7svwMJA8nOpU9KKdX+1snWpikLnYImmR+8Nzp+p2gHmVuLNcDnZzvy/AwkDq7U9KLd2eytYMLGhreAFAs4UXS5hhs9nawBrGhoG4ZLMiKViIiAiIgIiICIiAiIgIiICIiAiIgIiICIiAiIgIiIIIVCW5oHOxOjFd+ZFfMA0PVbBEnhnGGGzMYMLGho4AUCygKURoiIgIiICIiAiIgIiICIiAiIgIiICIiAiIgIiICIiAiIg//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 name="AutoShape 10" descr="data:image/jpeg;base64,/9j/4AAQSkZJRgABAQAAAQABAAD/2wCEAAkGBxQTEhUREhQUFRQUFRQVFRgXGBYUGBAWGBUXFhYXFxcYHCkgGholHBUUIjElJSkrLi4uFx8zOjMsNygtLisBCgoKDg0OFxAQGiwcHx8sLCwsLCwsLCwsLCwsLCwsNywsLCwsLCwsLDcsLCwrLCwsLCwsNywsLCwsLCssLDcsLP/AABEIAJ4BAAMBIgACEQEDEQH/xAAcAAEAAgMBAQEAAAAAAAAAAAAAAQQDBQYCBwj/xAA6EAABAwEFBQYDBwQDAQAAAAABAAIDEQQFEiExBkFRYYETIjJxkaEHsdEjQlJicsHwM4Lh8RRTsiT/xAAYAQEBAQEBAAAAAAAAAAAAAAAAAgEDBP/EAB4RAQEBAQACAwEBAAAAAAAAAAABAhEhUQMSMUET/9oADAMBAAIRAxEAPwD7giIgKVClAREQEREBERAUFSoKAiIgIiICIiAiIgIiICIiAiVWCe1NZ4iAgzqFztt2hrUQtLt1d3qcvmuavHabsXjFO4y/dhj77nf2bhzNAt/EXcfR6qVzOy21ItPckYYpQC7CSCHtGpaRqRlUbqrpWlYqVKIiNEUoghSiICIiAiIgIiICgqVBQEREBERAREQEREBEVa3WksaSwYngZNrSvmdwT9OrKqWu8WRiriMvbz4L5teO31qhl7C3Qts4fURStLnRvP4TiFa8/qq9uvvvYYo3TvB8bzhjYSK7qknPcOqqyZ/XO79Oztu0T3f0m5cTkKceJ6DquUt20EdSMTrQ8asjzDf1GtB/cVQbZJpzSRxk/IwFkY86Zu9V0l07IGgxUY3c1owrnd+k/W1y8slpnNHO7Fv/AFw5uI5yU+QC3dy7HmmTRGDqfvO8zqSu5sN0RxjJoVqSZrASaADUnIDruUW9dJhqbNs5G1op4wQ5j97HDQ/tTgtpd9pxtzoHtJa8A1wvGo+R8iFx20fxLstnBa14e/PLOg/c+y534dbfutN5yxSABs8YLMsNXxV3cS11P7AumZeHjvh9eRQ1StUlERAREQEREBERAREQFBUqCgIiICIiAiglYnzjdmt51nWZYXygc1VfOTpn7D1XnATr6DIf5VzHtl0ySWmpoPQZnqdyw0J5eX7n6LII/RThoq5EvzFtxf0lqnkD9A97QDXut0AA6Lt/hNbG2gf8efKWKhA0E8NKF362GleTm8Fjv3ZOGG0zPkcGtLy4AkbzXzK56+NoorO+KSy0bLC8PBP36fdIG4jEDWmRKj5Mszf4/R1msUbBRjQOiWy2RxjE9zWjiSAF8uvv4ptbDG6JpHasL2OdQ0Bp3SRvaajoF8tvnae021/eLnOOQa3EfQDMrnn4rpd1z8fZdpvipBDVkJxv47ugr818n2i25tNrNC5w1Aa2uXpvKxDZTsgH3jO2ytIqIz9paJByhB7vm4q3d95PJ7K6LK5mVHWiTDJMeeM9yIa5BejHwyfqLa10eyz2gSW2VljjIq0SVMso/JCO8fM0Hmtrs1eVnitcIsFllkc2aIvtEpxSNYHd/BGwYYgW4hmTkVubk+Gwc/trZK+V5NXAE9478Ujs3dPdfQbDd0cTOziY1jaUo0Uy6aqvtmeIO8YvSr3efso/0M/8hWF5nVKIiAiIgIiICIiAiIgKCpUFAReXSAKvLaunzWyWstWHOpqsMlqoqpc48uZ+m7qvbIt+/icyrmZ/U9eXSF31OXoN6CLjn5/RZgxe2tVd4zjG1i9YVEsrW5krW2m+2jJtXHkKrPNb2RsnEBUbRbqZNBJ5Ak+y1r32h+jWtH5v3rv8gqdosTz/AFJTT8Lcvn9Fec9RduH+JlxWi1SsfFIyOgc17S4YjphybU7jrRfKb2ufsHlkkgLgd2/pqvvNrsQoQxvWpr5V3V+i+QbSbHmzzZFz431LSdRxa48Qq1gzv21FzSRuDopcfZgtfVgaZGjvYsAJpnVuuWS6u6rxtEn2N02YWdlKOmNHzP8AzPmOTfJo9VotnoGx2+BjwML3hhrkDiFB7kL7zZbI1rQxjQ1o3AUHoFGdXPg17cFc/wANWA9ra5DPIcyM8NfzOPecfZdvZLvaxoaxoa0bgKAK1NK1niI5Dj5DU9FZst2zy507Fh3uFXnyZu6rNXvms51We5rRmQtjd92ukzcCxvPxO6bltLvueKLvAFzvxPOJ3+OgC2NFH29LmPaGNoKDQey9Iih0SiIgIiICIoqglFGJMSCVFVifON2arPnJ0zVTNrLYtPmAVeS07vYLFhJ19svde2xq5mRPbXjM8vmvbIv5vWSlF4fOAnfRx7axSSBqQFUktR3Zczl6VVZwxHMl3tROWs7ItTXixv5jyVOS1zP8LQwcTr6f6WVkAGtB5fyq9mSmn+1UzGd6qNu2pxSOc488mjoM/dWGhjPCB0+qgknVQVfE9Q95PJV3xDf7q2IyeQUsjFaNBcfYea3sh+ta6yF2gy9APNULXYYQDjaZnCpwNaTSgrmAKrqG3cXeN2X4W5ep19FchsrWCjAAOQ1UX5eNnx9fl2+b1FqvSIxswATRANwluENeCTTXQL7xZbBPNm0diwnxPBxEcWs+p6FdEboh7Xt+yj7UAgPwjFnrnqrjWrld9vV/RrruuWOHMAufve84nHrTLpRbMIijtqpOCIiNEREEooqlUEosU0oaKuIA4laO37Rgd2PvH+bvqt4y2RvZJQ0VcQBzWkt+0TW91mbv5uXIXxtB3qSyd7XANR+ojwrWuvSQj7NgZXR0mvmGau60S8jnd+m9t+0r4aSSTBgPhZk4yHgGanp6rfXJfgtTCQ1zXtpjY/ulldDTeCuBu24S92P7R8h1kdkfJtKYW8gu/uTZ/sgHE9/ceR1HMJN+zMtbIR11z+SyCNYpLTQkBueY/wAimq898+I0FPL2Gq6d9N5z9WHyNG/NYjM46f68/wDfRVzIxtaZk8fosTpnOyHsn1tOxYkcN7vT+U9lg7TcBn6lBFvcf55r12lMmigVyJBHvcfQ/upx7gKLyF6DOCoeacUAWbswNSs0cROgwjifosupDiuId5NFljjJ8LepyCtR2UDM948/orAC5X5FzKrHY/xGvsPRWWsAyGS9IottVJwREWNEREBERAREQEREEONMyubvPayKOjWkVccLC7IPPBvErb3wfsX+XzXIWyxxTsMUgDg4CtQOlDTIjcrxmI1eKl734BnPLhr4WjvPfya0Z+gXPTXxPJ3YGiBprVxHaS+lcLD+qp5K9c2zWKR8RdSZlKk+KeInuuDtTTQiuVRxXbXVstHGKuFT016KNXn6iZtcNs3se4vMgDi93ikkcXk86ZCvku7sGycTDifV7uenot7GwNFAAByWuvbaGz2dpdLK0U3A1J6BTO6vI6TMy2EULW6ADosFvvGKFuKR7WjnqfIL5DtL8YpKllkja1umN1XE+Q0C4Wa2268JC1pkld941DQ0cXOcQAMj6K8/De+S7j7bd+3cE9qNnhNXOjLmnLvFniHodOS3BLiaH04L8/XVHHYLRHaHWqOSaE4+zhJkHAtMnhORIoKr9CNtLSAY9CAR5HMfsvRcfX+Of26CzjVy9mTcBRY6GuazMj5dVv4xjoSvbY6rI1udPEeSsssxPiNBwH1U3UipKrho01PAZrOyBx/KPdWo4A3QfVZFyu+qmWGKzNboM+JzKzIii+V8EREBERAREQEREBERAREQEREGK1Q42OZxBH0XFQmuIEbh03H0XdFcZf0Zilc5ujgX04/i96rpiue4pSxyAtkZ/VhJdHU0EjfvRuPBwy9DuW1n27srYRKH1qM2aOYRkWuG5w4LRXffEc1RG8OIzoDp0XCfEfZx5tEckOFrbS7C4ucGNjlAJq5xyaCK5ne1XczV8plsbDab4rySAsi+zGYy1I5lfPrTbp7QagPdXgCa0V9jLDZyBnbp+DS5sDDzIzk6UC3Vgu632ohzi2zx5YWsb2bQNcmNzO7Urr9Jiek3VaWG72xR/wD242gOGGOPsw+Q08T3HOmflkr9hua0WzuwRf8AFs1B4nOcX0rVxLs3nPyG5drdWycTCHyVlk3vkOI9BoM6rqYIaBR/pzxCTv65fZ/4f2WAVcztX5Vc/Oh5N0C727Iu4BkAMqnlX/CqWcVOFgxu300Hmdy3tju0Ad/vHh90cRT6qfvZ+qmesUTa+EFx47laZZK+M9BkFbDVK53drpMx4ZGBkMl7RFChERAREQEREBERAREQEREBERAREQEREArWX7YO1ZVvjZ3m8+Lev0WzUEJLws6+NXLcRhtr5GikbwS38pr3mkcv3W/vGwttVmfDIKh1R5EEkOHMUC6S/wC5znLGM9XtGrvzDmtPZHDRd5rvlws40Vz7JWezAdmwE08Ts3LdRtG4dVl7XEcETTI/eG6N5uJyaPNbWxbOl2c7svwMJA8nOpU9KKdX+1snWpikLnYImmR+8Nzp+p2gHmVuLNcDnZzvy/AwkDq7U9KLd2eytYMLGhreAFAs4UXS5hhs9nawBrGhoG4ZLMiKViIiAiIgIiICIiAiIgIiICIiAiIgIiICIiAiIgIiIIIVCW5oHOxOjFd+ZFfMA0PVbBEnhnGGGzMYMLGho4AUCygKURoiIgIiICIiAiIgIiICIiAiIgIiICIiAiIgIiICIiAiIg//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 name="Tekstfelt 4"/>
          <p:cNvSpPr txBox="1"/>
          <p:nvPr/>
        </p:nvSpPr>
        <p:spPr>
          <a:xfrm>
            <a:off x="765175" y="220763"/>
            <a:ext cx="10804358" cy="1292662"/>
          </a:xfrm>
          <a:prstGeom prst="rect">
            <a:avLst/>
          </a:prstGeom>
          <a:noFill/>
        </p:spPr>
        <p:txBody>
          <a:bodyPr wrap="square" rtlCol="0">
            <a:spAutoFit/>
          </a:bodyPr>
          <a:lstStyle/>
          <a:p>
            <a:r>
              <a:rPr lang="da-DK" sz="2400" b="1" dirty="0">
                <a:solidFill>
                  <a:prstClr val="black"/>
                </a:solidFill>
                <a:latin typeface="Calibri" panose="020F0502020204030204"/>
              </a:rPr>
              <a:t>Hvad så nu?</a:t>
            </a:r>
          </a:p>
          <a:p>
            <a:r>
              <a:rPr lang="da-DK" dirty="0">
                <a:solidFill>
                  <a:prstClr val="black"/>
                </a:solidFill>
                <a:latin typeface="Calibri" panose="020F0502020204030204"/>
              </a:rPr>
              <a:t>I dag beskrives magnetismen som en ”virkning af elektronernes spin om egen akse og om atomkernen”.</a:t>
            </a:r>
          </a:p>
          <a:p>
            <a:endParaRPr lang="da-DK" dirty="0">
              <a:solidFill>
                <a:prstClr val="black"/>
              </a:solidFill>
              <a:latin typeface="Calibri" panose="020F0502020204030204"/>
            </a:endParaRPr>
          </a:p>
          <a:p>
            <a:r>
              <a:rPr lang="da-DK" dirty="0">
                <a:solidFill>
                  <a:prstClr val="black"/>
                </a:solidFill>
                <a:latin typeface="Calibri" panose="020F0502020204030204"/>
              </a:rPr>
              <a:t>Med andre ord. En elektron der drejer rundt opfører sig som en lille magnet!</a:t>
            </a:r>
          </a:p>
        </p:txBody>
      </p:sp>
      <p:pic>
        <p:nvPicPr>
          <p:cNvPr id="8" name="Billed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6581" y="1902677"/>
            <a:ext cx="3625766" cy="2505075"/>
          </a:xfrm>
          <a:prstGeom prst="rect">
            <a:avLst/>
          </a:prstGeom>
        </p:spPr>
      </p:pic>
      <p:pic>
        <p:nvPicPr>
          <p:cNvPr id="9" name="Billed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985" y="1902677"/>
            <a:ext cx="5805103" cy="4081713"/>
          </a:xfrm>
          <a:prstGeom prst="rect">
            <a:avLst/>
          </a:prstGeom>
        </p:spPr>
      </p:pic>
    </p:spTree>
    <p:extLst>
      <p:ext uri="{BB962C8B-B14F-4D97-AF65-F5344CB8AC3E}">
        <p14:creationId xmlns:p14="http://schemas.microsoft.com/office/powerpoint/2010/main" val="2217911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8" descr="data:image/jpeg;base64,/9j/4AAQSkZJRgABAQAAAQABAAD/2wCEAAkGBxQTEhUREhQUFRQUFRQVFRgXGBYUGBAWGBUXFhYXFxcYHCkgGholHBUUIjElJSkrLi4uFx8zOjMsNygtLisBCgoKDg0OFxAQGiwcHx8sLCwsLCwsLCwsLCwsLCwsNywsLCwsLCwsLDcsLCwrLCwsLCwsNywsLCwsLCssLDcsLP/AABEIAJ4BAAMBIgACEQEDEQH/xAAcAAEAAgMBAQEAAAAAAAAAAAAAAQQDBQYCBwj/xAA6EAABAwEFBQYDBwQDAQAAAAABAAIDEQQFEiExBkFRYYETIjJxkaEHsdEjQlJicsHwM4Lh8RRTsiT/xAAYAQEBAQEBAAAAAAAAAAAAAAAAAgEDBP/EAB4RAQEBAQACAwEBAAAAAAAAAAABAhEhUQMSMUET/9oADAMBAAIRAxEAPwD7giIgKVClAREQEREBERAUFSoKAiIgIiICIiAiIgIiICIiAiVWCe1NZ4iAgzqFztt2hrUQtLt1d3qcvmuavHabsXjFO4y/dhj77nf2bhzNAt/EXcfR6qVzOy21ItPckYYpQC7CSCHtGpaRqRlUbqrpWlYqVKIiNEUoghSiICIiAiIgIiICgqVBQEREBERAREQEREBEVa3WksaSwYngZNrSvmdwT9OrKqWu8WRiriMvbz4L5teO31qhl7C3Qts4fURStLnRvP4TiFa8/qq9uvvvYYo3TvB8bzhjYSK7qknPcOqqyZ/XO79Oztu0T3f0m5cTkKceJ6DquUt20EdSMTrQ8asjzDf1GtB/cVQbZJpzSRxk/IwFkY86Zu9V0l07IGgxUY3c1owrnd+k/W1y8slpnNHO7Fv/AFw5uI5yU+QC3dy7HmmTRGDqfvO8zqSu5sN0RxjJoVqSZrASaADUnIDruUW9dJhqbNs5G1op4wQ5j97HDQ/tTgtpd9pxtzoHtJa8A1wvGo+R8iFx20fxLstnBa14e/PLOg/c+y534dbfutN5yxSABs8YLMsNXxV3cS11P7AumZeHjvh9eRQ1StUlERAREQEREBERAREQFBUqCgIiICIiAiglYnzjdmt51nWZYXygc1VfOTpn7D1XnATr6DIf5VzHtl0ySWmpoPQZnqdyw0J5eX7n6LII/RThoq5EvzFtxf0lqnkD9A97QDXut0AA6Lt/hNbG2gf8efKWKhA0E8NKF362GleTm8Fjv3ZOGG0zPkcGtLy4AkbzXzK56+NoorO+KSy0bLC8PBP36fdIG4jEDWmRKj5Mszf4/R1msUbBRjQOiWy2RxjE9zWjiSAF8uvv4ptbDG6JpHasL2OdQ0Bp3SRvaajoF8tvnae021/eLnOOQa3EfQDMrnn4rpd1z8fZdpvipBDVkJxv47ugr818n2i25tNrNC5w1Aa2uXpvKxDZTsgH3jO2ytIqIz9paJByhB7vm4q3d95PJ7K6LK5mVHWiTDJMeeM9yIa5BejHwyfqLa10eyz2gSW2VljjIq0SVMso/JCO8fM0Hmtrs1eVnitcIsFllkc2aIvtEpxSNYHd/BGwYYgW4hmTkVubk+Gwc/trZK+V5NXAE9478Ujs3dPdfQbDd0cTOziY1jaUo0Uy6aqvtmeIO8YvSr3efso/0M/8hWF5nVKIiAiIgIiICIiAiIgKCpUFAReXSAKvLaunzWyWstWHOpqsMlqoqpc48uZ+m7qvbIt+/icyrmZ/U9eXSF31OXoN6CLjn5/RZgxe2tVd4zjG1i9YVEsrW5krW2m+2jJtXHkKrPNb2RsnEBUbRbqZNBJ5Ak+y1r32h+jWtH5v3rv8gqdosTz/AFJTT8Lcvn9Fec9RduH+JlxWi1SsfFIyOgc17S4YjphybU7jrRfKb2ufsHlkkgLgd2/pqvvNrsQoQxvWpr5V3V+i+QbSbHmzzZFz431LSdRxa48Qq1gzv21FzSRuDopcfZgtfVgaZGjvYsAJpnVuuWS6u6rxtEn2N02YWdlKOmNHzP8AzPmOTfJo9VotnoGx2+BjwML3hhrkDiFB7kL7zZbI1rQxjQ1o3AUHoFGdXPg17cFc/wANWA9ra5DPIcyM8NfzOPecfZdvZLvaxoaxoa0bgKAK1NK1niI5Dj5DU9FZst2zy507Fh3uFXnyZu6rNXvms51We5rRmQtjd92ukzcCxvPxO6bltLvueKLvAFzvxPOJ3+OgC2NFH29LmPaGNoKDQey9Iih0SiIgIiICIoqglFGJMSCVFVifON2arPnJ0zVTNrLYtPmAVeS07vYLFhJ19svde2xq5mRPbXjM8vmvbIv5vWSlF4fOAnfRx7axSSBqQFUktR3Zczl6VVZwxHMl3tROWs7ItTXixv5jyVOS1zP8LQwcTr6f6WVkAGtB5fyq9mSmn+1UzGd6qNu2pxSOc488mjoM/dWGhjPCB0+qgknVQVfE9Q95PJV3xDf7q2IyeQUsjFaNBcfYea3sh+ta6yF2gy9APNULXYYQDjaZnCpwNaTSgrmAKrqG3cXeN2X4W5ep19FchsrWCjAAOQ1UX5eNnx9fl2+b1FqvSIxswATRANwluENeCTTXQL7xZbBPNm0diwnxPBxEcWs+p6FdEboh7Xt+yj7UAgPwjFnrnqrjWrld9vV/RrruuWOHMAufve84nHrTLpRbMIijtqpOCIiNEREEooqlUEosU0oaKuIA4laO37Rgd2PvH+bvqt4y2RvZJQ0VcQBzWkt+0TW91mbv5uXIXxtB3qSyd7XANR+ojwrWuvSQj7NgZXR0mvmGau60S8jnd+m9t+0r4aSSTBgPhZk4yHgGanp6rfXJfgtTCQ1zXtpjY/ulldDTeCuBu24S92P7R8h1kdkfJtKYW8gu/uTZ/sgHE9/ceR1HMJN+zMtbIR11z+SyCNYpLTQkBueY/wAimq898+I0FPL2Gq6d9N5z9WHyNG/NYjM46f68/wDfRVzIxtaZk8fosTpnOyHsn1tOxYkcN7vT+U9lg7TcBn6lBFvcf55r12lMmigVyJBHvcfQ/upx7gKLyF6DOCoeacUAWbswNSs0cROgwjifosupDiuId5NFljjJ8LepyCtR2UDM948/orAC5X5FzKrHY/xGvsPRWWsAyGS9IottVJwREWNEREBERAREQEREEONMyubvPayKOjWkVccLC7IPPBvErb3wfsX+XzXIWyxxTsMUgDg4CtQOlDTIjcrxmI1eKl734BnPLhr4WjvPfya0Z+gXPTXxPJ3YGiBprVxHaS+lcLD+qp5K9c2zWKR8RdSZlKk+KeInuuDtTTQiuVRxXbXVstHGKuFT016KNXn6iZtcNs3se4vMgDi93ikkcXk86ZCvku7sGycTDifV7uenot7GwNFAAByWuvbaGz2dpdLK0U3A1J6BTO6vI6TMy2EULW6ADosFvvGKFuKR7WjnqfIL5DtL8YpKllkja1umN1XE+Q0C4Wa2268JC1pkld941DQ0cXOcQAMj6K8/De+S7j7bd+3cE9qNnhNXOjLmnLvFniHodOS3BLiaH04L8/XVHHYLRHaHWqOSaE4+zhJkHAtMnhORIoKr9CNtLSAY9CAR5HMfsvRcfX+Of26CzjVy9mTcBRY6GuazMj5dVv4xjoSvbY6rI1udPEeSsssxPiNBwH1U3UipKrho01PAZrOyBx/KPdWo4A3QfVZFyu+qmWGKzNboM+JzKzIii+V8EREBERAREQEREBERAREQEREGK1Q42OZxBH0XFQmuIEbh03H0XdFcZf0Zilc5ujgX04/i96rpiue4pSxyAtkZ/VhJdHU0EjfvRuPBwy9DuW1n27srYRKH1qM2aOYRkWuG5w4LRXffEc1RG8OIzoDp0XCfEfZx5tEckOFrbS7C4ucGNjlAJq5xyaCK5ne1XczV8plsbDab4rySAsi+zGYy1I5lfPrTbp7QagPdXgCa0V9jLDZyBnbp+DS5sDDzIzk6UC3Vgu632ohzi2zx5YWsb2bQNcmNzO7Urr9Jiek3VaWG72xR/wD242gOGGOPsw+Q08T3HOmflkr9hua0WzuwRf8AFs1B4nOcX0rVxLs3nPyG5drdWycTCHyVlk3vkOI9BoM6rqYIaBR/pzxCTv65fZ/4f2WAVcztX5Vc/Oh5N0C727Iu4BkAMqnlX/CqWcVOFgxu300Hmdy3tju0Ad/vHh90cRT6qfvZ+qmesUTa+EFx47laZZK+M9BkFbDVK53drpMx4ZGBkMl7RFChERAREQEREBERAREQEREBERAREQEREArWX7YO1ZVvjZ3m8+Lev0WzUEJLws6+NXLcRhtr5GikbwS38pr3mkcv3W/vGwttVmfDIKh1R5EEkOHMUC6S/wC5znLGM9XtGrvzDmtPZHDRd5rvlws40Vz7JWezAdmwE08Ts3LdRtG4dVl7XEcETTI/eG6N5uJyaPNbWxbOl2c7svwMJA8nOpU9KKdX+1snWpikLnYImmR+8Nzp+p2gHmVuLNcDnZzvy/AwkDq7U9KLd2eytYMLGhreAFAs4UXS5hhs9nawBrGhoG4ZLMiKViIiAiIgIiICIiAiIgIiICIiAiIgIiICIiAiIgIiIIIVCW5oHOxOjFd+ZFfMA0PVbBEnhnGGGzMYMLGho4AUCygKURoiIgIiICIiAiIgIiICIiAiIgIiICIiAiIgIiICIiAiIg//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 name="AutoShape 10" descr="data:image/jpeg;base64,/9j/4AAQSkZJRgABAQAAAQABAAD/2wCEAAkGBxQTEhUREhQUFRQUFRQVFRgXGBYUGBAWGBUXFhYXFxcYHCkgGholHBUUIjElJSkrLi4uFx8zOjMsNygtLisBCgoKDg0OFxAQGiwcHx8sLCwsLCwsLCwsLCwsLCwsNywsLCwsLCwsLDcsLCwrLCwsLCwsNywsLCwsLCssLDcsLP/AABEIAJ4BAAMBIgACEQEDEQH/xAAcAAEAAgMBAQEAAAAAAAAAAAAAAQQDBQYCBwj/xAA6EAABAwEFBQYDBwQDAQAAAAABAAIDEQQFEiExBkFRYYETIjJxkaEHsdEjQlJicsHwM4Lh8RRTsiT/xAAYAQEBAQEBAAAAAAAAAAAAAAAAAgEDBP/EAB4RAQEBAQACAwEBAAAAAAAAAAABAhEhUQMSMUET/9oADAMBAAIRAxEAPwD7giIgKVClAREQEREBERAUFSoKAiIgIiICIiAiIgIiICIiAiVWCe1NZ4iAgzqFztt2hrUQtLt1d3qcvmuavHabsXjFO4y/dhj77nf2bhzNAt/EXcfR6qVzOy21ItPckYYpQC7CSCHtGpaRqRlUbqrpWlYqVKIiNEUoghSiICIiAiIgIiICgqVBQEREBERAREQEREBEVa3WksaSwYngZNrSvmdwT9OrKqWu8WRiriMvbz4L5teO31qhl7C3Qts4fURStLnRvP4TiFa8/qq9uvvvYYo3TvB8bzhjYSK7qknPcOqqyZ/XO79Oztu0T3f0m5cTkKceJ6DquUt20EdSMTrQ8asjzDf1GtB/cVQbZJpzSRxk/IwFkY86Zu9V0l07IGgxUY3c1owrnd+k/W1y8slpnNHO7Fv/AFw5uI5yU+QC3dy7HmmTRGDqfvO8zqSu5sN0RxjJoVqSZrASaADUnIDruUW9dJhqbNs5G1op4wQ5j97HDQ/tTgtpd9pxtzoHtJa8A1wvGo+R8iFx20fxLstnBa14e/PLOg/c+y534dbfutN5yxSABs8YLMsNXxV3cS11P7AumZeHjvh9eRQ1StUlERAREQEREBERAREQFBUqCgIiICIiAiglYnzjdmt51nWZYXygc1VfOTpn7D1XnATr6DIf5VzHtl0ySWmpoPQZnqdyw0J5eX7n6LII/RThoq5EvzFtxf0lqnkD9A97QDXut0AA6Lt/hNbG2gf8efKWKhA0E8NKF362GleTm8Fjv3ZOGG0zPkcGtLy4AkbzXzK56+NoorO+KSy0bLC8PBP36fdIG4jEDWmRKj5Mszf4/R1msUbBRjQOiWy2RxjE9zWjiSAF8uvv4ptbDG6JpHasL2OdQ0Bp3SRvaajoF8tvnae021/eLnOOQa3EfQDMrnn4rpd1z8fZdpvipBDVkJxv47ugr818n2i25tNrNC5w1Aa2uXpvKxDZTsgH3jO2ytIqIz9paJByhB7vm4q3d95PJ7K6LK5mVHWiTDJMeeM9yIa5BejHwyfqLa10eyz2gSW2VljjIq0SVMso/JCO8fM0Hmtrs1eVnitcIsFllkc2aIvtEpxSNYHd/BGwYYgW4hmTkVubk+Gwc/trZK+V5NXAE9478Ujs3dPdfQbDd0cTOziY1jaUo0Uy6aqvtmeIO8YvSr3efso/0M/8hWF5nVKIiAiIgIiICIiAiIgKCpUFAReXSAKvLaunzWyWstWHOpqsMlqoqpc48uZ+m7qvbIt+/icyrmZ/U9eXSF31OXoN6CLjn5/RZgxe2tVd4zjG1i9YVEsrW5krW2m+2jJtXHkKrPNb2RsnEBUbRbqZNBJ5Ak+y1r32h+jWtH5v3rv8gqdosTz/AFJTT8Lcvn9Fec9RduH+JlxWi1SsfFIyOgc17S4YjphybU7jrRfKb2ufsHlkkgLgd2/pqvvNrsQoQxvWpr5V3V+i+QbSbHmzzZFz431LSdRxa48Qq1gzv21FzSRuDopcfZgtfVgaZGjvYsAJpnVuuWS6u6rxtEn2N02YWdlKOmNHzP8AzPmOTfJo9VotnoGx2+BjwML3hhrkDiFB7kL7zZbI1rQxjQ1o3AUHoFGdXPg17cFc/wANWA9ra5DPIcyM8NfzOPecfZdvZLvaxoaxoa0bgKAK1NK1niI5Dj5DU9FZst2zy507Fh3uFXnyZu6rNXvms51We5rRmQtjd92ukzcCxvPxO6bltLvueKLvAFzvxPOJ3+OgC2NFH29LmPaGNoKDQey9Iih0SiIgIiICIoqglFGJMSCVFVifON2arPnJ0zVTNrLYtPmAVeS07vYLFhJ19svde2xq5mRPbXjM8vmvbIv5vWSlF4fOAnfRx7axSSBqQFUktR3Zczl6VVZwxHMl3tROWs7ItTXixv5jyVOS1zP8LQwcTr6f6WVkAGtB5fyq9mSmn+1UzGd6qNu2pxSOc488mjoM/dWGhjPCB0+qgknVQVfE9Q95PJV3xDf7q2IyeQUsjFaNBcfYea3sh+ta6yF2gy9APNULXYYQDjaZnCpwNaTSgrmAKrqG3cXeN2X4W5ep19FchsrWCjAAOQ1UX5eNnx9fl2+b1FqvSIxswATRANwluENeCTTXQL7xZbBPNm0diwnxPBxEcWs+p6FdEboh7Xt+yj7UAgPwjFnrnqrjWrld9vV/RrruuWOHMAufve84nHrTLpRbMIijtqpOCIiNEREEooqlUEosU0oaKuIA4laO37Rgd2PvH+bvqt4y2RvZJQ0VcQBzWkt+0TW91mbv5uXIXxtB3qSyd7XANR+ojwrWuvSQj7NgZXR0mvmGau60S8jnd+m9t+0r4aSSTBgPhZk4yHgGanp6rfXJfgtTCQ1zXtpjY/ulldDTeCuBu24S92P7R8h1kdkfJtKYW8gu/uTZ/sgHE9/ceR1HMJN+zMtbIR11z+SyCNYpLTQkBueY/wAimq898+I0FPL2Gq6d9N5z9WHyNG/NYjM46f68/wDfRVzIxtaZk8fosTpnOyHsn1tOxYkcN7vT+U9lg7TcBn6lBFvcf55r12lMmigVyJBHvcfQ/upx7gKLyF6DOCoeacUAWbswNSs0cROgwjifosupDiuId5NFljjJ8LepyCtR2UDM948/orAC5X5FzKrHY/xGvsPRWWsAyGS9IottVJwREWNEREBERAREQEREEONMyubvPayKOjWkVccLC7IPPBvErb3wfsX+XzXIWyxxTsMUgDg4CtQOlDTIjcrxmI1eKl734BnPLhr4WjvPfya0Z+gXPTXxPJ3YGiBprVxHaS+lcLD+qp5K9c2zWKR8RdSZlKk+KeInuuDtTTQiuVRxXbXVstHGKuFT016KNXn6iZtcNs3se4vMgDi93ikkcXk86ZCvku7sGycTDifV7uenot7GwNFAAByWuvbaGz2dpdLK0U3A1J6BTO6vI6TMy2EULW6ADosFvvGKFuKR7WjnqfIL5DtL8YpKllkja1umN1XE+Q0C4Wa2268JC1pkld941DQ0cXOcQAMj6K8/De+S7j7bd+3cE9qNnhNXOjLmnLvFniHodOS3BLiaH04L8/XVHHYLRHaHWqOSaE4+zhJkHAtMnhORIoKr9CNtLSAY9CAR5HMfsvRcfX+Of26CzjVy9mTcBRY6GuazMj5dVv4xjoSvbY6rI1udPEeSsssxPiNBwH1U3UipKrho01PAZrOyBx/KPdWo4A3QfVZFyu+qmWGKzNboM+JzKzIii+V8EREBERAREQEREBERAREQEREGK1Q42OZxBH0XFQmuIEbh03H0XdFcZf0Zilc5ujgX04/i96rpiue4pSxyAtkZ/VhJdHU0EjfvRuPBwy9DuW1n27srYRKH1qM2aOYRkWuG5w4LRXffEc1RG8OIzoDp0XCfEfZx5tEckOFrbS7C4ucGNjlAJq5xyaCK5ne1XczV8plsbDab4rySAsi+zGYy1I5lfPrTbp7QagPdXgCa0V9jLDZyBnbp+DS5sDDzIzk6UC3Vgu632ohzi2zx5YWsb2bQNcmNzO7Urr9Jiek3VaWG72xR/wD242gOGGOPsw+Q08T3HOmflkr9hua0WzuwRf8AFs1B4nOcX0rVxLs3nPyG5drdWycTCHyVlk3vkOI9BoM6rqYIaBR/pzxCTv65fZ/4f2WAVcztX5Vc/Oh5N0C727Iu4BkAMqnlX/CqWcVOFgxu300Hmdy3tju0Ad/vHh90cRT6qfvZ+qmesUTa+EFx47laZZK+M9BkFbDVK53drpMx4ZGBkMl7RFChERAREQEREBERAREQEREBERAREQEREArWX7YO1ZVvjZ3m8+Lev0WzUEJLws6+NXLcRhtr5GikbwS38pr3mkcv3W/vGwttVmfDIKh1R5EEkOHMUC6S/wC5znLGM9XtGrvzDmtPZHDRd5rvlws40Vz7JWezAdmwE08Ts3LdRtG4dVl7XEcETTI/eG6N5uJyaPNbWxbOl2c7svwMJA8nOpU9KKdX+1snWpikLnYImmR+8Nzp+p2gHmVuLNcDnZzvy/AwkDq7U9KLd2eytYMLGhreAFAs4UXS5hhs9nawBrGhoG4ZLMiKViIiAiIgIiICIiAiIgIiICIiAiIgIiICIiAiIgIiIIIVCW5oHOxOjFd+ZFfMA0PVbBEnhnGGGzMYMLGho4AUCygKURoiIgIiICIiAiIgIiICIiAiIgIiICIiAiIgIiICIiAiIg//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8" name="Tekstfelt 7"/>
          <p:cNvSpPr txBox="1"/>
          <p:nvPr/>
        </p:nvSpPr>
        <p:spPr>
          <a:xfrm>
            <a:off x="1199625" y="218453"/>
            <a:ext cx="7701094" cy="738664"/>
          </a:xfrm>
          <a:prstGeom prst="rect">
            <a:avLst/>
          </a:prstGeom>
          <a:noFill/>
        </p:spPr>
        <p:txBody>
          <a:bodyPr wrap="square" rtlCol="0">
            <a:spAutoFit/>
          </a:bodyPr>
          <a:lstStyle/>
          <a:p>
            <a:r>
              <a:rPr lang="da-DK" sz="2400" b="1" dirty="0">
                <a:solidFill>
                  <a:prstClr val="black"/>
                </a:solidFill>
                <a:latin typeface="Calibri" panose="020F0502020204030204"/>
              </a:rPr>
              <a:t>Det magnetiske felt om en strømførende leder</a:t>
            </a:r>
            <a:endParaRPr lang="da-DK" dirty="0">
              <a:solidFill>
                <a:prstClr val="black"/>
              </a:solidFill>
              <a:latin typeface="Calibri" panose="020F0502020204030204"/>
            </a:endParaRPr>
          </a:p>
          <a:p>
            <a:endParaRPr lang="da-DK" dirty="0">
              <a:solidFill>
                <a:prstClr val="black"/>
              </a:solidFill>
              <a:latin typeface="Calibri" panose="020F0502020204030204"/>
            </a:endParaRPr>
          </a:p>
        </p:txBody>
      </p:sp>
      <p:sp>
        <p:nvSpPr>
          <p:cNvPr id="9" name="Tekstfelt 8"/>
          <p:cNvSpPr txBox="1"/>
          <p:nvPr/>
        </p:nvSpPr>
        <p:spPr>
          <a:xfrm>
            <a:off x="476596" y="688966"/>
            <a:ext cx="6436895" cy="1754326"/>
          </a:xfrm>
          <a:prstGeom prst="rect">
            <a:avLst/>
          </a:prstGeom>
          <a:noFill/>
        </p:spPr>
        <p:txBody>
          <a:bodyPr wrap="square" rtlCol="0">
            <a:spAutoFit/>
          </a:bodyPr>
          <a:lstStyle/>
          <a:p>
            <a:r>
              <a:rPr lang="da-DK" b="1" dirty="0">
                <a:solidFill>
                  <a:prstClr val="black"/>
                </a:solidFill>
                <a:latin typeface="Calibri" panose="020F0502020204030204"/>
              </a:rPr>
              <a:t>Der dannes magnetfelt omkring en leder, hvori der løber en strøm!</a:t>
            </a:r>
          </a:p>
          <a:p>
            <a:endParaRPr lang="da-DK" b="1" dirty="0">
              <a:solidFill>
                <a:prstClr val="black"/>
              </a:solidFill>
              <a:latin typeface="Calibri" panose="020F0502020204030204"/>
            </a:endParaRPr>
          </a:p>
          <a:p>
            <a:r>
              <a:rPr lang="da-DK" b="1" dirty="0">
                <a:solidFill>
                  <a:prstClr val="black"/>
                </a:solidFill>
                <a:latin typeface="Calibri" panose="020F0502020204030204"/>
              </a:rPr>
              <a:t>Magnetisme</a:t>
            </a:r>
            <a:r>
              <a:rPr lang="da-DK" dirty="0">
                <a:solidFill>
                  <a:prstClr val="black"/>
                </a:solidFill>
                <a:latin typeface="Calibri" panose="020F0502020204030204"/>
              </a:rPr>
              <a:t> er et fysisk fænomen som optræder overalt, hvor elektrisk ladede partikler er i bevægelse. Magnetisme knytter sig dels til bestemte materialer, dels til strømførende ledere.</a:t>
            </a:r>
          </a:p>
        </p:txBody>
      </p:sp>
      <p:pic>
        <p:nvPicPr>
          <p:cNvPr id="10" name="Billed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596" y="2819520"/>
            <a:ext cx="6277620" cy="3661945"/>
          </a:xfrm>
          <a:prstGeom prst="rect">
            <a:avLst/>
          </a:prstGeom>
        </p:spPr>
      </p:pic>
      <p:sp>
        <p:nvSpPr>
          <p:cNvPr id="11" name="Tekstfelt 10"/>
          <p:cNvSpPr txBox="1"/>
          <p:nvPr/>
        </p:nvSpPr>
        <p:spPr>
          <a:xfrm>
            <a:off x="7206916" y="601579"/>
            <a:ext cx="4596394" cy="2585323"/>
          </a:xfrm>
          <a:prstGeom prst="rect">
            <a:avLst/>
          </a:prstGeom>
          <a:noFill/>
        </p:spPr>
        <p:txBody>
          <a:bodyPr wrap="square" rtlCol="0">
            <a:spAutoFit/>
          </a:bodyPr>
          <a:lstStyle/>
          <a:p>
            <a:r>
              <a:rPr lang="da-DK" dirty="0">
                <a:solidFill>
                  <a:prstClr val="black"/>
                </a:solidFill>
                <a:latin typeface="Calibri" panose="020F0502020204030204"/>
              </a:rPr>
              <a:t>I 1820 påviste Hans Christian Ørsted, en af elektromagnetismens opdagere, ved et berømt forsøg, at der er et magnetfelt rundt om en strømførende leder, som bliver stærkere jo større den elektriske strømstyrke (</a:t>
            </a:r>
            <a:r>
              <a:rPr lang="da-DK" i="1" dirty="0">
                <a:solidFill>
                  <a:prstClr val="black"/>
                </a:solidFill>
                <a:latin typeface="Calibri" panose="020F0502020204030204"/>
              </a:rPr>
              <a:t>I</a:t>
            </a:r>
            <a:r>
              <a:rPr lang="da-DK" dirty="0">
                <a:solidFill>
                  <a:prstClr val="black"/>
                </a:solidFill>
                <a:latin typeface="Calibri" panose="020F0502020204030204"/>
              </a:rPr>
              <a:t>) er, og svagere jo større afstanden (</a:t>
            </a:r>
            <a:r>
              <a:rPr lang="da-DK" i="1" dirty="0">
                <a:solidFill>
                  <a:prstClr val="black"/>
                </a:solidFill>
                <a:latin typeface="Calibri" panose="020F0502020204030204"/>
              </a:rPr>
              <a:t>r</a:t>
            </a:r>
            <a:r>
              <a:rPr lang="da-DK" dirty="0">
                <a:solidFill>
                  <a:prstClr val="black"/>
                </a:solidFill>
                <a:latin typeface="Calibri" panose="020F0502020204030204"/>
              </a:rPr>
              <a:t>) til lederen er.</a:t>
            </a:r>
          </a:p>
          <a:p>
            <a:r>
              <a:rPr lang="da-DK" dirty="0">
                <a:solidFill>
                  <a:srgbClr val="7030A0"/>
                </a:solidFill>
                <a:latin typeface="Calibri" panose="020F0502020204030204"/>
                <a:hlinkClick r:id="rId3"/>
              </a:rPr>
              <a:t>https://www.youtube.com/watch?v=vk1-T1jA0iQ</a:t>
            </a:r>
            <a:endParaRPr lang="da-DK" dirty="0">
              <a:solidFill>
                <a:srgbClr val="7030A0"/>
              </a:solidFill>
              <a:latin typeface="Calibri" panose="020F0502020204030204"/>
            </a:endParaRPr>
          </a:p>
          <a:p>
            <a:endParaRPr lang="da-DK" dirty="0">
              <a:solidFill>
                <a:prstClr val="black"/>
              </a:solidFill>
              <a:latin typeface="Calibri" panose="020F0502020204030204"/>
            </a:endParaRPr>
          </a:p>
        </p:txBody>
      </p:sp>
      <p:pic>
        <p:nvPicPr>
          <p:cNvPr id="12" name="Billed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63326" y="3186901"/>
            <a:ext cx="3212432" cy="3533675"/>
          </a:xfrm>
          <a:prstGeom prst="rect">
            <a:avLst/>
          </a:prstGeom>
        </p:spPr>
      </p:pic>
    </p:spTree>
    <p:extLst>
      <p:ext uri="{BB962C8B-B14F-4D97-AF65-F5344CB8AC3E}">
        <p14:creationId xmlns:p14="http://schemas.microsoft.com/office/powerpoint/2010/main" val="272106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illede 1"/>
          <p:cNvPicPr>
            <a:picLocks noChangeAspect="1"/>
          </p:cNvPicPr>
          <p:nvPr/>
        </p:nvPicPr>
        <p:blipFill>
          <a:blip r:embed="rId2"/>
          <a:stretch>
            <a:fillRect/>
          </a:stretch>
        </p:blipFill>
        <p:spPr>
          <a:xfrm>
            <a:off x="8974288" y="1283459"/>
            <a:ext cx="2939546" cy="2214329"/>
          </a:xfrm>
          <a:prstGeom prst="rect">
            <a:avLst/>
          </a:prstGeom>
        </p:spPr>
      </p:pic>
      <p:sp>
        <p:nvSpPr>
          <p:cNvPr id="3" name="Tekstfelt 2"/>
          <p:cNvSpPr txBox="1"/>
          <p:nvPr/>
        </p:nvSpPr>
        <p:spPr>
          <a:xfrm>
            <a:off x="625405" y="163433"/>
            <a:ext cx="11368327" cy="1015663"/>
          </a:xfrm>
          <a:prstGeom prst="rect">
            <a:avLst/>
          </a:prstGeom>
          <a:noFill/>
        </p:spPr>
        <p:txBody>
          <a:bodyPr wrap="square" rtlCol="0">
            <a:spAutoFit/>
          </a:bodyPr>
          <a:lstStyle/>
          <a:p>
            <a:r>
              <a:rPr lang="da-DK" sz="2400" b="1" dirty="0">
                <a:solidFill>
                  <a:prstClr val="black"/>
                </a:solidFill>
                <a:latin typeface="Calibri" panose="020F0502020204030204"/>
              </a:rPr>
              <a:t>Magnetisk felt om strømførende leder</a:t>
            </a:r>
          </a:p>
          <a:p>
            <a:r>
              <a:rPr lang="da-DK" dirty="0">
                <a:solidFill>
                  <a:prstClr val="black"/>
                </a:solidFill>
                <a:latin typeface="Calibri" panose="020F0502020204030204"/>
              </a:rPr>
              <a:t>Bestemmelse af magnetfeltets retning</a:t>
            </a:r>
          </a:p>
          <a:p>
            <a:r>
              <a:rPr lang="da-DK" dirty="0">
                <a:solidFill>
                  <a:prstClr val="black"/>
                </a:solidFill>
                <a:latin typeface="Calibri" panose="020F0502020204030204"/>
              </a:rPr>
              <a:t>At der er et magnetisk felt kan påvises </a:t>
            </a:r>
            <a:r>
              <a:rPr lang="da-DK" dirty="0" err="1">
                <a:solidFill>
                  <a:prstClr val="black"/>
                </a:solidFill>
                <a:latin typeface="Calibri" panose="020F0502020204030204"/>
              </a:rPr>
              <a:t>vha</a:t>
            </a:r>
            <a:r>
              <a:rPr lang="da-DK" dirty="0">
                <a:solidFill>
                  <a:prstClr val="black"/>
                </a:solidFill>
                <a:latin typeface="Calibri" panose="020F0502020204030204"/>
              </a:rPr>
              <a:t> kompasnål (permanent magnet). Den vil stille sig på tværs af strømretningen.</a:t>
            </a:r>
          </a:p>
        </p:txBody>
      </p:sp>
      <p:pic>
        <p:nvPicPr>
          <p:cNvPr id="4" name="Billed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131" y="1283459"/>
            <a:ext cx="4403646" cy="2182875"/>
          </a:xfrm>
          <a:prstGeom prst="rect">
            <a:avLst/>
          </a:prstGeom>
        </p:spPr>
      </p:pic>
      <p:pic>
        <p:nvPicPr>
          <p:cNvPr id="5" name="Billed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761" y="1283460"/>
            <a:ext cx="4173542" cy="2189882"/>
          </a:xfrm>
          <a:prstGeom prst="rect">
            <a:avLst/>
          </a:prstGeom>
        </p:spPr>
      </p:pic>
      <p:sp>
        <p:nvSpPr>
          <p:cNvPr id="6" name="Tekstfelt 5"/>
          <p:cNvSpPr txBox="1"/>
          <p:nvPr/>
        </p:nvSpPr>
        <p:spPr>
          <a:xfrm>
            <a:off x="257132" y="3570697"/>
            <a:ext cx="6587552" cy="3139321"/>
          </a:xfrm>
          <a:prstGeom prst="rect">
            <a:avLst/>
          </a:prstGeom>
          <a:noFill/>
        </p:spPr>
        <p:txBody>
          <a:bodyPr wrap="square" rtlCol="0">
            <a:spAutoFit/>
          </a:bodyPr>
          <a:lstStyle/>
          <a:p>
            <a:r>
              <a:rPr lang="da-DK" dirty="0">
                <a:solidFill>
                  <a:prstClr val="black"/>
                </a:solidFill>
                <a:latin typeface="Calibri" panose="020F0502020204030204"/>
              </a:rPr>
              <a:t>Til bestemmelse af nålens retning, bruges denne regel (side 71, højrehåndsregel)</a:t>
            </a:r>
          </a:p>
          <a:p>
            <a:r>
              <a:rPr lang="da-DK" i="1" dirty="0">
                <a:solidFill>
                  <a:prstClr val="black"/>
                </a:solidFill>
                <a:latin typeface="Calibri" panose="020F0502020204030204"/>
              </a:rPr>
              <a:t>Højre hånd anbringes langs lederen med fingrene i strømretningen og håndfladen mod kompasnålen, i det lederen befindes sig mellem hånden og kompasnålen. Nålens nordpol vil da drejes til tommelfingersiden.</a:t>
            </a:r>
          </a:p>
          <a:p>
            <a:r>
              <a:rPr lang="da-DK" i="1" dirty="0">
                <a:solidFill>
                  <a:prstClr val="black"/>
                </a:solidFill>
                <a:latin typeface="Calibri" panose="020F0502020204030204"/>
                <a:hlinkClick r:id="rId5"/>
              </a:rPr>
              <a:t>https://www.youtube.com/watch?v=j8n6ZSHM3IM</a:t>
            </a:r>
            <a:endParaRPr lang="da-DK" i="1" dirty="0">
              <a:solidFill>
                <a:prstClr val="black"/>
              </a:solidFill>
              <a:latin typeface="Calibri" panose="020F0502020204030204"/>
            </a:endParaRPr>
          </a:p>
          <a:p>
            <a:endParaRPr lang="da-DK" dirty="0">
              <a:solidFill>
                <a:prstClr val="black"/>
              </a:solidFill>
              <a:latin typeface="Calibri" panose="020F0502020204030204"/>
            </a:endParaRPr>
          </a:p>
          <a:p>
            <a:r>
              <a:rPr lang="da-DK" dirty="0">
                <a:solidFill>
                  <a:prstClr val="black"/>
                </a:solidFill>
                <a:latin typeface="Calibri" panose="020F0502020204030204"/>
              </a:rPr>
              <a:t>Kompasnålen vil stille sig, så dens felt er i samme retning, som det felt der er fremkaldt af strømmen</a:t>
            </a:r>
          </a:p>
          <a:p>
            <a:endParaRPr lang="da-DK" dirty="0">
              <a:solidFill>
                <a:prstClr val="black"/>
              </a:solidFill>
              <a:latin typeface="Calibri" panose="020F0502020204030204"/>
            </a:endParaRPr>
          </a:p>
        </p:txBody>
      </p:sp>
      <p:pic>
        <p:nvPicPr>
          <p:cNvPr id="7" name="Billede 6"/>
          <p:cNvPicPr>
            <a:picLocks noChangeAspect="1"/>
          </p:cNvPicPr>
          <p:nvPr/>
        </p:nvPicPr>
        <p:blipFill>
          <a:blip r:embed="rId6"/>
          <a:stretch>
            <a:fillRect/>
          </a:stretch>
        </p:blipFill>
        <p:spPr>
          <a:xfrm>
            <a:off x="6649374" y="3683221"/>
            <a:ext cx="5470913" cy="2895131"/>
          </a:xfrm>
          <a:prstGeom prst="rect">
            <a:avLst/>
          </a:prstGeom>
        </p:spPr>
      </p:pic>
    </p:spTree>
    <p:extLst>
      <p:ext uri="{BB962C8B-B14F-4D97-AF65-F5344CB8AC3E}">
        <p14:creationId xmlns:p14="http://schemas.microsoft.com/office/powerpoint/2010/main" val="2390581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felt 2"/>
          <p:cNvSpPr txBox="1"/>
          <p:nvPr/>
        </p:nvSpPr>
        <p:spPr>
          <a:xfrm>
            <a:off x="388515" y="306553"/>
            <a:ext cx="9733548" cy="923330"/>
          </a:xfrm>
          <a:prstGeom prst="rect">
            <a:avLst/>
          </a:prstGeom>
          <a:noFill/>
        </p:spPr>
        <p:txBody>
          <a:bodyPr wrap="square" rtlCol="0">
            <a:spAutoFit/>
          </a:bodyPr>
          <a:lstStyle/>
          <a:p>
            <a:r>
              <a:rPr lang="da-DK" dirty="0">
                <a:latin typeface="Calibri" panose="020F0502020204030204"/>
              </a:rPr>
              <a:t>For at bestemme retningen af feltet omkring en leder kan man bruge proptrækkerreglen. Proptrækkeren skrues ind i lederen i strømmens retning. </a:t>
            </a:r>
          </a:p>
          <a:p>
            <a:endParaRPr lang="da-DK" dirty="0">
              <a:latin typeface="Calibri" panose="020F0502020204030204"/>
            </a:endParaRPr>
          </a:p>
        </p:txBody>
      </p:sp>
      <p:pic>
        <p:nvPicPr>
          <p:cNvPr id="4" name="Billede 3"/>
          <p:cNvPicPr>
            <a:picLocks noChangeAspect="1"/>
          </p:cNvPicPr>
          <p:nvPr/>
        </p:nvPicPr>
        <p:blipFill>
          <a:blip r:embed="rId2"/>
          <a:stretch>
            <a:fillRect/>
          </a:stretch>
        </p:blipFill>
        <p:spPr>
          <a:xfrm>
            <a:off x="457083" y="1011895"/>
            <a:ext cx="6316579" cy="3126579"/>
          </a:xfrm>
          <a:prstGeom prst="rect">
            <a:avLst/>
          </a:prstGeom>
        </p:spPr>
      </p:pic>
    </p:spTree>
    <p:extLst>
      <p:ext uri="{BB962C8B-B14F-4D97-AF65-F5344CB8AC3E}">
        <p14:creationId xmlns:p14="http://schemas.microsoft.com/office/powerpoint/2010/main" val="4209930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felt 1"/>
          <p:cNvSpPr txBox="1"/>
          <p:nvPr/>
        </p:nvSpPr>
        <p:spPr>
          <a:xfrm>
            <a:off x="718508" y="136552"/>
            <a:ext cx="8217568" cy="1477328"/>
          </a:xfrm>
          <a:prstGeom prst="rect">
            <a:avLst/>
          </a:prstGeom>
          <a:noFill/>
        </p:spPr>
        <p:txBody>
          <a:bodyPr wrap="square" rtlCol="0">
            <a:spAutoFit/>
          </a:bodyPr>
          <a:lstStyle/>
          <a:p>
            <a:r>
              <a:rPr lang="da-DK" b="1" dirty="0">
                <a:solidFill>
                  <a:prstClr val="black"/>
                </a:solidFill>
                <a:latin typeface="Calibri" panose="020F0502020204030204"/>
              </a:rPr>
              <a:t>5.2.2 Magnetfeltets styrke</a:t>
            </a:r>
          </a:p>
          <a:p>
            <a:endParaRPr lang="da-DK" dirty="0">
              <a:solidFill>
                <a:prstClr val="black"/>
              </a:solidFill>
              <a:latin typeface="Calibri" panose="020F0502020204030204"/>
            </a:endParaRPr>
          </a:p>
          <a:p>
            <a:r>
              <a:rPr lang="da-DK" dirty="0">
                <a:solidFill>
                  <a:prstClr val="black"/>
                </a:solidFill>
                <a:latin typeface="Calibri" panose="020F0502020204030204"/>
              </a:rPr>
              <a:t>Det magnetiske felt kaldes også </a:t>
            </a:r>
            <a:r>
              <a:rPr lang="da-DK" i="1" dirty="0">
                <a:solidFill>
                  <a:prstClr val="black"/>
                </a:solidFill>
                <a:latin typeface="Calibri" panose="020F0502020204030204"/>
              </a:rPr>
              <a:t>den magnetiske </a:t>
            </a:r>
            <a:r>
              <a:rPr lang="da-DK" i="1" dirty="0" err="1">
                <a:solidFill>
                  <a:prstClr val="black"/>
                </a:solidFill>
                <a:latin typeface="Calibri" panose="020F0502020204030204"/>
              </a:rPr>
              <a:t>flux</a:t>
            </a:r>
            <a:r>
              <a:rPr lang="da-DK" i="1" dirty="0">
                <a:solidFill>
                  <a:prstClr val="black"/>
                </a:solidFill>
                <a:latin typeface="Calibri" panose="020F0502020204030204"/>
              </a:rPr>
              <a:t> og betegnes med symbolet ɸ (</a:t>
            </a:r>
            <a:r>
              <a:rPr lang="da-DK" i="1" dirty="0" err="1">
                <a:solidFill>
                  <a:prstClr val="black"/>
                </a:solidFill>
                <a:latin typeface="Calibri" panose="020F0502020204030204"/>
              </a:rPr>
              <a:t>phi</a:t>
            </a:r>
            <a:r>
              <a:rPr lang="da-DK" i="1" dirty="0">
                <a:solidFill>
                  <a:prstClr val="black"/>
                </a:solidFill>
                <a:latin typeface="Calibri" panose="020F0502020204030204"/>
              </a:rPr>
              <a:t>/</a:t>
            </a:r>
            <a:r>
              <a:rPr lang="da-DK" i="1" dirty="0" err="1">
                <a:solidFill>
                  <a:prstClr val="black"/>
                </a:solidFill>
                <a:latin typeface="Calibri" panose="020F0502020204030204"/>
              </a:rPr>
              <a:t>fi</a:t>
            </a:r>
            <a:r>
              <a:rPr lang="da-DK" i="1" dirty="0">
                <a:solidFill>
                  <a:prstClr val="black"/>
                </a:solidFill>
                <a:latin typeface="Calibri" panose="020F0502020204030204"/>
              </a:rPr>
              <a:t>). </a:t>
            </a:r>
          </a:p>
          <a:p>
            <a:r>
              <a:rPr lang="da-DK" i="1" dirty="0">
                <a:solidFill>
                  <a:prstClr val="black"/>
                </a:solidFill>
                <a:latin typeface="Calibri" panose="020F0502020204030204"/>
              </a:rPr>
              <a:t>Det magnetiske felt/den magnetiske </a:t>
            </a:r>
            <a:r>
              <a:rPr lang="da-DK" i="1" dirty="0" err="1">
                <a:solidFill>
                  <a:prstClr val="black"/>
                </a:solidFill>
                <a:latin typeface="Calibri" panose="020F0502020204030204"/>
              </a:rPr>
              <a:t>flux</a:t>
            </a:r>
            <a:r>
              <a:rPr lang="da-DK" i="1" dirty="0">
                <a:solidFill>
                  <a:prstClr val="black"/>
                </a:solidFill>
                <a:latin typeface="Calibri" panose="020F0502020204030204"/>
              </a:rPr>
              <a:t> måles i </a:t>
            </a:r>
            <a:r>
              <a:rPr lang="da-DK" i="1" dirty="0" err="1">
                <a:solidFill>
                  <a:prstClr val="black"/>
                </a:solidFill>
                <a:latin typeface="Calibri" panose="020F0502020204030204"/>
              </a:rPr>
              <a:t>weber</a:t>
            </a:r>
            <a:r>
              <a:rPr lang="da-DK" i="1" dirty="0">
                <a:solidFill>
                  <a:prstClr val="black"/>
                </a:solidFill>
                <a:latin typeface="Calibri" panose="020F0502020204030204"/>
              </a:rPr>
              <a:t> - forkortet Wb. </a:t>
            </a:r>
          </a:p>
        </p:txBody>
      </p:sp>
      <p:pic>
        <p:nvPicPr>
          <p:cNvPr id="3" name="Billed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759" y="1938282"/>
            <a:ext cx="5334000" cy="4286250"/>
          </a:xfrm>
          <a:prstGeom prst="rect">
            <a:avLst/>
          </a:prstGeom>
        </p:spPr>
      </p:pic>
      <p:sp>
        <p:nvSpPr>
          <p:cNvPr id="4" name="Tekstfelt 3"/>
          <p:cNvSpPr txBox="1"/>
          <p:nvPr/>
        </p:nvSpPr>
        <p:spPr>
          <a:xfrm>
            <a:off x="814759" y="6224532"/>
            <a:ext cx="5334000" cy="369332"/>
          </a:xfrm>
          <a:prstGeom prst="rect">
            <a:avLst/>
          </a:prstGeom>
          <a:noFill/>
        </p:spPr>
        <p:txBody>
          <a:bodyPr wrap="square" rtlCol="0">
            <a:spAutoFit/>
          </a:bodyPr>
          <a:lstStyle/>
          <a:p>
            <a:r>
              <a:rPr lang="da-DK" dirty="0">
                <a:solidFill>
                  <a:prstClr val="black"/>
                </a:solidFill>
                <a:latin typeface="Calibri" panose="020F0502020204030204"/>
              </a:rPr>
              <a:t>De græske symboler/alfabet</a:t>
            </a:r>
          </a:p>
        </p:txBody>
      </p:sp>
      <p:sp>
        <p:nvSpPr>
          <p:cNvPr id="5" name="Tekstfelt 4"/>
          <p:cNvSpPr txBox="1"/>
          <p:nvPr/>
        </p:nvSpPr>
        <p:spPr>
          <a:xfrm>
            <a:off x="7901008" y="1387743"/>
            <a:ext cx="3056021" cy="4508927"/>
          </a:xfrm>
          <a:prstGeom prst="rect">
            <a:avLst/>
          </a:prstGeom>
          <a:noFill/>
        </p:spPr>
        <p:txBody>
          <a:bodyPr wrap="square" rtlCol="0">
            <a:spAutoFit/>
          </a:bodyPr>
          <a:lstStyle/>
          <a:p>
            <a:r>
              <a:rPr lang="da-DK" sz="28700" i="1" dirty="0">
                <a:solidFill>
                  <a:prstClr val="black"/>
                </a:solidFill>
                <a:latin typeface="Calibri" panose="020F0502020204030204"/>
              </a:rPr>
              <a:t>ɸ</a:t>
            </a:r>
            <a:endParaRPr lang="da-DK" dirty="0">
              <a:solidFill>
                <a:prstClr val="black"/>
              </a:solidFill>
              <a:latin typeface="Calibri" panose="020F0502020204030204"/>
            </a:endParaRPr>
          </a:p>
        </p:txBody>
      </p:sp>
      <p:sp>
        <p:nvSpPr>
          <p:cNvPr id="6" name="Tekstfelt 5"/>
          <p:cNvSpPr txBox="1"/>
          <p:nvPr/>
        </p:nvSpPr>
        <p:spPr>
          <a:xfrm>
            <a:off x="6658252" y="1938282"/>
            <a:ext cx="2126903" cy="923330"/>
          </a:xfrm>
          <a:prstGeom prst="rect">
            <a:avLst/>
          </a:prstGeom>
          <a:noFill/>
        </p:spPr>
        <p:txBody>
          <a:bodyPr wrap="square" rtlCol="0">
            <a:spAutoFit/>
          </a:bodyPr>
          <a:lstStyle/>
          <a:p>
            <a:pPr lvl="0"/>
            <a:r>
              <a:rPr lang="da-DK" sz="5400" i="1" dirty="0">
                <a:solidFill>
                  <a:prstClr val="black"/>
                </a:solidFill>
                <a:latin typeface="Calibri" panose="020F0502020204030204"/>
              </a:rPr>
              <a:t>ɸ=B·A</a:t>
            </a:r>
          </a:p>
        </p:txBody>
      </p:sp>
    </p:spTree>
    <p:extLst>
      <p:ext uri="{BB962C8B-B14F-4D97-AF65-F5344CB8AC3E}">
        <p14:creationId xmlns:p14="http://schemas.microsoft.com/office/powerpoint/2010/main" val="3737695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felt 1"/>
          <p:cNvSpPr txBox="1"/>
          <p:nvPr/>
        </p:nvSpPr>
        <p:spPr>
          <a:xfrm>
            <a:off x="716287" y="309551"/>
            <a:ext cx="10441000" cy="1231106"/>
          </a:xfrm>
          <a:prstGeom prst="rect">
            <a:avLst/>
          </a:prstGeom>
          <a:noFill/>
        </p:spPr>
        <p:txBody>
          <a:bodyPr wrap="square" rtlCol="0">
            <a:spAutoFit/>
          </a:bodyPr>
          <a:lstStyle/>
          <a:p>
            <a:r>
              <a:rPr lang="da-DK" sz="2000" b="1" dirty="0" err="1">
                <a:solidFill>
                  <a:prstClr val="black"/>
                </a:solidFill>
                <a:latin typeface="Calibri" panose="020F0502020204030204"/>
              </a:rPr>
              <a:t>Fluxtætheden</a:t>
            </a:r>
            <a:endParaRPr lang="da-DK" sz="2000" b="1" dirty="0">
              <a:solidFill>
                <a:prstClr val="black"/>
              </a:solidFill>
              <a:latin typeface="Calibri" panose="020F0502020204030204"/>
            </a:endParaRPr>
          </a:p>
          <a:p>
            <a:r>
              <a:rPr lang="da-DK" dirty="0" err="1">
                <a:solidFill>
                  <a:prstClr val="black"/>
                </a:solidFill>
                <a:latin typeface="Calibri" panose="020F0502020204030204"/>
              </a:rPr>
              <a:t>Fluxtætheden</a:t>
            </a:r>
            <a:r>
              <a:rPr lang="da-DK" dirty="0">
                <a:solidFill>
                  <a:prstClr val="black"/>
                </a:solidFill>
                <a:latin typeface="Calibri" panose="020F0502020204030204"/>
              </a:rPr>
              <a:t> er antallet af </a:t>
            </a:r>
            <a:r>
              <a:rPr lang="da-DK" dirty="0" err="1">
                <a:solidFill>
                  <a:prstClr val="black"/>
                </a:solidFill>
                <a:latin typeface="Calibri" panose="020F0502020204030204"/>
              </a:rPr>
              <a:t>feltlinier</a:t>
            </a:r>
            <a:r>
              <a:rPr lang="da-DK" dirty="0">
                <a:solidFill>
                  <a:prstClr val="black"/>
                </a:solidFill>
                <a:latin typeface="Calibri" panose="020F0502020204030204"/>
              </a:rPr>
              <a:t> pr. arealenhed og angiver styrken/koncentrationen af feltet i et område. Betegnet med symbolet B og måles i Wb/m2. Måleenheden har fået navnet </a:t>
            </a:r>
            <a:r>
              <a:rPr lang="da-DK" dirty="0" err="1">
                <a:solidFill>
                  <a:prstClr val="black"/>
                </a:solidFill>
                <a:latin typeface="Calibri" panose="020F0502020204030204"/>
              </a:rPr>
              <a:t>tesla</a:t>
            </a:r>
            <a:r>
              <a:rPr lang="da-DK" dirty="0">
                <a:solidFill>
                  <a:prstClr val="black"/>
                </a:solidFill>
                <a:latin typeface="Calibri" panose="020F0502020204030204"/>
              </a:rPr>
              <a:t>, T. </a:t>
            </a:r>
          </a:p>
          <a:p>
            <a:r>
              <a:rPr lang="da-DK" i="1" dirty="0">
                <a:solidFill>
                  <a:prstClr val="black"/>
                </a:solidFill>
                <a:latin typeface="Calibri" panose="020F0502020204030204"/>
              </a:rPr>
              <a:t>Det totale felt delt med arealet.</a:t>
            </a:r>
          </a:p>
        </p:txBody>
      </p:sp>
      <p:pic>
        <p:nvPicPr>
          <p:cNvPr id="3" name="Billede 2"/>
          <p:cNvPicPr>
            <a:picLocks noChangeAspect="1"/>
          </p:cNvPicPr>
          <p:nvPr/>
        </p:nvPicPr>
        <p:blipFill>
          <a:blip r:embed="rId2"/>
          <a:stretch>
            <a:fillRect/>
          </a:stretch>
        </p:blipFill>
        <p:spPr>
          <a:xfrm>
            <a:off x="1389574" y="1621130"/>
            <a:ext cx="4404958" cy="1242861"/>
          </a:xfrm>
          <a:prstGeom prst="rect">
            <a:avLst/>
          </a:prstGeom>
        </p:spPr>
      </p:pic>
      <p:sp>
        <p:nvSpPr>
          <p:cNvPr id="4" name="Tekstfelt 3"/>
          <p:cNvSpPr txBox="1"/>
          <p:nvPr/>
        </p:nvSpPr>
        <p:spPr>
          <a:xfrm>
            <a:off x="716287" y="2944465"/>
            <a:ext cx="9628076" cy="1508105"/>
          </a:xfrm>
          <a:prstGeom prst="rect">
            <a:avLst/>
          </a:prstGeom>
          <a:noFill/>
        </p:spPr>
        <p:txBody>
          <a:bodyPr wrap="square" rtlCol="0">
            <a:spAutoFit/>
          </a:bodyPr>
          <a:lstStyle/>
          <a:p>
            <a:r>
              <a:rPr lang="da-DK" sz="2000" b="1" dirty="0" err="1">
                <a:solidFill>
                  <a:prstClr val="black"/>
                </a:solidFill>
                <a:latin typeface="Calibri" panose="020F0502020204030204"/>
              </a:rPr>
              <a:t>Permeabiliteten</a:t>
            </a:r>
            <a:r>
              <a:rPr lang="da-DK" b="1" dirty="0">
                <a:solidFill>
                  <a:prstClr val="black"/>
                </a:solidFill>
                <a:latin typeface="Calibri" panose="020F0502020204030204"/>
              </a:rPr>
              <a:t> </a:t>
            </a:r>
          </a:p>
          <a:p>
            <a:r>
              <a:rPr lang="da-DK" dirty="0">
                <a:solidFill>
                  <a:prstClr val="black"/>
                </a:solidFill>
                <a:latin typeface="Calibri" panose="020F0502020204030204"/>
              </a:rPr>
              <a:t>Et materiales evne til at lede det magnetiske felt angives ved tallet µ (</a:t>
            </a:r>
            <a:r>
              <a:rPr lang="da-DK" dirty="0" err="1">
                <a:solidFill>
                  <a:prstClr val="black"/>
                </a:solidFill>
                <a:latin typeface="Calibri" panose="020F0502020204030204"/>
              </a:rPr>
              <a:t>my</a:t>
            </a:r>
            <a:r>
              <a:rPr lang="da-DK" dirty="0">
                <a:solidFill>
                  <a:prstClr val="black"/>
                </a:solidFill>
                <a:latin typeface="Calibri" panose="020F0502020204030204"/>
              </a:rPr>
              <a:t>).</a:t>
            </a:r>
          </a:p>
          <a:p>
            <a:r>
              <a:rPr lang="da-DK" dirty="0">
                <a:solidFill>
                  <a:prstClr val="black"/>
                </a:solidFill>
                <a:latin typeface="Calibri" panose="020F0502020204030204"/>
              </a:rPr>
              <a:t>Altså </a:t>
            </a:r>
            <a:r>
              <a:rPr lang="da-DK" dirty="0" err="1">
                <a:solidFill>
                  <a:prstClr val="black"/>
                </a:solidFill>
                <a:latin typeface="Calibri" panose="020F0502020204030204"/>
              </a:rPr>
              <a:t>permeabiliteten</a:t>
            </a:r>
            <a:r>
              <a:rPr lang="da-DK" dirty="0">
                <a:solidFill>
                  <a:prstClr val="black"/>
                </a:solidFill>
                <a:latin typeface="Calibri" panose="020F0502020204030204"/>
              </a:rPr>
              <a:t> eller den specifikke ledningsevne overfor </a:t>
            </a:r>
            <a:r>
              <a:rPr lang="da-DK" dirty="0" err="1">
                <a:solidFill>
                  <a:prstClr val="black"/>
                </a:solidFill>
                <a:latin typeface="Calibri" panose="020F0502020204030204"/>
              </a:rPr>
              <a:t>magnetfeltlinier</a:t>
            </a:r>
            <a:r>
              <a:rPr lang="da-DK" dirty="0">
                <a:solidFill>
                  <a:prstClr val="black"/>
                </a:solidFill>
                <a:latin typeface="Calibri" panose="020F0502020204030204"/>
              </a:rPr>
              <a:t>.</a:t>
            </a:r>
          </a:p>
          <a:p>
            <a:r>
              <a:rPr lang="da-DK" dirty="0">
                <a:solidFill>
                  <a:prstClr val="black"/>
                </a:solidFill>
                <a:latin typeface="Calibri" panose="020F0502020204030204"/>
              </a:rPr>
              <a:t>Permeabiliteten i det tomme rum kaldes </a:t>
            </a:r>
            <a:r>
              <a:rPr lang="da-DK" dirty="0" err="1">
                <a:solidFill>
                  <a:prstClr val="black"/>
                </a:solidFill>
                <a:latin typeface="Calibri" panose="020F0502020204030204"/>
              </a:rPr>
              <a:t>vacuum</a:t>
            </a:r>
            <a:r>
              <a:rPr lang="da-DK" dirty="0">
                <a:solidFill>
                  <a:prstClr val="black"/>
                </a:solidFill>
                <a:latin typeface="Calibri" panose="020F0502020204030204"/>
              </a:rPr>
              <a:t>-permeabiliteten µ</a:t>
            </a:r>
            <a:r>
              <a:rPr lang="da-DK" sz="1100" dirty="0">
                <a:solidFill>
                  <a:prstClr val="black"/>
                </a:solidFill>
                <a:latin typeface="Calibri" panose="020F0502020204030204"/>
              </a:rPr>
              <a:t>0 (</a:t>
            </a:r>
            <a:r>
              <a:rPr lang="da-DK" sz="1100" dirty="0" err="1">
                <a:solidFill>
                  <a:prstClr val="black"/>
                </a:solidFill>
                <a:latin typeface="Calibri" panose="020F0502020204030204"/>
              </a:rPr>
              <a:t>my</a:t>
            </a:r>
            <a:r>
              <a:rPr lang="da-DK" sz="1100" dirty="0">
                <a:solidFill>
                  <a:prstClr val="black"/>
                </a:solidFill>
                <a:latin typeface="Calibri" panose="020F0502020204030204"/>
              </a:rPr>
              <a:t> nul)</a:t>
            </a:r>
          </a:p>
          <a:p>
            <a:r>
              <a:rPr lang="da-DK" dirty="0">
                <a:solidFill>
                  <a:prstClr val="black"/>
                </a:solidFill>
                <a:latin typeface="Calibri" panose="020F0502020204030204"/>
              </a:rPr>
              <a:t>Dette er en naturkonstant og har SI størrelsen…</a:t>
            </a:r>
          </a:p>
        </p:txBody>
      </p:sp>
      <p:pic>
        <p:nvPicPr>
          <p:cNvPr id="5" name="Billede 4"/>
          <p:cNvPicPr>
            <a:picLocks noChangeAspect="1"/>
          </p:cNvPicPr>
          <p:nvPr/>
        </p:nvPicPr>
        <p:blipFill>
          <a:blip r:embed="rId3"/>
          <a:stretch>
            <a:fillRect/>
          </a:stretch>
        </p:blipFill>
        <p:spPr>
          <a:xfrm>
            <a:off x="1546895" y="4595092"/>
            <a:ext cx="4090317" cy="818086"/>
          </a:xfrm>
          <a:prstGeom prst="rect">
            <a:avLst/>
          </a:prstGeom>
        </p:spPr>
      </p:pic>
      <p:sp>
        <p:nvSpPr>
          <p:cNvPr id="6" name="Tekstfelt 5"/>
          <p:cNvSpPr txBox="1"/>
          <p:nvPr/>
        </p:nvSpPr>
        <p:spPr>
          <a:xfrm>
            <a:off x="8353888" y="1473118"/>
            <a:ext cx="3426780" cy="1538883"/>
          </a:xfrm>
          <a:prstGeom prst="rect">
            <a:avLst/>
          </a:prstGeom>
          <a:noFill/>
        </p:spPr>
        <p:txBody>
          <a:bodyPr wrap="square" rtlCol="0">
            <a:spAutoFit/>
          </a:bodyPr>
          <a:lstStyle/>
          <a:p>
            <a:pPr lvl="0"/>
            <a:r>
              <a:rPr lang="da-DK" sz="5400" i="1" dirty="0">
                <a:solidFill>
                  <a:prstClr val="black"/>
                </a:solidFill>
                <a:latin typeface="Calibri" panose="020F0502020204030204"/>
              </a:rPr>
              <a:t> ɸ = B · A</a:t>
            </a:r>
          </a:p>
          <a:p>
            <a:pPr lvl="0"/>
            <a:r>
              <a:rPr lang="da-DK" sz="2000" i="1" dirty="0" err="1">
                <a:solidFill>
                  <a:prstClr val="black"/>
                </a:solidFill>
                <a:latin typeface="Calibri" panose="020F0502020204030204"/>
              </a:rPr>
              <a:t>weber</a:t>
            </a:r>
            <a:r>
              <a:rPr lang="da-DK" sz="2000" i="1" dirty="0">
                <a:solidFill>
                  <a:prstClr val="black"/>
                </a:solidFill>
                <a:latin typeface="Calibri" panose="020F0502020204030204"/>
              </a:rPr>
              <a:t> = </a:t>
            </a:r>
            <a:r>
              <a:rPr lang="da-DK" sz="2000" i="1" dirty="0" err="1">
                <a:solidFill>
                  <a:prstClr val="black"/>
                </a:solidFill>
                <a:latin typeface="Calibri" panose="020F0502020204030204"/>
              </a:rPr>
              <a:t>Fluxtæthed</a:t>
            </a:r>
            <a:r>
              <a:rPr lang="da-DK" sz="2000" i="1" dirty="0">
                <a:solidFill>
                  <a:prstClr val="black"/>
                </a:solidFill>
                <a:latin typeface="Calibri" panose="020F0502020204030204"/>
              </a:rPr>
              <a:t> · Arealet</a:t>
            </a:r>
          </a:p>
          <a:p>
            <a:pPr lvl="0"/>
            <a:r>
              <a:rPr lang="da-DK" sz="2000" i="1" dirty="0">
                <a:solidFill>
                  <a:prstClr val="black"/>
                </a:solidFill>
                <a:latin typeface="Calibri" panose="020F0502020204030204"/>
              </a:rPr>
              <a:t>Magnetfelt = </a:t>
            </a:r>
            <a:r>
              <a:rPr lang="da-DK" sz="2000" i="1" dirty="0" err="1">
                <a:solidFill>
                  <a:prstClr val="black"/>
                </a:solidFill>
                <a:latin typeface="Calibri" panose="020F0502020204030204"/>
              </a:rPr>
              <a:t>feltlinier</a:t>
            </a:r>
            <a:r>
              <a:rPr lang="da-DK" sz="2000" i="1" dirty="0">
                <a:solidFill>
                  <a:prstClr val="black"/>
                </a:solidFill>
                <a:latin typeface="Calibri" panose="020F0502020204030204"/>
              </a:rPr>
              <a:t> · Areal</a:t>
            </a:r>
          </a:p>
        </p:txBody>
      </p:sp>
    </p:spTree>
    <p:extLst>
      <p:ext uri="{BB962C8B-B14F-4D97-AF65-F5344CB8AC3E}">
        <p14:creationId xmlns:p14="http://schemas.microsoft.com/office/powerpoint/2010/main" val="114661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alpha val="0"/>
          </a:schemeClr>
        </a:solidFill>
        <a:effectLst/>
      </p:bgPr>
    </p:bg>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6E9F3C4D-BC50-CD2F-F678-F1A3DAFD16E1}"/>
              </a:ext>
            </a:extLst>
          </p:cNvPr>
          <p:cNvSpPr>
            <a:spLocks noGrp="1"/>
          </p:cNvSpPr>
          <p:nvPr>
            <p:ph type="sldNum" sz="quarter" idx="12"/>
          </p:nvPr>
        </p:nvSpPr>
        <p:spPr/>
        <p:txBody>
          <a:bodyPr/>
          <a:lstStyle/>
          <a:p>
            <a:fld id="{8027C91F-3113-4170-B0A7-EB36B47BBC64}" type="slidenum">
              <a:rPr lang="da-DK" smtClean="0"/>
              <a:pPr/>
              <a:t>12</a:t>
            </a:fld>
            <a:endParaRPr lang="da-DK" dirty="0"/>
          </a:p>
        </p:txBody>
      </p:sp>
      <mc:AlternateContent xmlns:mc="http://schemas.openxmlformats.org/markup-compatibility/2006" xmlns:a14="http://schemas.microsoft.com/office/drawing/2010/main">
        <mc:Choice Requires="a14">
          <p:sp>
            <p:nvSpPr>
              <p:cNvPr id="7" name="Pladsholder til indhold 6">
                <a:extLst>
                  <a:ext uri="{FF2B5EF4-FFF2-40B4-BE49-F238E27FC236}">
                    <a16:creationId xmlns:a16="http://schemas.microsoft.com/office/drawing/2014/main" id="{C5601AE5-E9F8-3CFA-743C-9EAF570F2E15}"/>
                  </a:ext>
                </a:extLst>
              </p:cNvPr>
              <p:cNvSpPr>
                <a:spLocks noGrp="1"/>
              </p:cNvSpPr>
              <p:nvPr>
                <p:ph sz="quarter" idx="13"/>
              </p:nvPr>
            </p:nvSpPr>
            <p:spPr>
              <a:xfrm>
                <a:off x="468899" y="928079"/>
                <a:ext cx="10211392" cy="5328936"/>
              </a:xfrm>
              <a:noFill/>
            </p:spPr>
            <p:txBody>
              <a:bodyPr/>
              <a:lstStyle/>
              <a:p>
                <a14:m>
                  <m:oMath xmlns:m="http://schemas.openxmlformats.org/officeDocument/2006/math">
                    <m:r>
                      <a:rPr lang="da-DK" sz="1800" i="1" kern="10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𝑩</m:t>
                    </m:r>
                    <m:r>
                      <a:rPr lang="da-DK" sz="1800" i="1" kern="100"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f>
                      <m:fPr>
                        <m:ctrlP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fPr>
                      <m:num>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𝑰</m:t>
                        </m:r>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Pr>
                          <m:e>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𝝁</m:t>
                            </m:r>
                          </m:e>
                          <m:sub>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𝟎</m:t>
                            </m:r>
                          </m:sub>
                        </m:sSub>
                      </m:num>
                      <m:den>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𝟐</m:t>
                        </m:r>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𝝅</m:t>
                        </m:r>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𝒂</m:t>
                        </m:r>
                      </m:den>
                    </m:f>
                  </m:oMath>
                </a14:m>
                <a:r>
                  <a:rPr lang="da-DK" sz="1800" kern="100" dirty="0">
                    <a:solidFill>
                      <a:schemeClr val="tx1"/>
                    </a:solidFill>
                    <a:latin typeface="+mn-lt"/>
                    <a:ea typeface="Calibri" panose="020F0502020204030204" pitchFamily="34" charset="0"/>
                  </a:rPr>
                  <a:t>		</a:t>
                </a:r>
                <a:r>
                  <a:rPr lang="da-DK" sz="1800" dirty="0">
                    <a:solidFill>
                      <a:schemeClr val="tx1"/>
                    </a:solidFill>
                    <a:latin typeface="+mn-lt"/>
                  </a:rPr>
                  <a:t> </a:t>
                </a:r>
                <a14:m>
                  <m:oMath xmlns:m="http://schemas.openxmlformats.org/officeDocument/2006/math">
                    <m:r>
                      <a:rPr lang="da-DK" sz="1800" b="1" i="0" smtClean="0">
                        <a:solidFill>
                          <a:schemeClr val="tx1"/>
                        </a:solidFill>
                        <a:latin typeface="Cambria Math" panose="02040503050406030204" pitchFamily="18" charset="0"/>
                      </a:rPr>
                      <m:t>𝐁</m:t>
                    </m:r>
                    <m:r>
                      <a:rPr lang="da-DK" sz="1800" b="1" i="1">
                        <a:solidFill>
                          <a:schemeClr val="tx1"/>
                        </a:solidFill>
                        <a:latin typeface="Cambria Math" panose="02040503050406030204" pitchFamily="18" charset="0"/>
                      </a:rPr>
                      <m:t>=</m:t>
                    </m:r>
                    <m:f>
                      <m:fPr>
                        <m:ctrlPr>
                          <a:rPr lang="da-DK" sz="1800" i="1">
                            <a:solidFill>
                              <a:schemeClr val="tx1"/>
                            </a:solidFill>
                            <a:latin typeface="Cambria Math" panose="02040503050406030204" pitchFamily="18" charset="0"/>
                          </a:rPr>
                        </m:ctrlPr>
                      </m:fPr>
                      <m:num>
                        <m:r>
                          <a:rPr lang="da-DK" sz="1800" b="1" i="1">
                            <a:solidFill>
                              <a:schemeClr val="tx1"/>
                            </a:solidFill>
                            <a:latin typeface="Cambria Math" panose="02040503050406030204" pitchFamily="18" charset="0"/>
                          </a:rPr>
                          <m:t>𝑰</m:t>
                        </m:r>
                        <m:r>
                          <a:rPr lang="da-DK" sz="1800" b="1" i="1">
                            <a:solidFill>
                              <a:schemeClr val="tx1"/>
                            </a:solidFill>
                            <a:latin typeface="Cambria Math" panose="02040503050406030204" pitchFamily="18" charset="0"/>
                          </a:rPr>
                          <m:t>·</m:t>
                        </m:r>
                        <m:r>
                          <a:rPr lang="da-DK" b="1" i="1">
                            <a:solidFill>
                              <a:schemeClr val="tx1"/>
                            </a:solidFill>
                            <a:latin typeface="Cambria Math" panose="02040503050406030204" pitchFamily="18" charset="0"/>
                          </a:rPr>
                          <m:t>𝝁</m:t>
                        </m:r>
                      </m:num>
                      <m:den>
                        <m:r>
                          <a:rPr lang="da-DK" sz="1800" b="1" i="1">
                            <a:solidFill>
                              <a:schemeClr val="tx1"/>
                            </a:solidFill>
                            <a:latin typeface="Cambria Math" panose="02040503050406030204" pitchFamily="18" charset="0"/>
                          </a:rPr>
                          <m:t>𝟐</m:t>
                        </m:r>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𝝅</m:t>
                        </m:r>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𝒂</m:t>
                        </m:r>
                      </m:den>
                    </m:f>
                    <m:r>
                      <a:rPr lang="da-DK" sz="1800" b="1" i="1">
                        <a:solidFill>
                          <a:schemeClr val="tx1"/>
                        </a:solidFill>
                        <a:latin typeface="Cambria Math" panose="02040503050406030204" pitchFamily="18" charset="0"/>
                      </a:rPr>
                      <m:t>=</m:t>
                    </m:r>
                    <m:f>
                      <m:fPr>
                        <m:ctrlPr>
                          <a:rPr lang="da-DK" sz="1800" i="1">
                            <a:solidFill>
                              <a:schemeClr val="tx1"/>
                            </a:solidFill>
                            <a:latin typeface="Cambria Math" panose="02040503050406030204" pitchFamily="18" charset="0"/>
                          </a:rPr>
                        </m:ctrlPr>
                      </m:fPr>
                      <m:num>
                        <m:r>
                          <a:rPr lang="da-DK" sz="1800" b="1" i="1">
                            <a:solidFill>
                              <a:schemeClr val="tx1"/>
                            </a:solidFill>
                            <a:latin typeface="Cambria Math" panose="02040503050406030204" pitchFamily="18" charset="0"/>
                          </a:rPr>
                          <m:t>𝑰</m:t>
                        </m:r>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𝟒</m:t>
                        </m:r>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𝝅</m:t>
                        </m:r>
                        <m:r>
                          <a:rPr lang="da-DK" sz="1800" b="1" i="1">
                            <a:solidFill>
                              <a:schemeClr val="tx1"/>
                            </a:solidFill>
                            <a:latin typeface="Cambria Math" panose="02040503050406030204" pitchFamily="18" charset="0"/>
                          </a:rPr>
                          <m:t>∙</m:t>
                        </m:r>
                        <m:sSup>
                          <m:sSupPr>
                            <m:ctrlPr>
                              <a:rPr lang="da-DK" sz="1800" i="1">
                                <a:solidFill>
                                  <a:schemeClr val="tx1"/>
                                </a:solidFill>
                                <a:latin typeface="Cambria Math" panose="02040503050406030204" pitchFamily="18" charset="0"/>
                              </a:rPr>
                            </m:ctrlPr>
                          </m:sSupPr>
                          <m:e>
                            <m:r>
                              <a:rPr lang="da-DK" sz="1800" b="1" i="1">
                                <a:solidFill>
                                  <a:schemeClr val="tx1"/>
                                </a:solidFill>
                                <a:latin typeface="Cambria Math" panose="02040503050406030204" pitchFamily="18" charset="0"/>
                              </a:rPr>
                              <m:t>𝟏𝟎</m:t>
                            </m:r>
                          </m:e>
                          <m:sup>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𝟕</m:t>
                            </m:r>
                          </m:sup>
                        </m:sSup>
                      </m:num>
                      <m:den>
                        <m:r>
                          <a:rPr lang="da-DK" sz="1800" b="1" i="1">
                            <a:solidFill>
                              <a:schemeClr val="tx1"/>
                            </a:solidFill>
                            <a:latin typeface="Cambria Math" panose="02040503050406030204" pitchFamily="18" charset="0"/>
                          </a:rPr>
                          <m:t>𝟐</m:t>
                        </m:r>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𝝅</m:t>
                        </m:r>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𝒂</m:t>
                        </m:r>
                      </m:den>
                    </m:f>
                    <m:r>
                      <a:rPr lang="da-DK" sz="1800" b="1" i="1">
                        <a:solidFill>
                          <a:schemeClr val="tx1"/>
                        </a:solidFill>
                        <a:latin typeface="Cambria Math" panose="02040503050406030204" pitchFamily="18" charset="0"/>
                      </a:rPr>
                      <m:t>=</m:t>
                    </m:r>
                    <m:f>
                      <m:fPr>
                        <m:ctrlPr>
                          <a:rPr lang="da-DK" sz="1800" i="1">
                            <a:solidFill>
                              <a:schemeClr val="tx1"/>
                            </a:solidFill>
                            <a:latin typeface="Cambria Math" panose="02040503050406030204" pitchFamily="18" charset="0"/>
                          </a:rPr>
                        </m:ctrlPr>
                      </m:fPr>
                      <m:num>
                        <m:r>
                          <a:rPr lang="da-DK" sz="1800" b="1" i="1">
                            <a:solidFill>
                              <a:schemeClr val="tx1"/>
                            </a:solidFill>
                            <a:latin typeface="Cambria Math" panose="02040503050406030204" pitchFamily="18" charset="0"/>
                          </a:rPr>
                          <m:t>𝑰</m:t>
                        </m:r>
                      </m:num>
                      <m:den>
                        <m:r>
                          <a:rPr lang="da-DK" sz="1800" b="1" i="1">
                            <a:solidFill>
                              <a:schemeClr val="tx1"/>
                            </a:solidFill>
                            <a:latin typeface="Cambria Math" panose="02040503050406030204" pitchFamily="18" charset="0"/>
                          </a:rPr>
                          <m:t>𝒂</m:t>
                        </m:r>
                      </m:den>
                    </m:f>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𝟐</m:t>
                    </m:r>
                    <m:r>
                      <a:rPr lang="da-DK" sz="1800" b="1" i="1">
                        <a:solidFill>
                          <a:schemeClr val="tx1"/>
                        </a:solidFill>
                        <a:latin typeface="Cambria Math" panose="02040503050406030204" pitchFamily="18" charset="0"/>
                      </a:rPr>
                      <m:t>∙</m:t>
                    </m:r>
                    <m:sSup>
                      <m:sSupPr>
                        <m:ctrlPr>
                          <a:rPr lang="da-DK" sz="1800" i="1">
                            <a:solidFill>
                              <a:schemeClr val="tx1"/>
                            </a:solidFill>
                            <a:latin typeface="Cambria Math" panose="02040503050406030204" pitchFamily="18" charset="0"/>
                          </a:rPr>
                        </m:ctrlPr>
                      </m:sSupPr>
                      <m:e>
                        <m:r>
                          <a:rPr lang="da-DK" sz="1800" b="1" i="1">
                            <a:solidFill>
                              <a:schemeClr val="tx1"/>
                            </a:solidFill>
                            <a:latin typeface="Cambria Math" panose="02040503050406030204" pitchFamily="18" charset="0"/>
                          </a:rPr>
                          <m:t>𝟏𝟎</m:t>
                        </m:r>
                      </m:e>
                      <m:sup>
                        <m:r>
                          <a:rPr lang="da-DK" sz="1800" b="1" i="1">
                            <a:solidFill>
                              <a:schemeClr val="tx1"/>
                            </a:solidFill>
                            <a:latin typeface="Cambria Math" panose="02040503050406030204" pitchFamily="18" charset="0"/>
                          </a:rPr>
                          <m:t>−</m:t>
                        </m:r>
                        <m:r>
                          <a:rPr lang="da-DK" sz="1800" b="1" i="1">
                            <a:solidFill>
                              <a:schemeClr val="tx1"/>
                            </a:solidFill>
                            <a:latin typeface="Cambria Math" panose="02040503050406030204" pitchFamily="18" charset="0"/>
                          </a:rPr>
                          <m:t>𝟕</m:t>
                        </m:r>
                      </m:sup>
                    </m:sSup>
                  </m:oMath>
                </a14:m>
                <a:r>
                  <a:rPr lang="da-DK" sz="1800" kern="100" dirty="0">
                    <a:solidFill>
                      <a:schemeClr val="tx1"/>
                    </a:solidFill>
                    <a:latin typeface="+mn-lt"/>
                    <a:ea typeface="Calibri" panose="020F0502020204030204" pitchFamily="34" charset="0"/>
                  </a:rPr>
                  <a:t> [T]</a:t>
                </a:r>
              </a:p>
              <a:p>
                <a:endParaRPr lang="da-DK" sz="1800" dirty="0">
                  <a:solidFill>
                    <a:schemeClr val="tx1"/>
                  </a:solidFill>
                  <a:latin typeface="+mn-lt"/>
                </a:endParaRPr>
              </a:p>
              <a:p>
                <a:r>
                  <a:rPr lang="da-DK" sz="1800" dirty="0">
                    <a:solidFill>
                      <a:schemeClr val="tx1"/>
                    </a:solidFill>
                    <a:latin typeface="+mn-lt"/>
                  </a:rPr>
                  <a:t>B	[T]	Fluxtætheden</a:t>
                </a:r>
              </a:p>
              <a:p>
                <a:r>
                  <a:rPr lang="da-DK" sz="1800" dirty="0">
                    <a:solidFill>
                      <a:schemeClr val="tx1"/>
                    </a:solidFill>
                    <a:latin typeface="+mn-lt"/>
                  </a:rPr>
                  <a:t>I	[A]	Strøm gennem leder</a:t>
                </a:r>
              </a:p>
              <a:p>
                <a14:m>
                  <m:oMath xmlns:m="http://schemas.openxmlformats.org/officeDocument/2006/math">
                    <m:sSub>
                      <m:sSubPr>
                        <m:ctrlP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da-DK" sz="1800"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μ</m:t>
                        </m:r>
                      </m:e>
                      <m:sub>
                        <m:r>
                          <a:rPr lang="da-DK" sz="1800"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da-DK" sz="1800" kern="100" dirty="0">
                    <a:solidFill>
                      <a:schemeClr val="tx1"/>
                    </a:solidFill>
                    <a:latin typeface="+mn-lt"/>
                    <a:cs typeface="Times New Roman" panose="02020603050405020304" pitchFamily="18" charset="0"/>
                  </a:rPr>
                  <a:t>	</a:t>
                </a:r>
                <a:r>
                  <a:rPr lang="da-DK" sz="1800" dirty="0">
                    <a:solidFill>
                      <a:schemeClr val="tx1"/>
                    </a:solidFill>
                    <a:latin typeface="+mn-lt"/>
                  </a:rPr>
                  <a:t>[</a:t>
                </a:r>
                <a14:m>
                  <m:oMath xmlns:m="http://schemas.openxmlformats.org/officeDocument/2006/math">
                    <m:f>
                      <m:fPr>
                        <m:ctrlPr>
                          <a:rPr lang="da-DK" sz="1800" i="1">
                            <a:solidFill>
                              <a:schemeClr val="tx1"/>
                            </a:solidFill>
                            <a:latin typeface="Cambria Math" panose="02040503050406030204" pitchFamily="18" charset="0"/>
                          </a:rPr>
                        </m:ctrlPr>
                      </m:fPr>
                      <m:num>
                        <m:r>
                          <a:rPr lang="da-DK" sz="1800" i="1">
                            <a:solidFill>
                              <a:schemeClr val="tx1"/>
                            </a:solidFill>
                            <a:latin typeface="Cambria Math" panose="02040503050406030204" pitchFamily="18" charset="0"/>
                          </a:rPr>
                          <m:t>𝑉𝑠</m:t>
                        </m:r>
                      </m:num>
                      <m:den>
                        <m:r>
                          <a:rPr lang="da-DK" sz="1800" i="1">
                            <a:solidFill>
                              <a:schemeClr val="tx1"/>
                            </a:solidFill>
                            <a:latin typeface="Cambria Math" panose="02040503050406030204" pitchFamily="18" charset="0"/>
                          </a:rPr>
                          <m:t>𝐴𝑚</m:t>
                        </m:r>
                      </m:den>
                    </m:f>
                    <m:r>
                      <a:rPr lang="da-DK" sz="1800" i="1">
                        <a:solidFill>
                          <a:schemeClr val="tx1"/>
                        </a:solidFill>
                        <a:latin typeface="Cambria Math" panose="02040503050406030204" pitchFamily="18" charset="0"/>
                      </a:rPr>
                      <m:t>=</m:t>
                    </m:r>
                    <m:f>
                      <m:fPr>
                        <m:ctrlPr>
                          <a:rPr lang="da-DK" sz="1800" i="1">
                            <a:solidFill>
                              <a:schemeClr val="tx1"/>
                            </a:solidFill>
                            <a:latin typeface="Cambria Math" panose="02040503050406030204" pitchFamily="18" charset="0"/>
                          </a:rPr>
                        </m:ctrlPr>
                      </m:fPr>
                      <m:num>
                        <m:r>
                          <a:rPr lang="da-DK" sz="1800" i="1">
                            <a:solidFill>
                              <a:schemeClr val="tx1"/>
                            </a:solidFill>
                            <a:latin typeface="Cambria Math" panose="02040503050406030204" pitchFamily="18" charset="0"/>
                          </a:rPr>
                          <m:t>𝑁</m:t>
                        </m:r>
                      </m:num>
                      <m:den>
                        <m:sSup>
                          <m:sSupPr>
                            <m:ctrlPr>
                              <a:rPr lang="da-DK" sz="1800" i="1">
                                <a:solidFill>
                                  <a:schemeClr val="tx1"/>
                                </a:solidFill>
                                <a:latin typeface="Cambria Math" panose="02040503050406030204" pitchFamily="18" charset="0"/>
                              </a:rPr>
                            </m:ctrlPr>
                          </m:sSupPr>
                          <m:e>
                            <m:r>
                              <a:rPr lang="da-DK" sz="1800" i="1">
                                <a:solidFill>
                                  <a:schemeClr val="tx1"/>
                                </a:solidFill>
                                <a:latin typeface="Cambria Math" panose="02040503050406030204" pitchFamily="18" charset="0"/>
                              </a:rPr>
                              <m:t>𝐴</m:t>
                            </m:r>
                          </m:e>
                          <m:sup>
                            <m:r>
                              <a:rPr lang="da-DK" sz="1800" i="1">
                                <a:solidFill>
                                  <a:schemeClr val="tx1"/>
                                </a:solidFill>
                                <a:latin typeface="Cambria Math" panose="02040503050406030204" pitchFamily="18" charset="0"/>
                              </a:rPr>
                              <m:t>2</m:t>
                            </m:r>
                          </m:sup>
                        </m:sSup>
                      </m:den>
                    </m:f>
                  </m:oMath>
                </a14:m>
                <a:r>
                  <a:rPr lang="da-DK" sz="1800" dirty="0">
                    <a:solidFill>
                      <a:schemeClr val="tx1"/>
                    </a:solidFill>
                    <a:latin typeface="+mn-lt"/>
                  </a:rPr>
                  <a:t>]	Permeabiliteten i </a:t>
                </a:r>
                <a:r>
                  <a:rPr lang="da-DK" sz="1800" dirty="0" err="1">
                    <a:solidFill>
                      <a:schemeClr val="tx1"/>
                    </a:solidFill>
                    <a:latin typeface="+mn-lt"/>
                  </a:rPr>
                  <a:t>vacuum</a:t>
                </a:r>
                <a:r>
                  <a:rPr lang="da-DK" sz="1800" dirty="0">
                    <a:solidFill>
                      <a:schemeClr val="tx1"/>
                    </a:solidFill>
                    <a:latin typeface="+mn-lt"/>
                  </a:rPr>
                  <a:t>	 </a:t>
                </a:r>
                <a14:m>
                  <m:oMath xmlns:m="http://schemas.openxmlformats.org/officeDocument/2006/math">
                    <m:sSub>
                      <m:sSubPr>
                        <m:ctrlPr>
                          <a:rPr lang="da-DK" sz="1800" i="1">
                            <a:solidFill>
                              <a:schemeClr val="tx1"/>
                            </a:solidFill>
                            <a:latin typeface="Cambria Math" panose="02040503050406030204" pitchFamily="18" charset="0"/>
                          </a:rPr>
                        </m:ctrlPr>
                      </m:sSubPr>
                      <m:e>
                        <m:r>
                          <a:rPr lang="da-DK" sz="1800" i="1">
                            <a:solidFill>
                              <a:schemeClr val="tx1"/>
                            </a:solidFill>
                            <a:latin typeface="Cambria Math" panose="02040503050406030204" pitchFamily="18" charset="0"/>
                          </a:rPr>
                          <m:t>𝜇</m:t>
                        </m:r>
                      </m:e>
                      <m:sub>
                        <m:r>
                          <a:rPr lang="da-DK" sz="1800" i="1">
                            <a:solidFill>
                              <a:schemeClr val="tx1"/>
                            </a:solidFill>
                            <a:latin typeface="Cambria Math" panose="02040503050406030204" pitchFamily="18" charset="0"/>
                          </a:rPr>
                          <m:t>0</m:t>
                        </m:r>
                      </m:sub>
                    </m:sSub>
                    <m:r>
                      <a:rPr lang="da-DK" sz="1800" i="1">
                        <a:solidFill>
                          <a:schemeClr val="tx1"/>
                        </a:solidFill>
                        <a:latin typeface="Cambria Math" panose="02040503050406030204" pitchFamily="18" charset="0"/>
                      </a:rPr>
                      <m:t>=4∙</m:t>
                    </m:r>
                    <m:r>
                      <a:rPr lang="da-DK" sz="1800" i="1">
                        <a:solidFill>
                          <a:schemeClr val="tx1"/>
                        </a:solidFill>
                        <a:latin typeface="Cambria Math" panose="02040503050406030204" pitchFamily="18" charset="0"/>
                      </a:rPr>
                      <m:t>𝜋</m:t>
                    </m:r>
                    <m:r>
                      <a:rPr lang="da-DK" sz="1800" i="1">
                        <a:solidFill>
                          <a:schemeClr val="tx1"/>
                        </a:solidFill>
                        <a:latin typeface="Cambria Math" panose="02040503050406030204" pitchFamily="18" charset="0"/>
                      </a:rPr>
                      <m:t>∙</m:t>
                    </m:r>
                    <m:sSup>
                      <m:sSupPr>
                        <m:ctrlPr>
                          <a:rPr lang="da-DK" sz="1800" i="1">
                            <a:solidFill>
                              <a:schemeClr val="tx1"/>
                            </a:solidFill>
                            <a:latin typeface="Cambria Math" panose="02040503050406030204" pitchFamily="18" charset="0"/>
                          </a:rPr>
                        </m:ctrlPr>
                      </m:sSupPr>
                      <m:e>
                        <m:r>
                          <a:rPr lang="da-DK" sz="1800" i="1">
                            <a:solidFill>
                              <a:schemeClr val="tx1"/>
                            </a:solidFill>
                            <a:latin typeface="Cambria Math" panose="02040503050406030204" pitchFamily="18" charset="0"/>
                          </a:rPr>
                          <m:t>10</m:t>
                        </m:r>
                      </m:e>
                      <m:sup>
                        <m:r>
                          <a:rPr lang="da-DK" sz="1800" i="1">
                            <a:solidFill>
                              <a:schemeClr val="tx1"/>
                            </a:solidFill>
                            <a:latin typeface="Cambria Math" panose="02040503050406030204" pitchFamily="18" charset="0"/>
                          </a:rPr>
                          <m:t>−7</m:t>
                        </m:r>
                      </m:sup>
                    </m:sSup>
                    <m:r>
                      <a:rPr lang="da-DK" sz="1800" i="1">
                        <a:solidFill>
                          <a:schemeClr val="tx1"/>
                        </a:solidFill>
                        <a:latin typeface="Cambria Math" panose="02040503050406030204" pitchFamily="18" charset="0"/>
                      </a:rPr>
                      <m:t>     </m:t>
                    </m:r>
                    <m:f>
                      <m:fPr>
                        <m:ctrlPr>
                          <a:rPr lang="da-DK" sz="1800" i="1">
                            <a:solidFill>
                              <a:schemeClr val="tx1"/>
                            </a:solidFill>
                            <a:latin typeface="Cambria Math" panose="02040503050406030204" pitchFamily="18" charset="0"/>
                          </a:rPr>
                        </m:ctrlPr>
                      </m:fPr>
                      <m:num>
                        <m:r>
                          <a:rPr lang="da-DK" sz="1800" i="1">
                            <a:solidFill>
                              <a:schemeClr val="tx1"/>
                            </a:solidFill>
                            <a:latin typeface="Cambria Math" panose="02040503050406030204" pitchFamily="18" charset="0"/>
                          </a:rPr>
                          <m:t>𝑉𝑠</m:t>
                        </m:r>
                      </m:num>
                      <m:den>
                        <m:r>
                          <a:rPr lang="da-DK" sz="1800" i="1">
                            <a:solidFill>
                              <a:schemeClr val="tx1"/>
                            </a:solidFill>
                            <a:latin typeface="Cambria Math" panose="02040503050406030204" pitchFamily="18" charset="0"/>
                          </a:rPr>
                          <m:t>𝐴𝑚</m:t>
                        </m:r>
                      </m:den>
                    </m:f>
                  </m:oMath>
                </a14:m>
                <a:endParaRPr lang="da-DK" sz="1800" dirty="0">
                  <a:solidFill>
                    <a:schemeClr val="tx1"/>
                  </a:solidFill>
                  <a:latin typeface="+mn-lt"/>
                </a:endParaRPr>
              </a:p>
              <a:p>
                <a14:m>
                  <m:oMath xmlns:m="http://schemas.openxmlformats.org/officeDocument/2006/math">
                    <m:r>
                      <a:rPr lang="da-DK" sz="1800" i="1" kern="100">
                        <a:solidFill>
                          <a:schemeClr val="tx1"/>
                        </a:solidFill>
                        <a:latin typeface="Cambria Math" panose="02040503050406030204" pitchFamily="18" charset="0"/>
                        <a:ea typeface="Calibri" panose="020F0502020204030204" pitchFamily="34" charset="0"/>
                        <a:cs typeface="Times New Roman" panose="02020603050405020304" pitchFamily="18" charset="0"/>
                      </a:rPr>
                      <m:t>𝒂</m:t>
                    </m:r>
                  </m:oMath>
                </a14:m>
                <a:r>
                  <a:rPr lang="da-DK" sz="1800" kern="100" dirty="0">
                    <a:solidFill>
                      <a:schemeClr val="tx1"/>
                    </a:solidFill>
                    <a:latin typeface="+mn-lt"/>
                  </a:rPr>
                  <a:t>	</a:t>
                </a:r>
                <a:r>
                  <a:rPr lang="da-DK" sz="1800" dirty="0">
                    <a:solidFill>
                      <a:schemeClr val="tx1"/>
                    </a:solidFill>
                    <a:latin typeface="+mn-lt"/>
                  </a:rPr>
                  <a:t> m	Afstand fra leders centerlinje til punkt</a:t>
                </a:r>
              </a:p>
              <a:p>
                <a:endParaRPr lang="da-DK" sz="1800" kern="100" dirty="0">
                  <a:solidFill>
                    <a:schemeClr val="tx1"/>
                  </a:solidFill>
                  <a:latin typeface="+mn-lt"/>
                  <a:ea typeface="Calibri" panose="020F0502020204030204" pitchFamily="34" charset="0"/>
                  <a:cs typeface="Times New Roman" panose="02020603050405020304" pitchFamily="18" charset="0"/>
                </a:endParaRPr>
              </a:p>
              <a:p>
                <a:endParaRPr lang="da-DK" dirty="0">
                  <a:solidFill>
                    <a:schemeClr val="tx1"/>
                  </a:solidFill>
                </a:endParaRPr>
              </a:p>
              <a:p>
                <a:endParaRPr lang="da-DK" dirty="0">
                  <a:solidFill>
                    <a:schemeClr val="tx1"/>
                  </a:solidFill>
                </a:endParaRPr>
              </a:p>
            </p:txBody>
          </p:sp>
        </mc:Choice>
        <mc:Fallback xmlns="">
          <p:sp>
            <p:nvSpPr>
              <p:cNvPr id="7" name="Pladsholder til indhold 6">
                <a:extLst>
                  <a:ext uri="{FF2B5EF4-FFF2-40B4-BE49-F238E27FC236}">
                    <a16:creationId xmlns:a16="http://schemas.microsoft.com/office/drawing/2014/main" id="{C5601AE5-E9F8-3CFA-743C-9EAF570F2E15}"/>
                  </a:ext>
                </a:extLst>
              </p:cNvPr>
              <p:cNvSpPr>
                <a:spLocks noGrp="1" noRot="1" noChangeAspect="1" noMove="1" noResize="1" noEditPoints="1" noAdjustHandles="1" noChangeArrowheads="1" noChangeShapeType="1" noTextEdit="1"/>
              </p:cNvSpPr>
              <p:nvPr>
                <p:ph sz="quarter" idx="13"/>
              </p:nvPr>
            </p:nvSpPr>
            <p:spPr>
              <a:xfrm>
                <a:off x="468899" y="928079"/>
                <a:ext cx="10211392" cy="5328936"/>
              </a:xfrm>
              <a:blipFill>
                <a:blip r:embed="rId2"/>
                <a:stretch>
                  <a:fillRect l="-537"/>
                </a:stretch>
              </a:blipFill>
            </p:spPr>
            <p:txBody>
              <a:bodyPr/>
              <a:lstStyle/>
              <a:p>
                <a:r>
                  <a:rPr lang="da-DK">
                    <a:noFill/>
                  </a:rPr>
                  <a:t> </a:t>
                </a:r>
              </a:p>
            </p:txBody>
          </p:sp>
        </mc:Fallback>
      </mc:AlternateContent>
      <p:sp>
        <p:nvSpPr>
          <p:cNvPr id="4" name="Titel 3">
            <a:extLst>
              <a:ext uri="{FF2B5EF4-FFF2-40B4-BE49-F238E27FC236}">
                <a16:creationId xmlns:a16="http://schemas.microsoft.com/office/drawing/2014/main" id="{0935CAF5-2A88-3403-7911-9A70D50C4523}"/>
              </a:ext>
            </a:extLst>
          </p:cNvPr>
          <p:cNvSpPr>
            <a:spLocks noGrp="1"/>
          </p:cNvSpPr>
          <p:nvPr>
            <p:ph type="title"/>
          </p:nvPr>
        </p:nvSpPr>
        <p:spPr>
          <a:xfrm>
            <a:off x="468899" y="337227"/>
            <a:ext cx="11188786" cy="590852"/>
          </a:xfrm>
        </p:spPr>
        <p:txBody>
          <a:bodyPr/>
          <a:lstStyle/>
          <a:p>
            <a:r>
              <a:rPr lang="da-DK" dirty="0"/>
              <a:t>Fluxtæthed om en leder</a:t>
            </a:r>
          </a:p>
        </p:txBody>
      </p:sp>
      <p:sp>
        <p:nvSpPr>
          <p:cNvPr id="6" name="Pladsholder til sidefod 5">
            <a:extLst>
              <a:ext uri="{FF2B5EF4-FFF2-40B4-BE49-F238E27FC236}">
                <a16:creationId xmlns:a16="http://schemas.microsoft.com/office/drawing/2014/main" id="{69351D02-BFAB-E7F1-31A8-81681FF581FF}"/>
              </a:ext>
            </a:extLst>
          </p:cNvPr>
          <p:cNvSpPr>
            <a:spLocks noGrp="1"/>
          </p:cNvSpPr>
          <p:nvPr>
            <p:ph type="ftr" sz="quarter" idx="3"/>
          </p:nvPr>
        </p:nvSpPr>
        <p:spPr/>
        <p:txBody>
          <a:bodyPr/>
          <a:lstStyle/>
          <a:p>
            <a:r>
              <a:rPr lang="da-DK" dirty="0"/>
              <a:t> </a:t>
            </a:r>
          </a:p>
        </p:txBody>
      </p:sp>
      <p:pic>
        <p:nvPicPr>
          <p:cNvPr id="3" name="Billede 2" descr="Et billede, der indeholder våben&#10;&#10;Automatisk genereret beskrivelse">
            <a:extLst>
              <a:ext uri="{FF2B5EF4-FFF2-40B4-BE49-F238E27FC236}">
                <a16:creationId xmlns:a16="http://schemas.microsoft.com/office/drawing/2014/main" id="{CD37132E-9CCA-A17F-6141-5959F755FAC0}"/>
              </a:ext>
            </a:extLst>
          </p:cNvPr>
          <p:cNvPicPr>
            <a:picLocks noChangeAspect="1"/>
          </p:cNvPicPr>
          <p:nvPr/>
        </p:nvPicPr>
        <p:blipFill>
          <a:blip r:embed="rId3"/>
          <a:stretch>
            <a:fillRect/>
          </a:stretch>
        </p:blipFill>
        <p:spPr>
          <a:xfrm>
            <a:off x="1254700" y="4238307"/>
            <a:ext cx="4639335" cy="1610145"/>
          </a:xfrm>
          <a:prstGeom prst="rect">
            <a:avLst/>
          </a:prstGeom>
        </p:spPr>
      </p:pic>
      <p:pic>
        <p:nvPicPr>
          <p:cNvPr id="9" name="Billede 8">
            <a:extLst>
              <a:ext uri="{FF2B5EF4-FFF2-40B4-BE49-F238E27FC236}">
                <a16:creationId xmlns:a16="http://schemas.microsoft.com/office/drawing/2014/main" id="{E5B46EF9-3F23-953A-8860-31462F22B531}"/>
              </a:ext>
            </a:extLst>
          </p:cNvPr>
          <p:cNvPicPr>
            <a:picLocks noChangeAspect="1"/>
          </p:cNvPicPr>
          <p:nvPr/>
        </p:nvPicPr>
        <p:blipFill>
          <a:blip r:embed="rId4"/>
          <a:stretch>
            <a:fillRect/>
          </a:stretch>
        </p:blipFill>
        <p:spPr>
          <a:xfrm>
            <a:off x="6728702" y="3406733"/>
            <a:ext cx="3192780" cy="2850282"/>
          </a:xfrm>
          <a:prstGeom prst="rect">
            <a:avLst/>
          </a:prstGeom>
        </p:spPr>
      </p:pic>
    </p:spTree>
    <p:extLst>
      <p:ext uri="{BB962C8B-B14F-4D97-AF65-F5344CB8AC3E}">
        <p14:creationId xmlns:p14="http://schemas.microsoft.com/office/powerpoint/2010/main" val="2782741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felt 1"/>
          <p:cNvSpPr txBox="1"/>
          <p:nvPr/>
        </p:nvSpPr>
        <p:spPr>
          <a:xfrm>
            <a:off x="986589" y="2273969"/>
            <a:ext cx="6950047" cy="2492990"/>
          </a:xfrm>
          <a:prstGeom prst="rect">
            <a:avLst/>
          </a:prstGeom>
          <a:noFill/>
        </p:spPr>
        <p:txBody>
          <a:bodyPr wrap="square" rtlCol="0">
            <a:spAutoFit/>
          </a:bodyPr>
          <a:lstStyle/>
          <a:p>
            <a:r>
              <a:rPr lang="da-DK" sz="2400" b="1" dirty="0" err="1">
                <a:solidFill>
                  <a:prstClr val="black"/>
                </a:solidFill>
                <a:latin typeface="Calibri" panose="020F0502020204030204"/>
              </a:rPr>
              <a:t>Fluxtætheden</a:t>
            </a:r>
            <a:r>
              <a:rPr lang="da-DK" sz="2400" b="1" dirty="0">
                <a:solidFill>
                  <a:prstClr val="black"/>
                </a:solidFill>
                <a:latin typeface="Calibri" panose="020F0502020204030204"/>
              </a:rPr>
              <a:t> omkring en leder</a:t>
            </a:r>
          </a:p>
          <a:p>
            <a:r>
              <a:rPr lang="da-DK" sz="2400" dirty="0" err="1">
                <a:solidFill>
                  <a:prstClr val="black"/>
                </a:solidFill>
                <a:latin typeface="Calibri" panose="020F0502020204030204"/>
              </a:rPr>
              <a:t>Fluxtætheden</a:t>
            </a:r>
            <a:r>
              <a:rPr lang="da-DK" sz="2400" dirty="0">
                <a:solidFill>
                  <a:prstClr val="black"/>
                </a:solidFill>
                <a:latin typeface="Calibri" panose="020F0502020204030204"/>
              </a:rPr>
              <a:t> i et punkt i rummet om en uendelig lang strømførende leder, er bestemt af strømmens størrelse I, af materialet, hvori lederen er anbragt, samt afstanden til lederen a.</a:t>
            </a:r>
          </a:p>
          <a:p>
            <a:endParaRPr lang="da-DK" dirty="0">
              <a:solidFill>
                <a:prstClr val="black"/>
              </a:solidFill>
              <a:latin typeface="Calibri" panose="020F0502020204030204"/>
            </a:endParaRPr>
          </a:p>
          <a:p>
            <a:endParaRPr lang="da-DK" dirty="0">
              <a:solidFill>
                <a:prstClr val="black"/>
              </a:solidFill>
              <a:latin typeface="Calibri" panose="020F0502020204030204"/>
            </a:endParaRPr>
          </a:p>
        </p:txBody>
      </p:sp>
      <p:pic>
        <p:nvPicPr>
          <p:cNvPr id="3" name="Billede 2"/>
          <p:cNvPicPr>
            <a:picLocks noChangeAspect="1"/>
          </p:cNvPicPr>
          <p:nvPr/>
        </p:nvPicPr>
        <p:blipFill>
          <a:blip r:embed="rId2"/>
          <a:stretch>
            <a:fillRect/>
          </a:stretch>
        </p:blipFill>
        <p:spPr>
          <a:xfrm>
            <a:off x="1085996" y="4319428"/>
            <a:ext cx="8212407" cy="1264626"/>
          </a:xfrm>
          <a:prstGeom prst="rect">
            <a:avLst/>
          </a:prstGeom>
        </p:spPr>
      </p:pic>
      <p:sp>
        <p:nvSpPr>
          <p:cNvPr id="4" name="Tekstfelt 3"/>
          <p:cNvSpPr txBox="1"/>
          <p:nvPr/>
        </p:nvSpPr>
        <p:spPr>
          <a:xfrm>
            <a:off x="986590" y="565485"/>
            <a:ext cx="8855242" cy="1477328"/>
          </a:xfrm>
          <a:prstGeom prst="rect">
            <a:avLst/>
          </a:prstGeom>
          <a:noFill/>
        </p:spPr>
        <p:txBody>
          <a:bodyPr wrap="square" rtlCol="0">
            <a:spAutoFit/>
          </a:bodyPr>
          <a:lstStyle/>
          <a:p>
            <a:r>
              <a:rPr lang="da-DK" sz="2400" b="1" dirty="0" err="1">
                <a:solidFill>
                  <a:prstClr val="black"/>
                </a:solidFill>
                <a:latin typeface="Calibri" panose="020F0502020204030204"/>
              </a:rPr>
              <a:t>Permabiliteten</a:t>
            </a:r>
            <a:r>
              <a:rPr lang="da-DK" sz="2400" dirty="0">
                <a:solidFill>
                  <a:prstClr val="black"/>
                </a:solidFill>
                <a:latin typeface="Calibri" panose="020F0502020204030204"/>
              </a:rPr>
              <a:t> er en svær størrelse. Der kommer mere i afsnit 5.3</a:t>
            </a:r>
          </a:p>
          <a:p>
            <a:r>
              <a:rPr lang="da-DK" sz="2400" dirty="0">
                <a:solidFill>
                  <a:prstClr val="black"/>
                </a:solidFill>
                <a:latin typeface="Calibri" panose="020F0502020204030204"/>
              </a:rPr>
              <a:t>Her er en anden forklaring - 6 min. (selvstudie)</a:t>
            </a:r>
          </a:p>
          <a:p>
            <a:r>
              <a:rPr lang="da-DK" sz="2400" dirty="0">
                <a:solidFill>
                  <a:prstClr val="black"/>
                </a:solidFill>
                <a:latin typeface="Calibri" panose="020F0502020204030204"/>
                <a:hlinkClick r:id="rId3"/>
              </a:rPr>
              <a:t>https://www.youtube.com/watch?v=rWd3WSsWmJQ</a:t>
            </a:r>
            <a:endParaRPr lang="da-DK" sz="2400" dirty="0">
              <a:solidFill>
                <a:prstClr val="black"/>
              </a:solidFill>
              <a:latin typeface="Calibri" panose="020F0502020204030204"/>
            </a:endParaRPr>
          </a:p>
          <a:p>
            <a:endParaRPr lang="da-DK" dirty="0">
              <a:solidFill>
                <a:prstClr val="black"/>
              </a:solidFill>
              <a:latin typeface="Calibri" panose="020F0502020204030204"/>
            </a:endParaRPr>
          </a:p>
        </p:txBody>
      </p:sp>
    </p:spTree>
    <p:extLst>
      <p:ext uri="{BB962C8B-B14F-4D97-AF65-F5344CB8AC3E}">
        <p14:creationId xmlns:p14="http://schemas.microsoft.com/office/powerpoint/2010/main" val="165133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felt 1"/>
          <p:cNvSpPr txBox="1"/>
          <p:nvPr/>
        </p:nvSpPr>
        <p:spPr>
          <a:xfrm>
            <a:off x="538742" y="469349"/>
            <a:ext cx="10073111" cy="1200329"/>
          </a:xfrm>
          <a:prstGeom prst="rect">
            <a:avLst/>
          </a:prstGeom>
          <a:noFill/>
        </p:spPr>
        <p:txBody>
          <a:bodyPr wrap="square" rtlCol="0">
            <a:spAutoFit/>
          </a:bodyPr>
          <a:lstStyle/>
          <a:p>
            <a:r>
              <a:rPr lang="da-DK" dirty="0">
                <a:solidFill>
                  <a:prstClr val="black"/>
                </a:solidFill>
                <a:latin typeface="Calibri" panose="020F0502020204030204"/>
              </a:rPr>
              <a:t>Anbringes der en anden strømførende leder i det magnetfelt der omgiver den første leder, vil lederne påvirke hinanden med en kraft (mere i 5.10). Dette forhold danne grundlag for ampere.</a:t>
            </a:r>
          </a:p>
          <a:p>
            <a:r>
              <a:rPr lang="da-DK" dirty="0">
                <a:solidFill>
                  <a:prstClr val="black"/>
                </a:solidFill>
                <a:latin typeface="Calibri" panose="020F0502020204030204"/>
                <a:hlinkClick r:id="rId2"/>
              </a:rPr>
              <a:t>https://www.youtube.com/watch?v=GW7PvSR9VUo</a:t>
            </a:r>
            <a:r>
              <a:rPr lang="da-DK" dirty="0">
                <a:solidFill>
                  <a:prstClr val="black"/>
                </a:solidFill>
                <a:latin typeface="Calibri" panose="020F0502020204030204"/>
              </a:rPr>
              <a:t> (Kinamand med to spændingsførende ledere)</a:t>
            </a:r>
          </a:p>
          <a:p>
            <a:endParaRPr lang="da-DK" dirty="0">
              <a:solidFill>
                <a:prstClr val="black"/>
              </a:solidFill>
              <a:latin typeface="Calibri" panose="020F0502020204030204"/>
            </a:endParaRPr>
          </a:p>
        </p:txBody>
      </p:sp>
      <p:pic>
        <p:nvPicPr>
          <p:cNvPr id="3" name="Billede 2"/>
          <p:cNvPicPr>
            <a:picLocks noChangeAspect="1"/>
          </p:cNvPicPr>
          <p:nvPr/>
        </p:nvPicPr>
        <p:blipFill>
          <a:blip r:embed="rId3"/>
          <a:stretch>
            <a:fillRect/>
          </a:stretch>
        </p:blipFill>
        <p:spPr>
          <a:xfrm>
            <a:off x="538742" y="2316025"/>
            <a:ext cx="9103065" cy="3050176"/>
          </a:xfrm>
          <a:prstGeom prst="rect">
            <a:avLst/>
          </a:prstGeom>
        </p:spPr>
      </p:pic>
      <p:sp>
        <p:nvSpPr>
          <p:cNvPr id="4" name="Tekstfelt 3"/>
          <p:cNvSpPr txBox="1"/>
          <p:nvPr/>
        </p:nvSpPr>
        <p:spPr>
          <a:xfrm>
            <a:off x="538741" y="5561808"/>
            <a:ext cx="11653259" cy="1200329"/>
          </a:xfrm>
          <a:prstGeom prst="rect">
            <a:avLst/>
          </a:prstGeom>
          <a:noFill/>
        </p:spPr>
        <p:txBody>
          <a:bodyPr wrap="square" rtlCol="0">
            <a:spAutoFit/>
          </a:bodyPr>
          <a:lstStyle/>
          <a:p>
            <a:r>
              <a:rPr lang="da-DK" dirty="0">
                <a:solidFill>
                  <a:prstClr val="black"/>
                </a:solidFill>
                <a:latin typeface="Calibri" panose="020F0502020204030204"/>
                <a:hlinkClick r:id="rId4"/>
              </a:rPr>
              <a:t>https://www.youtube.com/watch?v=q9AT028eFSg</a:t>
            </a:r>
            <a:r>
              <a:rPr lang="da-DK" dirty="0">
                <a:solidFill>
                  <a:prstClr val="black"/>
                </a:solidFill>
                <a:latin typeface="Calibri" panose="020F0502020204030204"/>
              </a:rPr>
              <a:t> (lab øvelse af dansker med stor spole og kompasnål med </a:t>
            </a:r>
            <a:r>
              <a:rPr lang="da-DK" dirty="0" err="1">
                <a:solidFill>
                  <a:prstClr val="black"/>
                </a:solidFill>
                <a:latin typeface="Calibri" panose="020F0502020204030204"/>
              </a:rPr>
              <a:t>u-båds</a:t>
            </a:r>
            <a:r>
              <a:rPr lang="da-DK" dirty="0">
                <a:solidFill>
                  <a:prstClr val="black"/>
                </a:solidFill>
                <a:latin typeface="Calibri" panose="020F0502020204030204"/>
              </a:rPr>
              <a:t> musik)</a:t>
            </a:r>
          </a:p>
          <a:p>
            <a:r>
              <a:rPr lang="da-DK" dirty="0">
                <a:solidFill>
                  <a:prstClr val="black"/>
                </a:solidFill>
                <a:latin typeface="Calibri" panose="020F0502020204030204"/>
                <a:hlinkClick r:id="rId5"/>
              </a:rPr>
              <a:t>https://www.youtube.com/watch?v=6tG9fY0WX3U</a:t>
            </a:r>
            <a:r>
              <a:rPr lang="da-DK" dirty="0">
                <a:solidFill>
                  <a:prstClr val="black"/>
                </a:solidFill>
                <a:latin typeface="Calibri" panose="020F0502020204030204"/>
              </a:rPr>
              <a:t> (felt inden i spole)</a:t>
            </a:r>
          </a:p>
          <a:p>
            <a:endParaRPr lang="da-DK" dirty="0">
              <a:solidFill>
                <a:prstClr val="black"/>
              </a:solidFill>
              <a:latin typeface="Calibri" panose="020F0502020204030204"/>
            </a:endParaRPr>
          </a:p>
          <a:p>
            <a:endParaRPr lang="da-DK" dirty="0">
              <a:solidFill>
                <a:prstClr val="black"/>
              </a:solidFill>
              <a:latin typeface="Calibri" panose="020F0502020204030204"/>
            </a:endParaRPr>
          </a:p>
        </p:txBody>
      </p:sp>
      <p:sp>
        <p:nvSpPr>
          <p:cNvPr id="5" name="Tekstfelt 4"/>
          <p:cNvSpPr txBox="1"/>
          <p:nvPr/>
        </p:nvSpPr>
        <p:spPr>
          <a:xfrm>
            <a:off x="538742" y="1502923"/>
            <a:ext cx="9459500" cy="646331"/>
          </a:xfrm>
          <a:prstGeom prst="rect">
            <a:avLst/>
          </a:prstGeom>
          <a:noFill/>
        </p:spPr>
        <p:txBody>
          <a:bodyPr wrap="square" rtlCol="0">
            <a:spAutoFit/>
          </a:bodyPr>
          <a:lstStyle/>
          <a:p>
            <a:r>
              <a:rPr lang="da-DK" dirty="0">
                <a:solidFill>
                  <a:prstClr val="black"/>
                </a:solidFill>
                <a:latin typeface="Calibri" panose="020F0502020204030204"/>
              </a:rPr>
              <a:t>Hvis en leder vikles op til en spole vil de enkelte felter danne et stort resulterende magnetfelt, hvis retning kan findes ved spolereglen.</a:t>
            </a:r>
          </a:p>
        </p:txBody>
      </p:sp>
    </p:spTree>
    <p:extLst>
      <p:ext uri="{BB962C8B-B14F-4D97-AF65-F5344CB8AC3E}">
        <p14:creationId xmlns:p14="http://schemas.microsoft.com/office/powerpoint/2010/main" val="309878708"/>
      </p:ext>
    </p:extLst>
  </p:cSld>
  <p:clrMapOvr>
    <a:masterClrMapping/>
  </p:clrMapOvr>
</p:sld>
</file>

<file path=ppt/theme/theme1.xml><?xml version="1.0" encoding="utf-8"?>
<a:theme xmlns:a="http://schemas.openxmlformats.org/drawingml/2006/main" name="Martec tema1">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rtec tema1" id="{B599C89D-3C71-4D81-95F1-8E7D61CEABEF}" vid="{1B4F730B-A4D3-443F-B092-6AD44F5E0937}"/>
    </a:ext>
  </a:extLst>
</a:theme>
</file>

<file path=docProps/app.xml><?xml version="1.0" encoding="utf-8"?>
<Properties xmlns="http://schemas.openxmlformats.org/officeDocument/2006/extended-properties" xmlns:vt="http://schemas.openxmlformats.org/officeDocument/2006/docPropsVTypes">
  <Template>Gallery</Template>
  <TotalTime>644</TotalTime>
  <Words>1083</Words>
  <Application>Microsoft Office PowerPoint</Application>
  <PresentationFormat>Widescreen</PresentationFormat>
  <Paragraphs>112</Paragraphs>
  <Slides>14</Slides>
  <Notes>0</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14</vt:i4>
      </vt:variant>
    </vt:vector>
  </HeadingPairs>
  <TitlesOfParts>
    <vt:vector size="20" baseType="lpstr">
      <vt:lpstr>Arial</vt:lpstr>
      <vt:lpstr>Calibri</vt:lpstr>
      <vt:lpstr>Cambria Math</vt:lpstr>
      <vt:lpstr>Tw Cen MT</vt:lpstr>
      <vt:lpstr>Verdana</vt:lpstr>
      <vt:lpstr>Martec tema1</vt:lpstr>
      <vt:lpstr>Det magnetiske felt</vt:lpstr>
      <vt:lpstr>Opgaver</vt:lpstr>
      <vt:lpstr>PowerPoint-præsentation</vt:lpstr>
      <vt:lpstr>Anvendelse</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Fluxtæthed om en leder</vt:lpstr>
      <vt:lpstr>PowerPoint-præsentation</vt:lpstr>
      <vt:lpstr>PowerPoint-præsentation</vt:lpstr>
    </vt:vector>
  </TitlesOfParts>
  <Company>Martec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dc:title>
  <dc:creator>John Erik Andersen</dc:creator>
  <cp:lastModifiedBy>Simon Tran Agerholm</cp:lastModifiedBy>
  <cp:revision>19</cp:revision>
  <dcterms:created xsi:type="dcterms:W3CDTF">2018-07-24T14:30:50Z</dcterms:created>
  <dcterms:modified xsi:type="dcterms:W3CDTF">2026-02-23T08:32:11Z</dcterms:modified>
</cp:coreProperties>
</file>