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2" r:id="rId3"/>
    <p:sldMasterId id="2147483826" r:id="rId4"/>
  </p:sldMasterIdLst>
  <p:notesMasterIdLst>
    <p:notesMasterId r:id="rId9"/>
  </p:notesMasterIdLst>
  <p:sldIdLst>
    <p:sldId id="276" r:id="rId5"/>
    <p:sldId id="257" r:id="rId6"/>
    <p:sldId id="258" r:id="rId7"/>
    <p:sldId id="275" r:id="rId8"/>
  </p:sldIdLst>
  <p:sldSz cx="12192000" cy="6858000"/>
  <p:notesSz cx="9874250" cy="6724650"/>
  <p:embeddedFontLst>
    <p:embeddedFont>
      <p:font typeface="Bradley Hand ITC" panose="03070402050302030203" pitchFamily="66" charset="0"/>
      <p:regular r:id="rId10"/>
    </p:embeddedFont>
    <p:embeddedFont>
      <p:font typeface="Cambria Math" panose="02040503050406030204" pitchFamily="18" charset="0"/>
      <p:regular r:id="rId11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9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584DD1-F701-495E-8C5E-F3444798C362}" v="1" dt="2025-02-19T07:10:31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20" y="2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19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Novrup Kristensen" userId="e9830fe9-38b7-45a0-9b60-2e1ca18252cf" providerId="ADAL" clId="{FC649600-B920-4EB8-8349-52B31A652AD2}"/>
    <pc:docChg chg="addSld delSld modSld addMainMaster modMainMaster">
      <pc:chgData name="Peter Novrup Kristensen" userId="e9830fe9-38b7-45a0-9b60-2e1ca18252cf" providerId="ADAL" clId="{FC649600-B920-4EB8-8349-52B31A652AD2}" dt="2024-10-06T17:47:03.430" v="13" actId="6549"/>
      <pc:docMkLst>
        <pc:docMk/>
      </pc:docMkLst>
      <pc:sldChg chg="del">
        <pc:chgData name="Peter Novrup Kristensen" userId="e9830fe9-38b7-45a0-9b60-2e1ca18252cf" providerId="ADAL" clId="{FC649600-B920-4EB8-8349-52B31A652AD2}" dt="2024-10-06T17:45:28.659" v="2" actId="47"/>
        <pc:sldMkLst>
          <pc:docMk/>
          <pc:sldMk cId="4262271175" sldId="256"/>
        </pc:sldMkLst>
      </pc:sldChg>
      <pc:sldChg chg="modSp mod">
        <pc:chgData name="Peter Novrup Kristensen" userId="e9830fe9-38b7-45a0-9b60-2e1ca18252cf" providerId="ADAL" clId="{FC649600-B920-4EB8-8349-52B31A652AD2}" dt="2024-10-06T17:46:34.005" v="8" actId="113"/>
        <pc:sldMkLst>
          <pc:docMk/>
          <pc:sldMk cId="85598206" sldId="257"/>
        </pc:sldMkLst>
      </pc:sldChg>
      <pc:sldChg chg="modSp mod">
        <pc:chgData name="Peter Novrup Kristensen" userId="e9830fe9-38b7-45a0-9b60-2e1ca18252cf" providerId="ADAL" clId="{FC649600-B920-4EB8-8349-52B31A652AD2}" dt="2024-10-06T17:47:03.430" v="13" actId="6549"/>
        <pc:sldMkLst>
          <pc:docMk/>
          <pc:sldMk cId="1575408348" sldId="258"/>
        </pc:sldMkLst>
      </pc:sldChg>
      <pc:sldChg chg="modSp mod">
        <pc:chgData name="Peter Novrup Kristensen" userId="e9830fe9-38b7-45a0-9b60-2e1ca18252cf" providerId="ADAL" clId="{FC649600-B920-4EB8-8349-52B31A652AD2}" dt="2024-10-06T17:46:17.369" v="4" actId="207"/>
        <pc:sldMkLst>
          <pc:docMk/>
          <pc:sldMk cId="2792432768" sldId="275"/>
        </pc:sldMkLst>
      </pc:sldChg>
      <pc:sldChg chg="add">
        <pc:chgData name="Peter Novrup Kristensen" userId="e9830fe9-38b7-45a0-9b60-2e1ca18252cf" providerId="ADAL" clId="{FC649600-B920-4EB8-8349-52B31A652AD2}" dt="2024-10-06T17:45:26.084" v="1"/>
        <pc:sldMkLst>
          <pc:docMk/>
          <pc:sldMk cId="1296272113" sldId="276"/>
        </pc:sldMkLst>
      </pc:sldChg>
      <pc:sldMasterChg chg="modSp modSldLayout">
        <pc:chgData name="Peter Novrup Kristensen" userId="e9830fe9-38b7-45a0-9b60-2e1ca18252cf" providerId="ADAL" clId="{FC649600-B920-4EB8-8349-52B31A652AD2}" dt="2024-10-06T17:45:37.202" v="3"/>
        <pc:sldMasterMkLst>
          <pc:docMk/>
          <pc:sldMasterMk cId="0" sldId="2147483712"/>
        </pc:sldMasterMkLst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0" sldId="2147483720"/>
          </pc:sldLayoutMkLst>
        </pc:sldLayoutChg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1631020059" sldId="2147483765"/>
          </pc:sldLayoutMkLst>
        </pc:sldLayoutChg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4045498528" sldId="2147483768"/>
          </pc:sldLayoutMkLst>
        </pc:sldLayoutChg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3481985682" sldId="2147483770"/>
          </pc:sldLayoutMkLst>
        </pc:sldLayoutChg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1707880721" sldId="2147483771"/>
          </pc:sldLayoutMkLst>
        </pc:sldLayoutChg>
        <pc:sldLayoutChg chg="modSp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0" sldId="2147483712"/>
            <pc:sldLayoutMk cId="1721833145" sldId="2147483773"/>
          </pc:sldLayoutMkLst>
        </pc:sldLayoutChg>
      </pc:sldMasterChg>
      <pc:sldMasterChg chg="modSp add addSldLayout modSldLayout">
        <pc:chgData name="Peter Novrup Kristensen" userId="e9830fe9-38b7-45a0-9b60-2e1ca18252cf" providerId="ADAL" clId="{FC649600-B920-4EB8-8349-52B31A652AD2}" dt="2024-10-06T17:45:37.202" v="3"/>
        <pc:sldMasterMkLst>
          <pc:docMk/>
          <pc:sldMasterMk cId="3433998032" sldId="2147483813"/>
        </pc:sldMasterMkLst>
        <pc:sldLayoutChg chg="modSp add">
          <pc:chgData name="Peter Novrup Kristensen" userId="e9830fe9-38b7-45a0-9b60-2e1ca18252cf" providerId="ADAL" clId="{FC649600-B920-4EB8-8349-52B31A652AD2}" dt="2024-10-06T17:45:37.202" v="3"/>
          <pc:sldLayoutMkLst>
            <pc:docMk/>
            <pc:sldMasterMk cId="3433998032" sldId="2147483813"/>
            <pc:sldLayoutMk cId="2644257059" sldId="2147483825"/>
          </pc:sldLayoutMkLst>
        </pc:sldLayoutChg>
      </pc:sldMasterChg>
    </pc:docChg>
  </pc:docChgLst>
  <pc:docChgLst>
    <pc:chgData name="Simon Tran Agerholm" userId="dd55e2d3-906e-4a4a-90ea-dda6205f875e" providerId="ADAL" clId="{32584DD1-F701-495E-8C5E-F3444798C362}"/>
    <pc:docChg chg="modSld modMainMaster">
      <pc:chgData name="Simon Tran Agerholm" userId="dd55e2d3-906e-4a4a-90ea-dda6205f875e" providerId="ADAL" clId="{32584DD1-F701-495E-8C5E-F3444798C362}" dt="2025-02-19T07:10:31.477" v="0"/>
      <pc:docMkLst>
        <pc:docMk/>
      </pc:docMkLst>
      <pc:sldChg chg="modSp">
        <pc:chgData name="Simon Tran Agerholm" userId="dd55e2d3-906e-4a4a-90ea-dda6205f875e" providerId="ADAL" clId="{32584DD1-F701-495E-8C5E-F3444798C362}" dt="2025-02-19T07:10:31.477" v="0"/>
        <pc:sldMkLst>
          <pc:docMk/>
          <pc:sldMk cId="85598206" sldId="257"/>
        </pc:sldMkLst>
        <pc:spChg chg="mod">
          <ac:chgData name="Simon Tran Agerholm" userId="dd55e2d3-906e-4a4a-90ea-dda6205f875e" providerId="ADAL" clId="{32584DD1-F701-495E-8C5E-F3444798C362}" dt="2025-02-19T07:10:31.477" v="0"/>
          <ac:spMkLst>
            <pc:docMk/>
            <pc:sldMk cId="85598206" sldId="257"/>
            <ac:spMk id="8" creationId="{7DCF6F9A-BC2F-0D42-5F5F-235C87BA0201}"/>
          </ac:spMkLst>
        </pc:spChg>
      </pc:sldChg>
      <pc:sldChg chg="modSp">
        <pc:chgData name="Simon Tran Agerholm" userId="dd55e2d3-906e-4a4a-90ea-dda6205f875e" providerId="ADAL" clId="{32584DD1-F701-495E-8C5E-F3444798C362}" dt="2025-02-19T07:10:31.477" v="0"/>
        <pc:sldMkLst>
          <pc:docMk/>
          <pc:sldMk cId="1575408348" sldId="258"/>
        </pc:sldMkLst>
        <pc:spChg chg="mod">
          <ac:chgData name="Simon Tran Agerholm" userId="dd55e2d3-906e-4a4a-90ea-dda6205f875e" providerId="ADAL" clId="{32584DD1-F701-495E-8C5E-F3444798C362}" dt="2025-02-19T07:10:31.477" v="0"/>
          <ac:spMkLst>
            <pc:docMk/>
            <pc:sldMk cId="1575408348" sldId="258"/>
            <ac:spMk id="8" creationId="{E48ABD59-EE2E-6DC8-6CFD-6F7E7CDBF018}"/>
          </ac:spMkLst>
        </pc:spChg>
      </pc:sldChg>
      <pc:sldChg chg="modSp">
        <pc:chgData name="Simon Tran Agerholm" userId="dd55e2d3-906e-4a4a-90ea-dda6205f875e" providerId="ADAL" clId="{32584DD1-F701-495E-8C5E-F3444798C362}" dt="2025-02-19T07:10:31.477" v="0"/>
        <pc:sldMkLst>
          <pc:docMk/>
          <pc:sldMk cId="2792432768" sldId="275"/>
        </pc:sldMkLst>
        <pc:spChg chg="mod">
          <ac:chgData name="Simon Tran Agerholm" userId="dd55e2d3-906e-4a4a-90ea-dda6205f875e" providerId="ADAL" clId="{32584DD1-F701-495E-8C5E-F3444798C362}" dt="2025-02-19T07:10:31.477" v="0"/>
          <ac:spMkLst>
            <pc:docMk/>
            <pc:sldMk cId="2792432768" sldId="275"/>
            <ac:spMk id="8" creationId="{EFB3C6C3-CD08-8D96-2CAB-D6907851A26C}"/>
          </ac:spMkLst>
        </pc:spChg>
      </pc:sldChg>
      <pc:sldMasterChg chg="modSp modSldLayout">
        <pc:chgData name="Simon Tran Agerholm" userId="dd55e2d3-906e-4a4a-90ea-dda6205f875e" providerId="ADAL" clId="{32584DD1-F701-495E-8C5E-F3444798C362}" dt="2025-02-19T07:10:31.477" v="0"/>
        <pc:sldMasterMkLst>
          <pc:docMk/>
          <pc:sldMasterMk cId="0" sldId="2147483712"/>
        </pc:sldMasterMkLst>
        <pc:spChg chg="mod">
          <ac:chgData name="Simon Tran Agerholm" userId="dd55e2d3-906e-4a4a-90ea-dda6205f875e" providerId="ADAL" clId="{32584DD1-F701-495E-8C5E-F3444798C362}" dt="2025-02-19T07:10:31.477" v="0"/>
          <ac:spMkLst>
            <pc:docMk/>
            <pc:sldMasterMk cId="0" sldId="2147483712"/>
            <ac:spMk id="17" creationId="{00000000-0000-0000-0000-000000000000}"/>
          </ac:spMkLst>
        </pc:sp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0" sldId="2147483712"/>
            <pc:sldLayoutMk cId="0" sldId="2147483720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0" sldId="2147483712"/>
              <pc:sldLayoutMk cId="0" sldId="2147483720"/>
              <ac:spMk id="7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0" sldId="2147483712"/>
            <pc:sldLayoutMk cId="1631020059" sldId="2147483765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0" sldId="2147483712"/>
              <pc:sldLayoutMk cId="1631020059" sldId="2147483765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0" sldId="2147483712"/>
            <pc:sldLayoutMk cId="4045498528" sldId="2147483768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0" sldId="2147483712"/>
              <pc:sldLayoutMk cId="4045498528" sldId="2147483768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0" sldId="2147483712"/>
            <pc:sldLayoutMk cId="3481985682" sldId="2147483770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0" sldId="2147483712"/>
              <pc:sldLayoutMk cId="3481985682" sldId="2147483770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0" sldId="2147483712"/>
            <pc:sldLayoutMk cId="1707880721" sldId="2147483771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0" sldId="2147483712"/>
              <pc:sldLayoutMk cId="1707880721" sldId="2147483771"/>
              <ac:spMk id="8" creationId="{00000000-0000-0000-0000-000000000000}"/>
            </ac:spMkLst>
          </pc:spChg>
        </pc:sldLayoutChg>
      </pc:sldMasterChg>
      <pc:sldMasterChg chg="modSp modSldLayout">
        <pc:chgData name="Simon Tran Agerholm" userId="dd55e2d3-906e-4a4a-90ea-dda6205f875e" providerId="ADAL" clId="{32584DD1-F701-495E-8C5E-F3444798C362}" dt="2025-02-19T07:10:31.477" v="0"/>
        <pc:sldMasterMkLst>
          <pc:docMk/>
          <pc:sldMasterMk cId="1248298199" sldId="2147483826"/>
        </pc:sldMasterMkLst>
        <pc:spChg chg="mod">
          <ac:chgData name="Simon Tran Agerholm" userId="dd55e2d3-906e-4a4a-90ea-dda6205f875e" providerId="ADAL" clId="{32584DD1-F701-495E-8C5E-F3444798C362}" dt="2025-02-19T07:10:31.477" v="0"/>
          <ac:spMkLst>
            <pc:docMk/>
            <pc:sldMasterMk cId="1248298199" sldId="2147483826"/>
            <ac:spMk id="5" creationId="{00000000-0000-0000-0000-000000000000}"/>
          </ac:spMkLst>
        </pc:sp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2583831472" sldId="2147483827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2583831472" sldId="2147483827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3388824663" sldId="2147483828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3388824663" sldId="2147483828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822208433" sldId="2147483829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822208433" sldId="2147483829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1851246457" sldId="2147483830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1851246457" sldId="2147483830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2208486850" sldId="2147483831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2208486850" sldId="2147483831"/>
              <ac:spMk id="8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72423753" sldId="2147483832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72423753" sldId="2147483832"/>
              <ac:spMk id="4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465181657" sldId="2147483833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465181657" sldId="2147483833"/>
              <ac:spMk id="3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1237621931" sldId="2147483834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1237621931" sldId="2147483834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287542525" sldId="2147483835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287542525" sldId="2147483835"/>
              <ac:spMk id="6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710862135" sldId="2147483836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710862135" sldId="2147483836"/>
              <ac:spMk id="5" creationId="{00000000-0000-0000-0000-000000000000}"/>
            </ac:spMkLst>
          </pc:spChg>
        </pc:sldLayoutChg>
        <pc:sldLayoutChg chg="modSp">
          <pc:chgData name="Simon Tran Agerholm" userId="dd55e2d3-906e-4a4a-90ea-dda6205f875e" providerId="ADAL" clId="{32584DD1-F701-495E-8C5E-F3444798C362}" dt="2025-02-19T07:10:31.477" v="0"/>
          <pc:sldLayoutMkLst>
            <pc:docMk/>
            <pc:sldMasterMk cId="1248298199" sldId="2147483826"/>
            <pc:sldLayoutMk cId="3928095468" sldId="2147483837"/>
          </pc:sldLayoutMkLst>
          <pc:spChg chg="mod">
            <ac:chgData name="Simon Tran Agerholm" userId="dd55e2d3-906e-4a4a-90ea-dda6205f875e" providerId="ADAL" clId="{32584DD1-F701-495E-8C5E-F3444798C362}" dt="2025-02-19T07:10:31.477" v="0"/>
            <ac:spMkLst>
              <pc:docMk/>
              <pc:sldMasterMk cId="1248298199" sldId="2147483826"/>
              <pc:sldLayoutMk cId="3928095468" sldId="2147483837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1DFED-E95C-473B-AD73-7291665E7D4C}" type="datetimeFigureOut">
              <a:rPr lang="da-DK" smtClean="0"/>
              <a:t>19-02-2025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921000" y="841375"/>
            <a:ext cx="4032250" cy="2268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87425" y="3236913"/>
            <a:ext cx="7899400" cy="26479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388100"/>
            <a:ext cx="4278313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5592763" y="6388100"/>
            <a:ext cx="4279900" cy="336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2E62BE-6C42-4CBC-8E81-C12C473D4758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32249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12192000" cy="5145207"/>
          </a:xfrm>
          <a:prstGeom prst="rect">
            <a:avLst/>
          </a:prstGeom>
        </p:spPr>
      </p:pic>
      <p:sp>
        <p:nvSpPr>
          <p:cNvPr id="7" name="Rektangel 6"/>
          <p:cNvSpPr/>
          <p:nvPr/>
        </p:nvSpPr>
        <p:spPr>
          <a:xfrm>
            <a:off x="0" y="5145206"/>
            <a:ext cx="12192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10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089" y="5739932"/>
            <a:ext cx="189221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336062" y="5499100"/>
            <a:ext cx="8862646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335486" y="6129338"/>
            <a:ext cx="6979138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35202" y="2828921"/>
            <a:ext cx="115216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335204" y="1388729"/>
            <a:ext cx="11522364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334433" y="3789051"/>
            <a:ext cx="11523134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BFA44C9-5A8B-4A2A-9157-0A5CCB1D7E55}" type="datetime1">
              <a:rPr lang="da-DK" smtClean="0"/>
              <a:t>19-02-2025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41" y="258166"/>
            <a:ext cx="189221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0" y="6312002"/>
            <a:ext cx="142464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038F442A-8654-4FD9-9815-2FE3A029BF49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2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2CD23F9-5AD7-4D34-BE91-879B9FB4EA72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 marL="0" indent="0">
              <a:buSzPct val="100000"/>
              <a:buFont typeface="Arial" panose="020B0604020202020204" pitchFamily="34" charset="0"/>
              <a:buNone/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F327C16E-B499-446C-B307-7E6062C515DC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D4288E1-2560-4555-B5FD-1DC669B71439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pic>
        <p:nvPicPr>
          <p:cNvPr id="9" name="Billed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441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49D-7D3F-43BC-9901-392E82BCD0E2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83831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A98E-4BE0-45FE-B679-A5ECA3C12712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882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C0A41-8CFA-44CB-852C-134C0691ADB6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220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735F7-D5C7-43E4-B082-067835654302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5124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F1BF7-7CA0-4CCB-92E2-E06A1B82797B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8486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0290-BEC3-4959-87B5-226EBDDA6DC1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423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C0461-F080-4D85-9931-BF00D5A6B2F6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65181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4F8A-8576-4E33-9B84-C36F7C4E8CD9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7621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E3D8-986E-441B-83FC-7754D66E63C8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7542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27CC6-82ED-413C-AD63-1EC33F4FE824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1086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4065-FBC5-4991-99E1-7448E54D4194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28095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1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575266" y="275167"/>
            <a:ext cx="11041472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456467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097924E-DA03-4EB8-A02A-181D216565B7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56354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8616339" y="6356354"/>
            <a:ext cx="311920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575266" y="1600203"/>
            <a:ext cx="11041472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FC51D-9728-4327-B602-0370C44DB0FB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4829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27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610710" y="1451929"/>
                <a:ext cx="8970890" cy="4737441"/>
              </a:xfrm>
            </p:spPr>
            <p:txBody>
              <a:bodyPr/>
              <a:lstStyle/>
              <a:p>
                <a:r>
                  <a:rPr lang="da-DK" sz="1500" dirty="0">
                    <a:solidFill>
                      <a:schemeClr val="tx1"/>
                    </a:solidFill>
                  </a:rPr>
                  <a:t>I	[A]	      Jævnstrøm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A	[</a:t>
                </a:r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da-DK" sz="1500" kern="150" baseline="30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da-DK" sz="1500" dirty="0">
                    <a:solidFill>
                      <a:schemeClr val="tx1"/>
                    </a:solidFill>
                  </a:rPr>
                  <a:t>]	      Tværsnitsareal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  <a:latin typeface="Bradley Hand ITC" panose="03070402050302030203" pitchFamily="66" charset="0"/>
                  </a:rPr>
                  <a:t>l</a:t>
                </a:r>
                <a:r>
                  <a:rPr lang="da-DK" sz="1500" dirty="0">
                    <a:solidFill>
                      <a:schemeClr val="tx1"/>
                    </a:solidFill>
                  </a:rPr>
                  <a:t>	[m] 	      Længden af centerlinjen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N		      Antal vindinger</a:t>
                </a:r>
              </a:p>
              <a:p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	</a:t>
                </a:r>
                <a:r>
                  <a:rPr lang="da-DK" sz="1500" dirty="0">
                    <a:solidFill>
                      <a:schemeClr val="tx1"/>
                    </a:solidFill>
                  </a:rPr>
                  <a:t>[Av]	      </a:t>
                </a:r>
                <a:r>
                  <a:rPr lang="da-DK" sz="1500" dirty="0" err="1">
                    <a:solidFill>
                      <a:schemeClr val="tx1"/>
                    </a:solidFill>
                  </a:rPr>
                  <a:t>Magnetomotorisk</a:t>
                </a:r>
                <a:r>
                  <a:rPr lang="da-DK" sz="1500" dirty="0">
                    <a:solidFill>
                      <a:schemeClr val="tx1"/>
                    </a:solidFill>
                  </a:rPr>
                  <a:t> kraft</a:t>
                </a:r>
              </a:p>
              <a:p>
                <a:r>
                  <a:rPr lang="da-DK" sz="1500" kern="15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da-DK" sz="1500" kern="150" baseline="-2500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da-DK" sz="1500" dirty="0">
                    <a:solidFill>
                      <a:schemeClr val="tx1"/>
                    </a:solidFill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𝑾𝒃</m:t>
                        </m:r>
                      </m:den>
                    </m:f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]=[</m:t>
                    </m:r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𝑽𝒔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]</a:t>
                </a:r>
                <a:r>
                  <a:rPr lang="da-DK" sz="1500" dirty="0">
                    <a:solidFill>
                      <a:schemeClr val="tx1"/>
                    </a:solidFill>
                  </a:rPr>
                  <a:t>	      Magnetisk modstand (reluktans)</a:t>
                </a:r>
              </a:p>
              <a:p>
                <a:r>
                  <a:rPr lang="el-GR" sz="1500" dirty="0">
                    <a:solidFill>
                      <a:schemeClr val="tx1"/>
                    </a:solidFill>
                  </a:rPr>
                  <a:t>Φ</a:t>
                </a:r>
                <a:r>
                  <a:rPr lang="da-DK" sz="1500" dirty="0">
                    <a:solidFill>
                      <a:schemeClr val="tx1"/>
                    </a:solidFill>
                  </a:rPr>
                  <a:t>	[Wb]	      Magnetisk flux (magnetisk felt)</a:t>
                </a:r>
              </a:p>
              <a:p>
                <a:endParaRPr lang="da-DK" i="1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i="1" kern="150" dirty="0">
                  <a:solidFill>
                    <a:schemeClr val="tx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da-DK" b="1" i="1" kern="15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 </a:t>
                </a: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b>
                      </m:sSub>
                      <m:r>
                        <a:rPr lang="da-DK" b="1" i="1" kern="15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 kern="15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𝝁</m:t>
                          </m:r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·</m:t>
                          </m:r>
                          <m:r>
                            <a:rPr lang="da-DK" b="1" i="1" kern="15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den>
                      </m:f>
                    </m:oMath>
                  </m:oMathPara>
                </a14:m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kern="15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da-DK" sz="1500" dirty="0">
                  <a:solidFill>
                    <a:schemeClr val="tx1"/>
                  </a:solidFill>
                </a:endParaRPr>
              </a:p>
              <a:p>
                <a:endParaRPr lang="da-DK" dirty="0">
                  <a:solidFill>
                    <a:schemeClr val="tx1"/>
                  </a:solidFill>
                </a:endParaRPr>
              </a:p>
              <a:p>
                <a:r>
                  <a:rPr lang="da-DK" sz="2100" dirty="0">
                    <a:solidFill>
                      <a:schemeClr val="tx1"/>
                    </a:solidFill>
                  </a:rPr>
                  <a:t>	</a:t>
                </a: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endParaRPr lang="da-DK" sz="2100" dirty="0">
                  <a:solidFill>
                    <a:schemeClr val="tx1"/>
                  </a:solidFill>
                </a:endParaRPr>
              </a:p>
              <a:p>
                <a:r>
                  <a:rPr lang="da-DK" sz="2100" dirty="0">
                    <a:solidFill>
                      <a:schemeClr val="tx1"/>
                    </a:solidFill>
                  </a:rPr>
                  <a:t>	</a:t>
                </a:r>
                <a:endParaRPr lang="da-DK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610710" y="1451929"/>
                <a:ext cx="8970890" cy="4737441"/>
              </a:xfrm>
              <a:blipFill>
                <a:blip r:embed="rId2"/>
                <a:stretch>
                  <a:fillRect l="-68" t="-1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610401" y="1004866"/>
            <a:ext cx="9090889" cy="480067"/>
          </a:xfrm>
        </p:spPr>
        <p:txBody>
          <a:bodyPr/>
          <a:lstStyle/>
          <a:p>
            <a:r>
              <a:rPr lang="da-DK" dirty="0"/>
              <a:t>Magnetisk kreds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93D6DD36-0C5B-A754-EABB-9B1A86ED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452" y="1342600"/>
            <a:ext cx="2566052" cy="2641303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982DEB05-E822-3EC8-9504-4EEECCCCB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452" y="4084418"/>
            <a:ext cx="2351564" cy="2408058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BF935B4-0DBA-34C6-6DC3-2CD504BBFF3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B44482-CABC-4AF5-A2E7-7C6792A88A37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7DCF6F9A-BC2F-0D42-5F5F-235C87BA0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8A908118-F8C5-4EF0-90F7-CA878C92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559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𝑯</m:t>
                    </m:r>
                    <m:r>
                      <a:rPr lang="da-DK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num>
                      <m:den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den>
                    </m:f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b="1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da-DK" b="1" i="1" kern="15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den>
                    </m:f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</m:t>
                        </m:r>
                      </m:num>
                      <m:den>
                        <m:r>
                          <a:rPr lang="da-DK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] =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𝑨𝒎𝒑𝒆𝒓𝒆𝒗𝒊𝒏𝒅𝒊𝒏𝒈</m:t>
                        </m:r>
                      </m:num>
                      <m:den>
                        <m:r>
                          <a:rPr lang="da-DK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] 		B = H </a:t>
                </a:r>
                <a14:m>
                  <m:oMath xmlns:m="http://schemas.openxmlformats.org/officeDocument/2006/math">
                    <m:r>
                      <a:rPr lang="da-DK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el-GR" b="1" i="1" kern="15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(ret linje – indtil 						</a:t>
                </a:r>
                <a:r>
                  <a:rPr lang="da-DK" kern="150" dirty="0" err="1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ferromagnetisk</a:t>
                </a:r>
                <a:r>
                  <a:rPr lang="da-DK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materiale går i 						mætning))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H	</a:t>
                </a:r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da-DK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</m:oMath>
                </a14:m>
                <a:r>
                  <a:rPr lang="da-DK" sz="16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]	</a:t>
                </a:r>
                <a:r>
                  <a:rPr lang="da-DK" sz="1500" dirty="0">
                    <a:solidFill>
                      <a:schemeClr val="tx1"/>
                    </a:solidFill>
                  </a:rPr>
                  <a:t>Feltstyrken</a:t>
                </a:r>
                <a:br>
                  <a:rPr lang="da-DK" sz="1500" dirty="0">
                    <a:solidFill>
                      <a:schemeClr val="tx1"/>
                    </a:solidFill>
                  </a:rPr>
                </a:br>
                <a:r>
                  <a:rPr lang="da-DK" sz="1500" dirty="0">
                    <a:solidFill>
                      <a:schemeClr val="tx1"/>
                    </a:solidFill>
                  </a:rPr>
                  <a:t>I	[A]	Jævnstrøm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N		Antal vindinger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  <a:latin typeface="Bradley Hand ITC" panose="03070402050302030203" pitchFamily="66" charset="0"/>
                  </a:rPr>
                  <a:t>l</a:t>
                </a:r>
                <a:r>
                  <a:rPr lang="da-DK" sz="1500" dirty="0">
                    <a:solidFill>
                      <a:schemeClr val="tx1"/>
                    </a:solidFill>
                  </a:rPr>
                  <a:t>	[m] 	Længden af centerlinjen</a:t>
                </a:r>
              </a:p>
              <a:p>
                <a:r>
                  <a:rPr lang="da-DK" sz="1500" kern="15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da-DK" sz="1500" kern="150" baseline="-25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	</a:t>
                </a:r>
                <a:r>
                  <a:rPr lang="da-DK" sz="1500" dirty="0">
                    <a:solidFill>
                      <a:schemeClr val="tx1"/>
                    </a:solidFill>
                  </a:rPr>
                  <a:t>[Av]	</a:t>
                </a:r>
                <a:r>
                  <a:rPr lang="da-DK" sz="1500" dirty="0" err="1">
                    <a:solidFill>
                      <a:schemeClr val="tx1"/>
                    </a:solidFill>
                  </a:rPr>
                  <a:t>Magnetomotorisk</a:t>
                </a:r>
                <a:r>
                  <a:rPr lang="da-DK" sz="1500" dirty="0">
                    <a:solidFill>
                      <a:schemeClr val="tx1"/>
                    </a:solidFill>
                  </a:rPr>
                  <a:t> kraft</a:t>
                </a: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B	[T]	Fluxtæthed</a:t>
                </a:r>
                <a:br>
                  <a:rPr lang="da-DK" sz="1500" dirty="0">
                    <a:solidFill>
                      <a:schemeClr val="tx1"/>
                    </a:solidFill>
                  </a:rPr>
                </a:br>
                <a:r>
                  <a:rPr lang="el-GR" sz="1600" dirty="0">
                    <a:solidFill>
                      <a:schemeClr val="tx1"/>
                    </a:solidFill>
                  </a:rPr>
                  <a:t>μ</a:t>
                </a:r>
                <a:r>
                  <a:rPr lang="da-DK" sz="1600" dirty="0">
                    <a:solidFill>
                      <a:schemeClr val="tx1"/>
                    </a:solidFill>
                  </a:rPr>
                  <a:t>	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𝑽𝒔</m:t>
                        </m:r>
                      </m:num>
                      <m:den>
                        <m:r>
                          <a:rPr lang="da-DK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𝑨𝒎</m:t>
                        </m:r>
                      </m:den>
                    </m:f>
                    <m:r>
                      <a:rPr lang="da-DK" sz="16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num>
                      <m:den>
                        <m:sSup>
                          <m:sSupPr>
                            <m:ctrlPr>
                              <a:rPr lang="da-DK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da-DK" sz="1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da-DK" sz="1600" dirty="0">
                    <a:solidFill>
                      <a:schemeClr val="tx1"/>
                    </a:solidFill>
                  </a:rPr>
                  <a:t>] 	Permeabiliteten</a:t>
                </a:r>
              </a:p>
              <a:p>
                <a:endParaRPr lang="da-DK" sz="1600" dirty="0">
                  <a:solidFill>
                    <a:schemeClr val="tx1"/>
                  </a:solidFill>
                </a:endParaRPr>
              </a:p>
              <a:p>
                <a:r>
                  <a:rPr lang="da-DK" sz="1600" dirty="0">
                    <a:solidFill>
                      <a:schemeClr val="tx1"/>
                    </a:solidFill>
                  </a:rPr>
                  <a:t>Udledning af formel for feltstyrken: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	=&gt;	</a:t>
                </a:r>
                <a:r>
                  <a:rPr lang="da-DK" sz="14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num>
                      <m:den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</m:t>
                        </m:r>
                      </m:den>
                    </m:f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	=&gt;	</a:t>
                </a:r>
                <a:r>
                  <a:rPr lang="da-DK" sz="16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num>
                      <m:den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𝝓</m:t>
                        </m:r>
                      </m:num>
                      <m:den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</m:t>
                        </m:r>
                      </m:den>
                    </m:f>
                  </m:oMath>
                </a14:m>
                <a:endParaRPr lang="da-DK" sz="1500" dirty="0">
                  <a:solidFill>
                    <a:schemeClr val="tx1"/>
                  </a:solidFill>
                </a:endParaRPr>
              </a:p>
              <a:p>
                <a:r>
                  <a:rPr lang="da-DK" sz="1500" dirty="0">
                    <a:solidFill>
                      <a:schemeClr val="tx1"/>
                    </a:solidFill>
                  </a:rPr>
                  <a:t>		=&gt;	</a:t>
                </a:r>
                <a:r>
                  <a:rPr lang="da-DK" sz="14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𝑵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4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num>
                      <m:den>
                        <m:r>
                          <a:rPr lang="da-DK" sz="14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4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		=&gt;	</a:t>
                </a:r>
                <a:r>
                  <a:rPr lang="da-DK" sz="1600" kern="150" dirty="0">
                    <a:solidFill>
                      <a:schemeClr val="tx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𝑰</m:t>
                        </m:r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·</m:t>
                        </m:r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𝑵</m:t>
                        </m:r>
                      </m:num>
                      <m:den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𝒍</m:t>
                        </m:r>
                      </m:den>
                    </m:f>
                    <m:r>
                      <a:rPr lang="da-DK" sz="1600" b="1" i="1" kern="15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a-DK" sz="1600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</m:t>
                        </m:r>
                      </m:num>
                      <m:den>
                        <m:r>
                          <a:rPr lang="da-DK" sz="1600" b="1" i="1" kern="15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𝝁</m:t>
                        </m:r>
                      </m:den>
                    </m:f>
                  </m:oMath>
                </a14:m>
                <a:r>
                  <a:rPr lang="da-DK" sz="1500" dirty="0">
                    <a:solidFill>
                      <a:schemeClr val="tx1"/>
                    </a:solidFill>
                  </a:rPr>
                  <a:t> = H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80478" y="1242489"/>
                <a:ext cx="9060967" cy="5066897"/>
              </a:xfrm>
              <a:blipFill>
                <a:blip r:embed="rId2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50556" y="841318"/>
            <a:ext cx="9090889" cy="480067"/>
          </a:xfrm>
        </p:spPr>
        <p:txBody>
          <a:bodyPr/>
          <a:lstStyle/>
          <a:p>
            <a:r>
              <a:rPr lang="da-DK" dirty="0"/>
              <a:t>Feltstyrken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300FFDF-3B73-6C1B-5BB1-6FC118C63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270" y="2570906"/>
            <a:ext cx="3149343" cy="2410061"/>
          </a:xfrm>
          <a:prstGeom prst="rect">
            <a:avLst/>
          </a:prstGeom>
        </p:spPr>
      </p:pic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AF9C4B1-C6A8-7697-5773-BC635F305A8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10442-8B0A-45A7-987D-3125B81B8B4D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48ABD59-EE2E-6DC8-6CFD-6F7E7CDBF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0" name="Pladsholder til slidenummer 9">
            <a:extLst>
              <a:ext uri="{FF2B5EF4-FFF2-40B4-BE49-F238E27FC236}">
                <a16:creationId xmlns:a16="http://schemas.microsoft.com/office/drawing/2014/main" id="{E3914E9B-076B-60F3-659E-83FF4664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7540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935CAF5-2A88-3403-7911-9A70D50C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801" y="1040929"/>
            <a:ext cx="9090889" cy="480067"/>
          </a:xfrm>
        </p:spPr>
        <p:txBody>
          <a:bodyPr/>
          <a:lstStyle/>
          <a:p>
            <a:r>
              <a:rPr lang="da-DK" dirty="0"/>
              <a:t>Repetition</a:t>
            </a:r>
          </a:p>
        </p:txBody>
      </p:sp>
      <p:sp>
        <p:nvSpPr>
          <p:cNvPr id="7" name="Pladsholder til indhold 6">
            <a:extLst>
              <a:ext uri="{FF2B5EF4-FFF2-40B4-BE49-F238E27FC236}">
                <a16:creationId xmlns:a16="http://schemas.microsoft.com/office/drawing/2014/main" id="{C5601AE5-E9F8-3CFA-743C-9EAF570F2E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81" y="1586044"/>
            <a:ext cx="8984084" cy="4367604"/>
          </a:xfrm>
        </p:spPr>
        <p:txBody>
          <a:bodyPr/>
          <a:lstStyle/>
          <a:p>
            <a:pPr algn="l"/>
            <a:r>
              <a:rPr lang="da-DK" b="0" i="0" dirty="0">
                <a:solidFill>
                  <a:schemeClr val="tx1"/>
                </a:solidFill>
                <a:effectLst/>
                <a:latin typeface="+mn-lt"/>
              </a:rPr>
              <a:t>Snak i par om, hvad der forstås ved nedenstående. Sammenlign med elektrisk kreds.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Tværsnitsareal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Længden af centerlinjen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Antal vindinger</a:t>
            </a:r>
          </a:p>
          <a:p>
            <a:r>
              <a:rPr lang="da-DK" b="0" dirty="0" err="1">
                <a:solidFill>
                  <a:schemeClr val="tx1"/>
                </a:solidFill>
                <a:latin typeface="+mn-lt"/>
              </a:rPr>
              <a:t>Magnetomotorisk</a:t>
            </a:r>
            <a:r>
              <a:rPr lang="da-DK" b="0" dirty="0">
                <a:solidFill>
                  <a:schemeClr val="tx1"/>
                </a:solidFill>
                <a:latin typeface="+mn-lt"/>
              </a:rPr>
              <a:t> kraft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Magnetisk modstand (reluktans)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Magnetisk flux (magnetisk felt)</a:t>
            </a:r>
          </a:p>
          <a:p>
            <a:r>
              <a:rPr lang="da-DK" b="0" dirty="0">
                <a:solidFill>
                  <a:schemeClr val="tx1"/>
                </a:solidFill>
                <a:latin typeface="+mn-lt"/>
              </a:rPr>
              <a:t>Fluxtæthed</a:t>
            </a:r>
            <a:br>
              <a:rPr lang="da-DK" b="0" dirty="0">
                <a:solidFill>
                  <a:schemeClr val="tx1"/>
                </a:solidFill>
                <a:latin typeface="+mn-lt"/>
              </a:rPr>
            </a:br>
            <a:r>
              <a:rPr lang="da-DK" b="0" dirty="0">
                <a:solidFill>
                  <a:schemeClr val="tx1"/>
                </a:solidFill>
                <a:latin typeface="+mn-lt"/>
              </a:rPr>
              <a:t>Permeabiliteten</a:t>
            </a:r>
          </a:p>
          <a:p>
            <a:pPr algn="l"/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da-DK" kern="100" dirty="0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a-DK" dirty="0">
              <a:solidFill>
                <a:schemeClr val="tx1"/>
              </a:solidFill>
            </a:endParaRPr>
          </a:p>
          <a:p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40B839B-630B-6B5D-27DF-DDC5C4E91C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746CCD0-0679-40E7-8205-7B379792A337}" type="datetime1">
              <a:rPr lang="da-DK" smtClean="0"/>
              <a:t>19-02-2025</a:t>
            </a:fld>
            <a:endParaRPr lang="da-DK" dirty="0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FB3C6C3-CD08-8D96-2CAB-D6907851A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BBAD5010-FBF6-4FCC-906C-26449B64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2432768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tec - powerpoint skabelon_v4.potx" id="{7FFBE45C-995A-4409-9C30-AEA82B7B07D3}" vid="{4AC428D2-6199-44D7-8EC8-CD674AB0AFCC}"/>
    </a:ext>
  </a:extLst>
</a:theme>
</file>

<file path=ppt/theme/theme2.xml><?xml version="1.0" encoding="utf-8"?>
<a:theme xmlns:a="http://schemas.openxmlformats.org/drawingml/2006/main" name="Office 2013 – 2022 Tema">
  <a:themeElements>
    <a:clrScheme name="Office 2013 – 2022 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3" ma:contentTypeDescription="Opret et nyt dokument." ma:contentTypeScope="" ma:versionID="e5786a71ccba6fd5eae826ad368fd2a7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772453836f661fba2ac2fe97a8e00cb1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2978B-01C6-4C25-B356-6E95750A36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505958-7C05-483E-8F4F-6AF52CC362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Præsentation</Template>
  <TotalTime>5677</TotalTime>
  <Words>299</Words>
  <Application>Microsoft Office PowerPoint</Application>
  <PresentationFormat>Widescreen</PresentationFormat>
  <Paragraphs>58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4</vt:i4>
      </vt:variant>
    </vt:vector>
  </HeadingPairs>
  <TitlesOfParts>
    <vt:vector size="12" baseType="lpstr">
      <vt:lpstr>Cambria Math</vt:lpstr>
      <vt:lpstr>Calibri Light</vt:lpstr>
      <vt:lpstr>Arial</vt:lpstr>
      <vt:lpstr>Calibri</vt:lpstr>
      <vt:lpstr>Bradley Hand ITC</vt:lpstr>
      <vt:lpstr>Aptos</vt:lpstr>
      <vt:lpstr>MARTEC</vt:lpstr>
      <vt:lpstr>Office 2013 – 2022 Tema</vt:lpstr>
      <vt:lpstr>PowerPoint-præsentation</vt:lpstr>
      <vt:lpstr>Magnetisk kreds</vt:lpstr>
      <vt:lpstr>Feltstyrken</vt:lpstr>
      <vt:lpstr>Repetition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May-Britt Rasmussen</dc:creator>
  <cp:lastModifiedBy>Simon Tran Agerholm</cp:lastModifiedBy>
  <cp:revision>157</cp:revision>
  <dcterms:created xsi:type="dcterms:W3CDTF">2020-04-01T11:50:27Z</dcterms:created>
  <dcterms:modified xsi:type="dcterms:W3CDTF">2025-02-19T07:10:38Z</dcterms:modified>
</cp:coreProperties>
</file>