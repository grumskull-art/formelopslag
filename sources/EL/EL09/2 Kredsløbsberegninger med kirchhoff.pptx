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7" r:id="rId5"/>
    <p:sldId id="270" r:id="rId6"/>
    <p:sldId id="259" r:id="rId7"/>
    <p:sldId id="260" r:id="rId8"/>
    <p:sldId id="265" r:id="rId9"/>
    <p:sldId id="266" r:id="rId10"/>
    <p:sldId id="268" r:id="rId11"/>
    <p:sldId id="267" r:id="rId12"/>
    <p:sldId id="269" r:id="rId13"/>
    <p:sldId id="264" r:id="rId14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35D34B-5AAC-464C-8104-4F448CA997F5}" v="5" dt="2026-01-26T12:27:22.1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5749" autoAdjust="0"/>
  </p:normalViewPr>
  <p:slideViewPr>
    <p:cSldViewPr>
      <p:cViewPr varScale="1">
        <p:scale>
          <a:sx n="159" d="100"/>
          <a:sy n="159" d="100"/>
        </p:scale>
        <p:origin x="306" y="13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 Tran Agerholm" userId="dd55e2d3-906e-4a4a-90ea-dda6205f875e" providerId="ADAL" clId="{5EFFF862-C165-4C4A-8B20-E280CAF10480}"/>
    <pc:docChg chg="undo custSel addSld delSld modSld sldOrd">
      <pc:chgData name="Simon Tran Agerholm" userId="dd55e2d3-906e-4a4a-90ea-dda6205f875e" providerId="ADAL" clId="{5EFFF862-C165-4C4A-8B20-E280CAF10480}" dt="2026-01-26T12:27:22.149" v="27"/>
      <pc:docMkLst>
        <pc:docMk/>
      </pc:docMkLst>
      <pc:sldChg chg="new del">
        <pc:chgData name="Simon Tran Agerholm" userId="dd55e2d3-906e-4a4a-90ea-dda6205f875e" providerId="ADAL" clId="{5EFFF862-C165-4C4A-8B20-E280CAF10480}" dt="2026-01-26T12:26:22.139" v="3" actId="47"/>
        <pc:sldMkLst>
          <pc:docMk/>
          <pc:sldMk cId="217333131" sldId="270"/>
        </pc:sldMkLst>
      </pc:sldChg>
      <pc:sldChg chg="addSp delSp modSp add mod ord">
        <pc:chgData name="Simon Tran Agerholm" userId="dd55e2d3-906e-4a4a-90ea-dda6205f875e" providerId="ADAL" clId="{5EFFF862-C165-4C4A-8B20-E280CAF10480}" dt="2026-01-26T12:27:22.149" v="27"/>
        <pc:sldMkLst>
          <pc:docMk/>
          <pc:sldMk cId="475043312" sldId="270"/>
        </pc:sldMkLst>
        <pc:spChg chg="mod">
          <ac:chgData name="Simon Tran Agerholm" userId="dd55e2d3-906e-4a4a-90ea-dda6205f875e" providerId="ADAL" clId="{5EFFF862-C165-4C4A-8B20-E280CAF10480}" dt="2026-01-26T12:26:28.929" v="13" actId="20577"/>
          <ac:spMkLst>
            <pc:docMk/>
            <pc:sldMk cId="475043312" sldId="270"/>
            <ac:spMk id="4" creationId="{7A56FBB7-4901-BE11-0C86-B137A0D99F5C}"/>
          </ac:spMkLst>
        </pc:spChg>
        <pc:spChg chg="add del mod">
          <ac:chgData name="Simon Tran Agerholm" userId="dd55e2d3-906e-4a4a-90ea-dda6205f875e" providerId="ADAL" clId="{5EFFF862-C165-4C4A-8B20-E280CAF10480}" dt="2026-01-26T12:27:22.149" v="27"/>
          <ac:spMkLst>
            <pc:docMk/>
            <pc:sldMk cId="475043312" sldId="270"/>
            <ac:spMk id="6" creationId="{7E4B17A5-2C57-7AD1-2A31-55A92C4EB97F}"/>
          </ac:spMkLst>
        </pc:spChg>
        <pc:spChg chg="del mod">
          <ac:chgData name="Simon Tran Agerholm" userId="dd55e2d3-906e-4a4a-90ea-dda6205f875e" providerId="ADAL" clId="{5EFFF862-C165-4C4A-8B20-E280CAF10480}" dt="2026-01-26T12:26:34.483" v="16" actId="478"/>
          <ac:spMkLst>
            <pc:docMk/>
            <pc:sldMk cId="475043312" sldId="270"/>
            <ac:spMk id="17" creationId="{D0532546-0733-8B00-5314-C60703D6BC51}"/>
          </ac:spMkLst>
        </pc:spChg>
        <pc:picChg chg="del">
          <ac:chgData name="Simon Tran Agerholm" userId="dd55e2d3-906e-4a4a-90ea-dda6205f875e" providerId="ADAL" clId="{5EFFF862-C165-4C4A-8B20-E280CAF10480}" dt="2026-01-26T12:26:35.727" v="18" actId="478"/>
          <ac:picMkLst>
            <pc:docMk/>
            <pc:sldMk cId="475043312" sldId="270"/>
            <ac:picMk id="12" creationId="{C77D8632-0EB2-8723-7E13-D3FA4A04459E}"/>
          </ac:picMkLst>
        </pc:picChg>
        <pc:picChg chg="del">
          <ac:chgData name="Simon Tran Agerholm" userId="dd55e2d3-906e-4a4a-90ea-dda6205f875e" providerId="ADAL" clId="{5EFFF862-C165-4C4A-8B20-E280CAF10480}" dt="2026-01-26T12:26:30.529" v="14" actId="478"/>
          <ac:picMkLst>
            <pc:docMk/>
            <pc:sldMk cId="475043312" sldId="270"/>
            <ac:picMk id="14" creationId="{85DC1A55-1A4B-7639-2411-08EFB1F9E8DE}"/>
          </ac:picMkLst>
        </pc:picChg>
        <pc:picChg chg="del">
          <ac:chgData name="Simon Tran Agerholm" userId="dd55e2d3-906e-4a4a-90ea-dda6205f875e" providerId="ADAL" clId="{5EFFF862-C165-4C4A-8B20-E280CAF10480}" dt="2026-01-26T12:26:35.159" v="17" actId="478"/>
          <ac:picMkLst>
            <pc:docMk/>
            <pc:sldMk cId="475043312" sldId="270"/>
            <ac:picMk id="16" creationId="{01AC144C-4E7B-0E90-AB29-FCA096A98E4D}"/>
          </ac:picMkLst>
        </pc:picChg>
      </pc:sldChg>
      <pc:sldChg chg="new del">
        <pc:chgData name="Simon Tran Agerholm" userId="dd55e2d3-906e-4a4a-90ea-dda6205f875e" providerId="ADAL" clId="{5EFFF862-C165-4C4A-8B20-E280CAF10480}" dt="2026-01-26T12:26:16.059" v="1" actId="680"/>
        <pc:sldMkLst>
          <pc:docMk/>
          <pc:sldMk cId="3708356391" sldId="270"/>
        </pc:sldMkLst>
      </pc:sldChg>
      <pc:sldChg chg="add del">
        <pc:chgData name="Simon Tran Agerholm" userId="dd55e2d3-906e-4a4a-90ea-dda6205f875e" providerId="ADAL" clId="{5EFFF862-C165-4C4A-8B20-E280CAF10480}" dt="2026-01-26T12:26:53.991" v="26"/>
        <pc:sldMkLst>
          <pc:docMk/>
          <pc:sldMk cId="3025393141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13CDF2-5D62-4F4E-BA92-9201B48DECFF}" type="datetimeFigureOut">
              <a:rPr lang="da-DK" smtClean="0"/>
              <a:t>26-01-2026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D0E7F-11A2-4047-B639-946B46C800E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30589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led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7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626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7" name="Rektangel 6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701" y="524056"/>
            <a:ext cx="1581854" cy="78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311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indhold 2"/>
          <p:cNvSpPr>
            <a:spLocks noGrp="1"/>
          </p:cNvSpPr>
          <p:nvPr>
            <p:ph idx="1"/>
          </p:nvPr>
        </p:nvSpPr>
        <p:spPr>
          <a:xfrm>
            <a:off x="609600" y="1840200"/>
            <a:ext cx="10959921" cy="4322361"/>
          </a:xfrm>
        </p:spPr>
        <p:txBody>
          <a:bodyPr>
            <a:no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da-DK" dirty="0"/>
          </a:p>
        </p:txBody>
      </p:sp>
      <p:sp>
        <p:nvSpPr>
          <p:cNvPr id="6" name="Pladsholder til dato 3"/>
          <p:cNvSpPr>
            <a:spLocks noGrp="1"/>
          </p:cNvSpPr>
          <p:nvPr>
            <p:ph type="dt" sz="half" idx="2"/>
          </p:nvPr>
        </p:nvSpPr>
        <p:spPr>
          <a:xfrm>
            <a:off x="609600" y="6341948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A035370-6621-4955-80D5-618C24F6E576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7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4194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8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41948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9" name="Rektangel 8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10" name="Rektangel 9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701" y="509654"/>
            <a:ext cx="1581854" cy="789589"/>
          </a:xfrm>
          <a:prstGeom prst="rect">
            <a:avLst/>
          </a:prstGeom>
        </p:spPr>
      </p:pic>
      <p:sp>
        <p:nvSpPr>
          <p:cNvPr id="12" name="Titel 1"/>
          <p:cNvSpPr>
            <a:spLocks noGrp="1"/>
          </p:cNvSpPr>
          <p:nvPr>
            <p:ph type="title"/>
          </p:nvPr>
        </p:nvSpPr>
        <p:spPr>
          <a:xfrm>
            <a:off x="609600" y="822771"/>
            <a:ext cx="7792792" cy="575212"/>
          </a:xfrm>
        </p:spPr>
        <p:txBody>
          <a:bodyPr anchor="b">
            <a:noAutofit/>
          </a:bodyPr>
          <a:lstStyle>
            <a:lvl1pPr>
              <a:defRPr sz="3400" b="1"/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878448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59" y="4732846"/>
            <a:ext cx="10874062" cy="1641367"/>
          </a:xfrm>
          <a:prstGeom prst="rect">
            <a:avLst/>
          </a:prstGeom>
        </p:spPr>
      </p:pic>
      <p:sp>
        <p:nvSpPr>
          <p:cNvPr id="14" name="Rektangel 13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15" name="Rektangel 14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17" name="Pladsholder til indhold 2"/>
          <p:cNvSpPr>
            <a:spLocks noGrp="1"/>
          </p:cNvSpPr>
          <p:nvPr>
            <p:ph idx="1"/>
          </p:nvPr>
        </p:nvSpPr>
        <p:spPr>
          <a:xfrm>
            <a:off x="609600" y="1840200"/>
            <a:ext cx="10959921" cy="4322361"/>
          </a:xfrm>
        </p:spPr>
        <p:txBody>
          <a:bodyPr>
            <a:no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da-DK" dirty="0"/>
          </a:p>
        </p:txBody>
      </p:sp>
      <p:sp>
        <p:nvSpPr>
          <p:cNvPr id="18" name="Pladsholder til dato 3"/>
          <p:cNvSpPr>
            <a:spLocks noGrp="1"/>
          </p:cNvSpPr>
          <p:nvPr>
            <p:ph type="dt" sz="half" idx="2"/>
          </p:nvPr>
        </p:nvSpPr>
        <p:spPr>
          <a:xfrm>
            <a:off x="609600" y="6341948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ED7FE61-7B60-4428-B70A-911D9A1192C8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19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4194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20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41948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  <p:pic>
        <p:nvPicPr>
          <p:cNvPr id="21" name="Billede 2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701" y="509654"/>
            <a:ext cx="1581854" cy="789589"/>
          </a:xfrm>
          <a:prstGeom prst="rect">
            <a:avLst/>
          </a:prstGeom>
        </p:spPr>
      </p:pic>
      <p:sp>
        <p:nvSpPr>
          <p:cNvPr id="22" name="Titel 1"/>
          <p:cNvSpPr>
            <a:spLocks noGrp="1"/>
          </p:cNvSpPr>
          <p:nvPr>
            <p:ph type="title"/>
          </p:nvPr>
        </p:nvSpPr>
        <p:spPr>
          <a:xfrm>
            <a:off x="609600" y="822771"/>
            <a:ext cx="7792792" cy="575212"/>
          </a:xfrm>
        </p:spPr>
        <p:txBody>
          <a:bodyPr anchor="b">
            <a:noAutofit/>
          </a:bodyPr>
          <a:lstStyle>
            <a:lvl1pPr>
              <a:defRPr sz="3400" b="1"/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72162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37" y="4734791"/>
            <a:ext cx="10861183" cy="1639422"/>
          </a:xfrm>
          <a:prstGeom prst="rect">
            <a:avLst/>
          </a:prstGeom>
        </p:spPr>
      </p:pic>
      <p:sp>
        <p:nvSpPr>
          <p:cNvPr id="12" name="Rektangel 11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13" name="Rektangel 12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15" name="Pladsholder til indhold 2"/>
          <p:cNvSpPr>
            <a:spLocks noGrp="1"/>
          </p:cNvSpPr>
          <p:nvPr>
            <p:ph idx="1"/>
          </p:nvPr>
        </p:nvSpPr>
        <p:spPr>
          <a:xfrm>
            <a:off x="609600" y="1840200"/>
            <a:ext cx="10959921" cy="4322361"/>
          </a:xfrm>
        </p:spPr>
        <p:txBody>
          <a:bodyPr>
            <a:no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da-DK" dirty="0"/>
          </a:p>
        </p:txBody>
      </p:sp>
      <p:sp>
        <p:nvSpPr>
          <p:cNvPr id="16" name="Pladsholder til dato 3"/>
          <p:cNvSpPr>
            <a:spLocks noGrp="1"/>
          </p:cNvSpPr>
          <p:nvPr>
            <p:ph type="dt" sz="half" idx="2"/>
          </p:nvPr>
        </p:nvSpPr>
        <p:spPr>
          <a:xfrm>
            <a:off x="609600" y="6341948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4F583DC-BC28-4F4D-AB83-1180123A053D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17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4194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18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41948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  <p:pic>
        <p:nvPicPr>
          <p:cNvPr id="19" name="Billede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701" y="509654"/>
            <a:ext cx="1581854" cy="789589"/>
          </a:xfrm>
          <a:prstGeom prst="rect">
            <a:avLst/>
          </a:prstGeom>
        </p:spPr>
      </p:pic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609600" y="822771"/>
            <a:ext cx="7792792" cy="575212"/>
          </a:xfrm>
        </p:spPr>
        <p:txBody>
          <a:bodyPr anchor="b">
            <a:noAutofit/>
          </a:bodyPr>
          <a:lstStyle>
            <a:lvl1pPr>
              <a:defRPr sz="3400" b="1"/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6372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billede 2"/>
          <p:cNvSpPr>
            <a:spLocks noGrp="1"/>
          </p:cNvSpPr>
          <p:nvPr>
            <p:ph type="pic" idx="1"/>
          </p:nvPr>
        </p:nvSpPr>
        <p:spPr>
          <a:xfrm>
            <a:off x="8610599" y="1489656"/>
            <a:ext cx="3581400" cy="524040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sp>
        <p:nvSpPr>
          <p:cNvPr id="12" name="Rektangel 11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13" name="Rektangel 12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16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609600" y="1863143"/>
            <a:ext cx="7543800" cy="4370231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7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6E305E6-787C-41DC-AD86-1666A1B1DC85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18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19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  <p:pic>
        <p:nvPicPr>
          <p:cNvPr id="20" name="Billede 1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701" y="524056"/>
            <a:ext cx="1581854" cy="789589"/>
          </a:xfrm>
          <a:prstGeom prst="rect">
            <a:avLst/>
          </a:prstGeom>
        </p:spPr>
      </p:pic>
      <p:sp>
        <p:nvSpPr>
          <p:cNvPr id="21" name="Titel 1"/>
          <p:cNvSpPr>
            <a:spLocks noGrp="1"/>
          </p:cNvSpPr>
          <p:nvPr>
            <p:ph type="title"/>
          </p:nvPr>
        </p:nvSpPr>
        <p:spPr>
          <a:xfrm>
            <a:off x="609600" y="837173"/>
            <a:ext cx="7792792" cy="575212"/>
          </a:xfrm>
        </p:spPr>
        <p:txBody>
          <a:bodyPr anchor="b">
            <a:noAutofit/>
          </a:bodyPr>
          <a:lstStyle>
            <a:lvl1pPr>
              <a:defRPr sz="3400" b="1"/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23964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5" name="Rektangel 4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6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609600" y="1863143"/>
            <a:ext cx="10959922" cy="4370231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E477A0-597E-424E-9404-76F5489D8932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8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9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  <p:pic>
        <p:nvPicPr>
          <p:cNvPr id="10" name="Billed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701" y="524056"/>
            <a:ext cx="1581854" cy="789589"/>
          </a:xfrm>
          <a:prstGeom prst="rect">
            <a:avLst/>
          </a:prstGeom>
        </p:spPr>
      </p:pic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609600" y="837173"/>
            <a:ext cx="7792792" cy="575212"/>
          </a:xfrm>
        </p:spPr>
        <p:txBody>
          <a:bodyPr anchor="b">
            <a:noAutofit/>
          </a:bodyPr>
          <a:lstStyle>
            <a:lvl1pPr>
              <a:defRPr sz="3400" b="1"/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926787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92174"/>
            <a:ext cx="12192000" cy="1840301"/>
          </a:xfrm>
          <a:prstGeom prst="rect">
            <a:avLst/>
          </a:prstGeom>
        </p:spPr>
      </p:pic>
      <p:sp>
        <p:nvSpPr>
          <p:cNvPr id="4" name="Rektangel 3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5" name="Rektangel 4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6" name="Pladsholder til indhold 2"/>
          <p:cNvSpPr>
            <a:spLocks noGrp="1"/>
          </p:cNvSpPr>
          <p:nvPr>
            <p:ph idx="1"/>
          </p:nvPr>
        </p:nvSpPr>
        <p:spPr>
          <a:xfrm>
            <a:off x="609600" y="1840200"/>
            <a:ext cx="10959921" cy="2942155"/>
          </a:xfrm>
        </p:spPr>
        <p:txBody>
          <a:bodyPr>
            <a:no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da-DK" dirty="0"/>
          </a:p>
        </p:txBody>
      </p:sp>
      <p:sp>
        <p:nvSpPr>
          <p:cNvPr id="7" name="Pladsholder til dato 3"/>
          <p:cNvSpPr>
            <a:spLocks noGrp="1"/>
          </p:cNvSpPr>
          <p:nvPr>
            <p:ph type="dt" sz="half" idx="2"/>
          </p:nvPr>
        </p:nvSpPr>
        <p:spPr>
          <a:xfrm>
            <a:off x="609600" y="6341948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0EB1BEE-6C08-4076-9583-21FEFF0E7869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8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4194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9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41948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  <p:pic>
        <p:nvPicPr>
          <p:cNvPr id="10" name="Billed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701" y="509654"/>
            <a:ext cx="1581854" cy="789589"/>
          </a:xfrm>
          <a:prstGeom prst="rect">
            <a:avLst/>
          </a:prstGeom>
        </p:spPr>
      </p:pic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609600" y="822771"/>
            <a:ext cx="7792792" cy="575212"/>
          </a:xfrm>
        </p:spPr>
        <p:txBody>
          <a:bodyPr anchor="b">
            <a:noAutofit/>
          </a:bodyPr>
          <a:lstStyle>
            <a:lvl1pPr>
              <a:defRPr sz="3400" b="1"/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329941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0" y="133618"/>
            <a:ext cx="12191350" cy="6597196"/>
          </a:xfrm>
          <a:prstGeom prst="rect">
            <a:avLst/>
          </a:prstGeom>
        </p:spPr>
      </p:pic>
      <p:sp>
        <p:nvSpPr>
          <p:cNvPr id="9" name="Rektangel 8"/>
          <p:cNvSpPr/>
          <p:nvPr userDrawn="1"/>
        </p:nvSpPr>
        <p:spPr>
          <a:xfrm>
            <a:off x="665411" y="4537656"/>
            <a:ext cx="9757892" cy="1264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28528DC-F60C-4C59-B1A1-53F7361D4F64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7" name="Rektangel 6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8" name="Rektangel 7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13" name="Titel 1"/>
          <p:cNvSpPr>
            <a:spLocks noGrp="1"/>
          </p:cNvSpPr>
          <p:nvPr>
            <p:ph type="title"/>
          </p:nvPr>
        </p:nvSpPr>
        <p:spPr>
          <a:xfrm>
            <a:off x="772736" y="4702765"/>
            <a:ext cx="9624810" cy="534645"/>
          </a:xfrm>
        </p:spPr>
        <p:txBody>
          <a:bodyPr>
            <a:noAutofit/>
          </a:bodyPr>
          <a:lstStyle>
            <a:lvl1pPr>
              <a:defRPr sz="3400">
                <a:solidFill>
                  <a:schemeClr val="tx1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14" name="Pladsholder til tekst 3"/>
          <p:cNvSpPr>
            <a:spLocks noGrp="1"/>
          </p:cNvSpPr>
          <p:nvPr>
            <p:ph type="body" sz="half" idx="10"/>
          </p:nvPr>
        </p:nvSpPr>
        <p:spPr>
          <a:xfrm>
            <a:off x="781318" y="5318975"/>
            <a:ext cx="9594763" cy="356315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15" name="Billede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701" y="524056"/>
            <a:ext cx="1581854" cy="78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587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609600" y="1854602"/>
            <a:ext cx="5452056" cy="4322361"/>
          </a:xfrm>
        </p:spPr>
        <p:txBody>
          <a:bodyPr>
            <a:no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8EE0D4B-8096-4D33-B6AF-032507F98F69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7" name="Rektangel 6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8" name="Rektangel 7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701" y="524056"/>
            <a:ext cx="1581854" cy="789589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609600" y="837173"/>
            <a:ext cx="7792792" cy="575212"/>
          </a:xfrm>
        </p:spPr>
        <p:txBody>
          <a:bodyPr anchor="b">
            <a:noAutofit/>
          </a:bodyPr>
          <a:lstStyle>
            <a:lvl1pPr>
              <a:defRPr sz="3400" b="1"/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11" name="Pladsholder til indhold 2"/>
          <p:cNvSpPr>
            <a:spLocks noGrp="1"/>
          </p:cNvSpPr>
          <p:nvPr>
            <p:ph idx="10"/>
          </p:nvPr>
        </p:nvSpPr>
        <p:spPr>
          <a:xfrm>
            <a:off x="6216204" y="1854601"/>
            <a:ext cx="5353318" cy="4322361"/>
          </a:xfrm>
        </p:spPr>
        <p:txBody>
          <a:bodyPr>
            <a:no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0717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led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1" y="134225"/>
            <a:ext cx="12191352" cy="6595983"/>
          </a:xfrm>
          <a:prstGeom prst="rect">
            <a:avLst/>
          </a:prstGeom>
        </p:spPr>
      </p:pic>
      <p:sp>
        <p:nvSpPr>
          <p:cNvPr id="11" name="Rektangel 10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12" name="Rektangel 11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1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A3846D1-AC6F-4DB8-A30F-D58D67B8E538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1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1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  <p:pic>
        <p:nvPicPr>
          <p:cNvPr id="17" name="Billede 1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701" y="524056"/>
            <a:ext cx="1581854" cy="78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2147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Billed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1" y="133618"/>
            <a:ext cx="12191352" cy="6597197"/>
          </a:xfrm>
          <a:prstGeom prst="rect">
            <a:avLst/>
          </a:prstGeom>
        </p:spPr>
      </p:pic>
      <p:sp>
        <p:nvSpPr>
          <p:cNvPr id="9" name="Rektangel 8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10" name="Rektangel 9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5405" y="524059"/>
            <a:ext cx="1581854" cy="789588"/>
          </a:xfrm>
          <a:prstGeom prst="rect">
            <a:avLst/>
          </a:prstGeom>
        </p:spPr>
      </p:pic>
      <p:sp>
        <p:nvSpPr>
          <p:cNvPr id="1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E0FCDBF-6B70-4B2E-92EA-8292844FCBF5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1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1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9728919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0" y="133618"/>
            <a:ext cx="12191350" cy="6597197"/>
          </a:xfrm>
          <a:prstGeom prst="rect">
            <a:avLst/>
          </a:prstGeom>
        </p:spPr>
      </p:pic>
      <p:sp>
        <p:nvSpPr>
          <p:cNvPr id="7" name="Rektangel 6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8" name="Rektangel 7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pic>
        <p:nvPicPr>
          <p:cNvPr id="10" name="Billed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5405" y="524059"/>
            <a:ext cx="1581854" cy="789588"/>
          </a:xfrm>
          <a:prstGeom prst="rect">
            <a:avLst/>
          </a:prstGeom>
        </p:spPr>
      </p:pic>
      <p:sp>
        <p:nvSpPr>
          <p:cNvPr id="11" name="Pladsholder til dato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05CC955-E5E9-4674-93EA-FA005D6480DB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12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13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4932101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0" y="133618"/>
            <a:ext cx="12191350" cy="6597197"/>
          </a:xfrm>
          <a:prstGeom prst="rect">
            <a:avLst/>
          </a:prstGeom>
        </p:spPr>
      </p:pic>
      <p:sp>
        <p:nvSpPr>
          <p:cNvPr id="7" name="Rektangel 6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8" name="Rektangel 7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pic>
        <p:nvPicPr>
          <p:cNvPr id="10" name="Billed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5405" y="524059"/>
            <a:ext cx="1581854" cy="789588"/>
          </a:xfrm>
          <a:prstGeom prst="rect">
            <a:avLst/>
          </a:prstGeom>
        </p:spPr>
      </p:pic>
      <p:sp>
        <p:nvSpPr>
          <p:cNvPr id="11" name="Pladsholder til dato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C291DEF-6F25-43C6-A4D0-741199A2A277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12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13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516144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0" y="133618"/>
            <a:ext cx="12191350" cy="6597196"/>
          </a:xfrm>
          <a:prstGeom prst="rect">
            <a:avLst/>
          </a:prstGeom>
        </p:spPr>
      </p:pic>
      <p:sp>
        <p:nvSpPr>
          <p:cNvPr id="7" name="Rektangel 6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8" name="Rektangel 7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pic>
        <p:nvPicPr>
          <p:cNvPr id="10" name="Billed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5405" y="524059"/>
            <a:ext cx="1581854" cy="789588"/>
          </a:xfrm>
          <a:prstGeom prst="rect">
            <a:avLst/>
          </a:prstGeom>
        </p:spPr>
      </p:pic>
      <p:sp>
        <p:nvSpPr>
          <p:cNvPr id="11" name="Pladsholder til dato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EFBFBE9-EB2F-416E-8F7D-F00EDF89C672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12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13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1747039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2428" y="127383"/>
            <a:ext cx="3979572" cy="6602675"/>
          </a:xfrm>
          <a:prstGeom prst="rect">
            <a:avLst/>
          </a:prstGeom>
        </p:spPr>
      </p:pic>
      <p:sp>
        <p:nvSpPr>
          <p:cNvPr id="3" name="Rektangel 2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4" name="Rektangel 3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5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609600" y="1863143"/>
            <a:ext cx="7792792" cy="4370231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60C01B0-0803-4982-ACB4-7AA019B5E037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7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8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701" y="524056"/>
            <a:ext cx="1581854" cy="789589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609600" y="837173"/>
            <a:ext cx="7792792" cy="575212"/>
          </a:xfrm>
        </p:spPr>
        <p:txBody>
          <a:bodyPr anchor="b">
            <a:noAutofit/>
          </a:bodyPr>
          <a:lstStyle>
            <a:lvl1pPr>
              <a:defRPr sz="3400" b="1"/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347910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2428" y="127383"/>
            <a:ext cx="3979571" cy="6602675"/>
          </a:xfrm>
          <a:prstGeom prst="rect">
            <a:avLst/>
          </a:prstGeom>
        </p:spPr>
      </p:pic>
      <p:sp>
        <p:nvSpPr>
          <p:cNvPr id="4" name="Rektangel 3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5" name="Rektangel 4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7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F05A8BB-EA0A-4A1D-AC6B-C9E97B332797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8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9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  <p:pic>
        <p:nvPicPr>
          <p:cNvPr id="10" name="Billed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701" y="524056"/>
            <a:ext cx="1581854" cy="789589"/>
          </a:xfrm>
          <a:prstGeom prst="rect">
            <a:avLst/>
          </a:prstGeom>
        </p:spPr>
      </p:pic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609600" y="837173"/>
            <a:ext cx="7792792" cy="575212"/>
          </a:xfrm>
        </p:spPr>
        <p:txBody>
          <a:bodyPr anchor="b">
            <a:noAutofit/>
          </a:bodyPr>
          <a:lstStyle>
            <a:lvl1pPr>
              <a:defRPr sz="3400" b="1"/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12" name="Pladsholder til indhold 2"/>
          <p:cNvSpPr>
            <a:spLocks noGrp="1"/>
          </p:cNvSpPr>
          <p:nvPr>
            <p:ph idx="1"/>
          </p:nvPr>
        </p:nvSpPr>
        <p:spPr>
          <a:xfrm>
            <a:off x="609600" y="1854602"/>
            <a:ext cx="7692980" cy="4493165"/>
          </a:xfrm>
        </p:spPr>
        <p:txBody>
          <a:bodyPr>
            <a:no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458840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2428" y="127383"/>
            <a:ext cx="3979571" cy="6602674"/>
          </a:xfrm>
          <a:prstGeom prst="rect">
            <a:avLst/>
          </a:prstGeom>
        </p:spPr>
      </p:pic>
      <p:sp>
        <p:nvSpPr>
          <p:cNvPr id="4" name="Rektangel 3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5" name="Rektangel 4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6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D7B888C-7573-48CD-AFCB-7F6965968F99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7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8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701" y="524056"/>
            <a:ext cx="1581854" cy="789589"/>
          </a:xfrm>
          <a:prstGeom prst="rect">
            <a:avLst/>
          </a:prstGeom>
        </p:spPr>
      </p:pic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609600" y="837173"/>
            <a:ext cx="7792792" cy="575212"/>
          </a:xfrm>
        </p:spPr>
        <p:txBody>
          <a:bodyPr anchor="b">
            <a:noAutofit/>
          </a:bodyPr>
          <a:lstStyle>
            <a:lvl1pPr>
              <a:defRPr sz="3400" b="1"/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11" name="Pladsholder til indhold 2"/>
          <p:cNvSpPr>
            <a:spLocks noGrp="1"/>
          </p:cNvSpPr>
          <p:nvPr>
            <p:ph idx="1"/>
          </p:nvPr>
        </p:nvSpPr>
        <p:spPr>
          <a:xfrm>
            <a:off x="609600" y="1854602"/>
            <a:ext cx="7692980" cy="4493165"/>
          </a:xfrm>
        </p:spPr>
        <p:txBody>
          <a:bodyPr>
            <a:no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955640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Billed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3104" y="127383"/>
            <a:ext cx="3978217" cy="6602674"/>
          </a:xfrm>
          <a:prstGeom prst="rect">
            <a:avLst/>
          </a:prstGeom>
        </p:spPr>
      </p:pic>
      <p:sp>
        <p:nvSpPr>
          <p:cNvPr id="19" name="Rektangel 18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20" name="Rektangel 19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21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DB76E3-97D1-40B6-AF78-064CA1EBAFF6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22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23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  <p:pic>
        <p:nvPicPr>
          <p:cNvPr id="24" name="Billede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701" y="524056"/>
            <a:ext cx="1581854" cy="789589"/>
          </a:xfrm>
          <a:prstGeom prst="rect">
            <a:avLst/>
          </a:prstGeom>
        </p:spPr>
      </p:pic>
      <p:sp>
        <p:nvSpPr>
          <p:cNvPr id="25" name="Titel 1"/>
          <p:cNvSpPr>
            <a:spLocks noGrp="1"/>
          </p:cNvSpPr>
          <p:nvPr>
            <p:ph type="title"/>
          </p:nvPr>
        </p:nvSpPr>
        <p:spPr>
          <a:xfrm>
            <a:off x="609600" y="837173"/>
            <a:ext cx="7792792" cy="575212"/>
          </a:xfrm>
        </p:spPr>
        <p:txBody>
          <a:bodyPr anchor="b">
            <a:noAutofit/>
          </a:bodyPr>
          <a:lstStyle>
            <a:lvl1pPr>
              <a:defRPr sz="3400" b="1"/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26" name="Pladsholder til indhold 2"/>
          <p:cNvSpPr>
            <a:spLocks noGrp="1"/>
          </p:cNvSpPr>
          <p:nvPr>
            <p:ph idx="1"/>
          </p:nvPr>
        </p:nvSpPr>
        <p:spPr>
          <a:xfrm>
            <a:off x="609600" y="1854602"/>
            <a:ext cx="7692980" cy="4493165"/>
          </a:xfrm>
        </p:spPr>
        <p:txBody>
          <a:bodyPr>
            <a:no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5218974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9" y="134225"/>
            <a:ext cx="12191347" cy="6595980"/>
          </a:xfrm>
          <a:prstGeom prst="rect">
            <a:avLst/>
          </a:prstGeom>
        </p:spPr>
      </p:pic>
      <p:sp>
        <p:nvSpPr>
          <p:cNvPr id="9" name="Rektangel 8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10" name="Rektangel 9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12" name="Pladsholder til indhold 2"/>
          <p:cNvSpPr>
            <a:spLocks noGrp="1"/>
          </p:cNvSpPr>
          <p:nvPr>
            <p:ph idx="1"/>
          </p:nvPr>
        </p:nvSpPr>
        <p:spPr>
          <a:xfrm>
            <a:off x="609600" y="1840200"/>
            <a:ext cx="10959921" cy="4322361"/>
          </a:xfrm>
        </p:spPr>
        <p:txBody>
          <a:bodyPr>
            <a:no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da-DK" dirty="0"/>
          </a:p>
        </p:txBody>
      </p:sp>
      <p:sp>
        <p:nvSpPr>
          <p:cNvPr id="13" name="Pladsholder til dato 3"/>
          <p:cNvSpPr>
            <a:spLocks noGrp="1"/>
          </p:cNvSpPr>
          <p:nvPr>
            <p:ph type="dt" sz="half" idx="2"/>
          </p:nvPr>
        </p:nvSpPr>
        <p:spPr>
          <a:xfrm>
            <a:off x="609600" y="6341948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2E1170-BB2C-48ED-A6E7-D56D512A2750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14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4194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15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41948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  <p:pic>
        <p:nvPicPr>
          <p:cNvPr id="16" name="Billede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701" y="509654"/>
            <a:ext cx="1581854" cy="789589"/>
          </a:xfrm>
          <a:prstGeom prst="rect">
            <a:avLst/>
          </a:prstGeom>
        </p:spPr>
      </p:pic>
      <p:sp>
        <p:nvSpPr>
          <p:cNvPr id="17" name="Titel 1"/>
          <p:cNvSpPr>
            <a:spLocks noGrp="1"/>
          </p:cNvSpPr>
          <p:nvPr>
            <p:ph type="title"/>
          </p:nvPr>
        </p:nvSpPr>
        <p:spPr>
          <a:xfrm>
            <a:off x="609600" y="822771"/>
            <a:ext cx="7792792" cy="575212"/>
          </a:xfrm>
        </p:spPr>
        <p:txBody>
          <a:bodyPr anchor="b">
            <a:noAutofit/>
          </a:bodyPr>
          <a:lstStyle>
            <a:lvl1pPr>
              <a:defRPr sz="3400" b="1"/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0504386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Billed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72" y="130415"/>
            <a:ext cx="12210981" cy="6606603"/>
          </a:xfrm>
          <a:prstGeom prst="rect">
            <a:avLst/>
          </a:prstGeom>
        </p:spPr>
      </p:pic>
      <p:sp>
        <p:nvSpPr>
          <p:cNvPr id="7" name="Rektangel 6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8" name="Rektangel 7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1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609600" y="1863143"/>
            <a:ext cx="10959922" cy="4370231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5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B7FD213-C2C5-421C-A041-60A0864A708F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16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17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  <p:pic>
        <p:nvPicPr>
          <p:cNvPr id="18" name="Billede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701" y="524056"/>
            <a:ext cx="1581854" cy="789589"/>
          </a:xfrm>
          <a:prstGeom prst="rect">
            <a:avLst/>
          </a:prstGeom>
        </p:spPr>
      </p:pic>
      <p:sp>
        <p:nvSpPr>
          <p:cNvPr id="19" name="Titel 1"/>
          <p:cNvSpPr>
            <a:spLocks noGrp="1"/>
          </p:cNvSpPr>
          <p:nvPr>
            <p:ph type="title"/>
          </p:nvPr>
        </p:nvSpPr>
        <p:spPr>
          <a:xfrm>
            <a:off x="609600" y="837173"/>
            <a:ext cx="7792792" cy="575212"/>
          </a:xfrm>
        </p:spPr>
        <p:txBody>
          <a:bodyPr anchor="b">
            <a:noAutofit/>
          </a:bodyPr>
          <a:lstStyle>
            <a:lvl1pPr>
              <a:defRPr sz="3400" b="1"/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4023610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1" y="137375"/>
            <a:ext cx="3581400" cy="6607840"/>
          </a:xfrm>
          <a:prstGeom prst="rect">
            <a:avLst/>
          </a:prstGeom>
        </p:spPr>
      </p:pic>
      <p:sp>
        <p:nvSpPr>
          <p:cNvPr id="8" name="Rektangel 7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9" name="Rektangel 8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13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609600" y="1863143"/>
            <a:ext cx="7792792" cy="4370231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4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6426A62-5176-41A6-B295-A8B90012F936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1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1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8" name="Titel 1"/>
          <p:cNvSpPr>
            <a:spLocks noGrp="1"/>
          </p:cNvSpPr>
          <p:nvPr>
            <p:ph type="title"/>
          </p:nvPr>
        </p:nvSpPr>
        <p:spPr>
          <a:xfrm>
            <a:off x="609600" y="837173"/>
            <a:ext cx="7792792" cy="575212"/>
          </a:xfrm>
        </p:spPr>
        <p:txBody>
          <a:bodyPr anchor="b">
            <a:noAutofit/>
          </a:bodyPr>
          <a:lstStyle>
            <a:lvl1pPr>
              <a:defRPr sz="3400" b="1"/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9637394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1" y="137375"/>
            <a:ext cx="3581399" cy="6607840"/>
          </a:xfrm>
          <a:prstGeom prst="rect">
            <a:avLst/>
          </a:prstGeom>
        </p:spPr>
      </p:pic>
      <p:sp>
        <p:nvSpPr>
          <p:cNvPr id="8" name="Rektangel 7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9" name="Rektangel 8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1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609600" y="1863143"/>
            <a:ext cx="7792792" cy="4370231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5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E02CA0A-0979-491A-B4B1-C7ADDCDD7A8F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16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17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9" name="Titel 1"/>
          <p:cNvSpPr>
            <a:spLocks noGrp="1"/>
          </p:cNvSpPr>
          <p:nvPr>
            <p:ph type="title"/>
          </p:nvPr>
        </p:nvSpPr>
        <p:spPr>
          <a:xfrm>
            <a:off x="609600" y="837173"/>
            <a:ext cx="7792792" cy="575212"/>
          </a:xfrm>
        </p:spPr>
        <p:txBody>
          <a:bodyPr anchor="b">
            <a:noAutofit/>
          </a:bodyPr>
          <a:lstStyle>
            <a:lvl1pPr>
              <a:defRPr sz="3400" b="1"/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63992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1" y="137376"/>
            <a:ext cx="3581399" cy="6607838"/>
          </a:xfrm>
          <a:prstGeom prst="rect">
            <a:avLst/>
          </a:prstGeom>
        </p:spPr>
      </p:pic>
      <p:sp>
        <p:nvSpPr>
          <p:cNvPr id="8" name="Rektangel 7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9" name="Rektangel 8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1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609600" y="1863143"/>
            <a:ext cx="7792792" cy="4370231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5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EB4BC0C-5D58-4F6D-BEB7-D854838DDC81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16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17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9" name="Titel 1"/>
          <p:cNvSpPr>
            <a:spLocks noGrp="1"/>
          </p:cNvSpPr>
          <p:nvPr>
            <p:ph type="title"/>
          </p:nvPr>
        </p:nvSpPr>
        <p:spPr>
          <a:xfrm>
            <a:off x="609600" y="837173"/>
            <a:ext cx="7792792" cy="575212"/>
          </a:xfrm>
        </p:spPr>
        <p:txBody>
          <a:bodyPr anchor="b">
            <a:noAutofit/>
          </a:bodyPr>
          <a:lstStyle>
            <a:lvl1pPr>
              <a:defRPr sz="3400" b="1"/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6447793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1" y="137376"/>
            <a:ext cx="3581398" cy="6607838"/>
          </a:xfrm>
          <a:prstGeom prst="rect">
            <a:avLst/>
          </a:prstGeom>
        </p:spPr>
      </p:pic>
      <p:sp>
        <p:nvSpPr>
          <p:cNvPr id="8" name="Rektangel 7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9" name="Rektangel 8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1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609600" y="1863143"/>
            <a:ext cx="7792792" cy="4370231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5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EC5FE4B-9D55-4C15-9885-CD644EC68419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16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17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9" name="Titel 1"/>
          <p:cNvSpPr>
            <a:spLocks noGrp="1"/>
          </p:cNvSpPr>
          <p:nvPr>
            <p:ph type="title"/>
          </p:nvPr>
        </p:nvSpPr>
        <p:spPr>
          <a:xfrm>
            <a:off x="609600" y="837173"/>
            <a:ext cx="7792792" cy="575212"/>
          </a:xfrm>
        </p:spPr>
        <p:txBody>
          <a:bodyPr anchor="b">
            <a:noAutofit/>
          </a:bodyPr>
          <a:lstStyle>
            <a:lvl1pPr>
              <a:defRPr sz="3400" b="1"/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483898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Brugerdefiner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led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1" y="137377"/>
            <a:ext cx="3581398" cy="6607836"/>
          </a:xfrm>
          <a:prstGeom prst="rect">
            <a:avLst/>
          </a:prstGeom>
        </p:spPr>
      </p:pic>
      <p:sp>
        <p:nvSpPr>
          <p:cNvPr id="8" name="Rektangel 7"/>
          <p:cNvSpPr/>
          <p:nvPr userDrawn="1"/>
        </p:nvSpPr>
        <p:spPr>
          <a:xfrm>
            <a:off x="0" y="0"/>
            <a:ext cx="12192000" cy="137375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9" name="Rektangel 8"/>
          <p:cNvSpPr/>
          <p:nvPr userDrawn="1"/>
        </p:nvSpPr>
        <p:spPr>
          <a:xfrm>
            <a:off x="0" y="6730058"/>
            <a:ext cx="12192000" cy="129336"/>
          </a:xfrm>
          <a:prstGeom prst="rect">
            <a:avLst/>
          </a:prstGeom>
          <a:solidFill>
            <a:srgbClr val="00A5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bg1"/>
              </a:solidFill>
            </a:endParaRPr>
          </a:p>
        </p:txBody>
      </p:sp>
      <p:sp>
        <p:nvSpPr>
          <p:cNvPr id="1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609600" y="1863143"/>
            <a:ext cx="7792792" cy="4370231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5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97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CBA02D1-42B8-4FBD-A26C-5E163EA67243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16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a-DK" dirty="0"/>
              <a:t>Simon Tran Agerholm</a:t>
            </a:r>
          </a:p>
        </p:txBody>
      </p:sp>
      <p:sp>
        <p:nvSpPr>
          <p:cNvPr id="17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9589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2A73C88-35DB-432F-9FBF-AA3A20422821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9" name="Titel 1"/>
          <p:cNvSpPr>
            <a:spLocks noGrp="1"/>
          </p:cNvSpPr>
          <p:nvPr>
            <p:ph type="title"/>
          </p:nvPr>
        </p:nvSpPr>
        <p:spPr>
          <a:xfrm>
            <a:off x="609600" y="837173"/>
            <a:ext cx="7792792" cy="575212"/>
          </a:xfrm>
        </p:spPr>
        <p:txBody>
          <a:bodyPr anchor="b">
            <a:noAutofit/>
          </a:bodyPr>
          <a:lstStyle>
            <a:lvl1pPr>
              <a:defRPr sz="3400" b="1"/>
            </a:lvl1pPr>
          </a:lstStyle>
          <a:p>
            <a:r>
              <a:rPr lang="da-DK"/>
              <a:t>Klik for at redigere titeltypografien i masteren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98229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dsholder til titel 1"/>
          <p:cNvSpPr>
            <a:spLocks noGrp="1"/>
          </p:cNvSpPr>
          <p:nvPr>
            <p:ph type="title"/>
          </p:nvPr>
        </p:nvSpPr>
        <p:spPr>
          <a:xfrm>
            <a:off x="459346" y="1064655"/>
            <a:ext cx="10894454" cy="823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 dirty="0"/>
              <a:t>Klik for at redigere i master</a:t>
            </a:r>
          </a:p>
        </p:txBody>
      </p:sp>
      <p:sp>
        <p:nvSpPr>
          <p:cNvPr id="12" name="Pladsholder til tekst 2"/>
          <p:cNvSpPr>
            <a:spLocks noGrp="1"/>
          </p:cNvSpPr>
          <p:nvPr>
            <p:ph type="body" idx="1"/>
          </p:nvPr>
        </p:nvSpPr>
        <p:spPr>
          <a:xfrm>
            <a:off x="510862" y="2369713"/>
            <a:ext cx="10842938" cy="3807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 dirty="0"/>
              <a:t>Rediger typografien i masterens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</p:spTree>
    <p:extLst>
      <p:ext uri="{BB962C8B-B14F-4D97-AF65-F5344CB8AC3E}">
        <p14:creationId xmlns:p14="http://schemas.microsoft.com/office/powerpoint/2010/main" val="1885492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86" r:id="rId2"/>
    <p:sldLayoutId id="2147483677" r:id="rId3"/>
    <p:sldLayoutId id="2147483654" r:id="rId4"/>
    <p:sldLayoutId id="2147483655" r:id="rId5"/>
    <p:sldLayoutId id="2147483660" r:id="rId6"/>
    <p:sldLayoutId id="2147483688" r:id="rId7"/>
    <p:sldLayoutId id="2147483692" r:id="rId8"/>
    <p:sldLayoutId id="2147483676" r:id="rId9"/>
    <p:sldLayoutId id="2147483687" r:id="rId10"/>
    <p:sldLayoutId id="2147483651" r:id="rId11"/>
    <p:sldLayoutId id="2147483661" r:id="rId12"/>
    <p:sldLayoutId id="2147483670" r:id="rId13"/>
    <p:sldLayoutId id="2147483671" r:id="rId14"/>
    <p:sldLayoutId id="2147483679" r:id="rId15"/>
    <p:sldLayoutId id="2147483689" r:id="rId16"/>
    <p:sldLayoutId id="2147483690" r:id="rId17"/>
    <p:sldLayoutId id="2147483691" r:id="rId18"/>
    <p:sldLayoutId id="2147483652" r:id="rId19"/>
    <p:sldLayoutId id="2147483678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0515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63C42-F3A3-FD73-7A30-70C9879F7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7A56FBB7-4901-BE11-0C86-B137A0D99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z="3200" dirty="0"/>
              <a:t>Opgaver</a:t>
            </a:r>
          </a:p>
        </p:txBody>
      </p:sp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003EAD2A-BBE3-331C-0881-8A4A67A78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29086-4731-4088-B38E-9F23EA1EACDB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FF472AF1-59B9-0B08-3B0B-956E36AC2D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A1BCA0A1-0FB0-6F66-022F-B14F0B5C50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2A73C88-35DB-432F-9FBF-AA3A20422821}" type="slidenum">
              <a:rPr lang="da-DK" smtClean="0"/>
              <a:pPr/>
              <a:t>2</a:t>
            </a:fld>
            <a:endParaRPr lang="da-DK" dirty="0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7E4B17A5-2C57-7AD1-2A31-55A92C4EB97F}"/>
              </a:ext>
            </a:extLst>
          </p:cNvPr>
          <p:cNvSpPr txBox="1"/>
          <p:nvPr/>
        </p:nvSpPr>
        <p:spPr>
          <a:xfrm>
            <a:off x="609600" y="1628800"/>
            <a:ext cx="10585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2.40 + 2.41 + 2.42 + 2.44 + 2.45 + 2.46 + 2.47 + 2.51 + 2.53(</a:t>
            </a:r>
            <a:r>
              <a:rPr lang="da-DK" dirty="0" err="1"/>
              <a:t>a+b</a:t>
            </a:r>
            <a:r>
              <a:rPr lang="da-DK"/>
              <a:t>)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75043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29B69BAF-635F-B215-DAE1-C1C1F2F52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z="3200" dirty="0"/>
              <a:t>Kirchhoffs love anvendt på DC kredsløb</a:t>
            </a:r>
          </a:p>
        </p:txBody>
      </p:sp>
      <p:pic>
        <p:nvPicPr>
          <p:cNvPr id="12" name="Billede 11">
            <a:extLst>
              <a:ext uri="{FF2B5EF4-FFF2-40B4-BE49-F238E27FC236}">
                <a16:creationId xmlns:a16="http://schemas.microsoft.com/office/drawing/2014/main" id="{736DF822-37DA-4FF5-AF55-F6CBB79BB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0000" y="1800000"/>
            <a:ext cx="3097036" cy="4371211"/>
          </a:xfrm>
          <a:prstGeom prst="rect">
            <a:avLst/>
          </a:prstGeom>
        </p:spPr>
      </p:pic>
      <p:pic>
        <p:nvPicPr>
          <p:cNvPr id="14" name="Billede 13">
            <a:extLst>
              <a:ext uri="{FF2B5EF4-FFF2-40B4-BE49-F238E27FC236}">
                <a16:creationId xmlns:a16="http://schemas.microsoft.com/office/drawing/2014/main" id="{03603BDF-889B-D72F-579A-0BE9261E4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988840"/>
            <a:ext cx="7188965" cy="1182648"/>
          </a:xfrm>
          <a:prstGeom prst="rect">
            <a:avLst/>
          </a:prstGeom>
        </p:spPr>
      </p:pic>
      <p:pic>
        <p:nvPicPr>
          <p:cNvPr id="16" name="Billede 15">
            <a:extLst>
              <a:ext uri="{FF2B5EF4-FFF2-40B4-BE49-F238E27FC236}">
                <a16:creationId xmlns:a16="http://schemas.microsoft.com/office/drawing/2014/main" id="{F73C02B9-DB13-8BF2-6E6D-751964CD32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" y="3985605"/>
            <a:ext cx="7198515" cy="1418885"/>
          </a:xfrm>
          <a:prstGeom prst="rect">
            <a:avLst/>
          </a:prstGeom>
        </p:spPr>
      </p:pic>
      <p:sp>
        <p:nvSpPr>
          <p:cNvPr id="17" name="Tekstfelt 16">
            <a:extLst>
              <a:ext uri="{FF2B5EF4-FFF2-40B4-BE49-F238E27FC236}">
                <a16:creationId xmlns:a16="http://schemas.microsoft.com/office/drawing/2014/main" id="{0E7D29B1-1ACE-5ADE-0A93-0AFAE971504B}"/>
              </a:ext>
            </a:extLst>
          </p:cNvPr>
          <p:cNvSpPr txBox="1"/>
          <p:nvPr/>
        </p:nvSpPr>
        <p:spPr>
          <a:xfrm>
            <a:off x="619149" y="3360702"/>
            <a:ext cx="7188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ea typeface="Cambria Math" panose="02040503050406030204" pitchFamily="18" charset="0"/>
              </a:rPr>
              <a:t>Det vil sige at hvis vi betragter et givet knudepunkt, så er  </a:t>
            </a:r>
            <a:r>
              <a:rPr lang="el-GR" b="0" i="0" dirty="0">
                <a:solidFill>
                  <a:srgbClr val="202122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Σ</a:t>
            </a:r>
            <a:r>
              <a:rPr lang="da-DK" b="0" i="0" dirty="0">
                <a:solidFill>
                  <a:srgbClr val="202122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I = 0</a:t>
            </a:r>
            <a:endParaRPr lang="da-DK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204CAB83-81D5-6A5C-A473-0CBEB978F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29086-4731-4088-B38E-9F23EA1EACDB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CF9A8101-9E85-887A-F202-85A58B4D4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5B8997DB-230B-AA37-E0E6-03D74E2241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2A73C88-35DB-432F-9FBF-AA3A20422821}" type="slidenum">
              <a:rPr lang="da-DK" smtClean="0"/>
              <a:pPr/>
              <a:t>3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475309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felt 1">
            <a:extLst>
              <a:ext uri="{FF2B5EF4-FFF2-40B4-BE49-F238E27FC236}">
                <a16:creationId xmlns:a16="http://schemas.microsoft.com/office/drawing/2014/main" id="{67D01E98-36D6-C8EA-BE0B-EF487322E39D}"/>
              </a:ext>
            </a:extLst>
          </p:cNvPr>
          <p:cNvSpPr txBox="1"/>
          <p:nvPr/>
        </p:nvSpPr>
        <p:spPr>
          <a:xfrm>
            <a:off x="638910" y="1432963"/>
            <a:ext cx="5349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Vi vil gerne beregne strømme i kredsløbet, hvad gør vi?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2069ADB6-E93A-D7E2-09FA-9ECC22919E36}"/>
              </a:ext>
            </a:extLst>
          </p:cNvPr>
          <p:cNvSpPr txBox="1"/>
          <p:nvPr/>
        </p:nvSpPr>
        <p:spPr>
          <a:xfrm>
            <a:off x="5978938" y="2162776"/>
            <a:ext cx="3553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Step 1: Tegn det elektriske kredsløb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EB5F620-7B5B-C231-B0A7-6476A4CD2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z="3200" dirty="0"/>
              <a:t>Kirchhoffs love anvendt på DC kredsløb</a:t>
            </a: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EDAD9881-9E32-F07D-DEA6-9CB45EAB57AA}"/>
              </a:ext>
            </a:extLst>
          </p:cNvPr>
          <p:cNvSpPr/>
          <p:nvPr/>
        </p:nvSpPr>
        <p:spPr>
          <a:xfrm>
            <a:off x="877476" y="3860345"/>
            <a:ext cx="276836" cy="720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14" name="Lige forbindelse 13">
            <a:extLst>
              <a:ext uri="{FF2B5EF4-FFF2-40B4-BE49-F238E27FC236}">
                <a16:creationId xmlns:a16="http://schemas.microsoft.com/office/drawing/2014/main" id="{AD3B4149-6367-3643-67C6-19615AEA224F}"/>
              </a:ext>
            </a:extLst>
          </p:cNvPr>
          <p:cNvCxnSpPr>
            <a:cxnSpLocks/>
          </p:cNvCxnSpPr>
          <p:nvPr/>
        </p:nvCxnSpPr>
        <p:spPr>
          <a:xfrm>
            <a:off x="877476" y="3430977"/>
            <a:ext cx="27583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Lige forbindelse 16">
            <a:extLst>
              <a:ext uri="{FF2B5EF4-FFF2-40B4-BE49-F238E27FC236}">
                <a16:creationId xmlns:a16="http://schemas.microsoft.com/office/drawing/2014/main" id="{5D7DC684-26AF-53C3-DB24-70EB3B974AAF}"/>
              </a:ext>
            </a:extLst>
          </p:cNvPr>
          <p:cNvCxnSpPr>
            <a:cxnSpLocks/>
          </p:cNvCxnSpPr>
          <p:nvPr/>
        </p:nvCxnSpPr>
        <p:spPr>
          <a:xfrm>
            <a:off x="798871" y="3354098"/>
            <a:ext cx="43204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ktangel 19">
            <a:extLst>
              <a:ext uri="{FF2B5EF4-FFF2-40B4-BE49-F238E27FC236}">
                <a16:creationId xmlns:a16="http://schemas.microsoft.com/office/drawing/2014/main" id="{3C262A66-37BF-AE0F-50D9-7F0C2F3E6B50}"/>
              </a:ext>
            </a:extLst>
          </p:cNvPr>
          <p:cNvSpPr/>
          <p:nvPr/>
        </p:nvSpPr>
        <p:spPr>
          <a:xfrm>
            <a:off x="3036717" y="3856448"/>
            <a:ext cx="276836" cy="73341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21" name="Lige forbindelse 20">
            <a:extLst>
              <a:ext uri="{FF2B5EF4-FFF2-40B4-BE49-F238E27FC236}">
                <a16:creationId xmlns:a16="http://schemas.microsoft.com/office/drawing/2014/main" id="{E6DD20A5-329C-BCFD-980C-43DA0C740CF9}"/>
              </a:ext>
            </a:extLst>
          </p:cNvPr>
          <p:cNvCxnSpPr>
            <a:cxnSpLocks/>
          </p:cNvCxnSpPr>
          <p:nvPr/>
        </p:nvCxnSpPr>
        <p:spPr>
          <a:xfrm>
            <a:off x="3037716" y="3426106"/>
            <a:ext cx="27583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Lige forbindelse 21">
            <a:extLst>
              <a:ext uri="{FF2B5EF4-FFF2-40B4-BE49-F238E27FC236}">
                <a16:creationId xmlns:a16="http://schemas.microsoft.com/office/drawing/2014/main" id="{7DB918C0-6C32-287A-BC6F-B00A3467DB9F}"/>
              </a:ext>
            </a:extLst>
          </p:cNvPr>
          <p:cNvCxnSpPr>
            <a:cxnSpLocks/>
          </p:cNvCxnSpPr>
          <p:nvPr/>
        </p:nvCxnSpPr>
        <p:spPr>
          <a:xfrm>
            <a:off x="2964709" y="3354098"/>
            <a:ext cx="43204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ktangel 26">
            <a:extLst>
              <a:ext uri="{FF2B5EF4-FFF2-40B4-BE49-F238E27FC236}">
                <a16:creationId xmlns:a16="http://schemas.microsoft.com/office/drawing/2014/main" id="{6DFD25FA-9911-57B6-58A5-6F606844D559}"/>
              </a:ext>
            </a:extLst>
          </p:cNvPr>
          <p:cNvSpPr/>
          <p:nvPr/>
        </p:nvSpPr>
        <p:spPr>
          <a:xfrm>
            <a:off x="5195958" y="3856448"/>
            <a:ext cx="276836" cy="71081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48" name="Lige forbindelse 47">
            <a:extLst>
              <a:ext uri="{FF2B5EF4-FFF2-40B4-BE49-F238E27FC236}">
                <a16:creationId xmlns:a16="http://schemas.microsoft.com/office/drawing/2014/main" id="{3EC10E7F-B44F-756E-3EC7-E9528C2D47B9}"/>
              </a:ext>
            </a:extLst>
          </p:cNvPr>
          <p:cNvCxnSpPr>
            <a:cxnSpLocks/>
          </p:cNvCxnSpPr>
          <p:nvPr/>
        </p:nvCxnSpPr>
        <p:spPr>
          <a:xfrm flipV="1">
            <a:off x="1020493" y="2208072"/>
            <a:ext cx="0" cy="114602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Lige forbindelse 49">
            <a:extLst>
              <a:ext uri="{FF2B5EF4-FFF2-40B4-BE49-F238E27FC236}">
                <a16:creationId xmlns:a16="http://schemas.microsoft.com/office/drawing/2014/main" id="{885186CD-4E13-BA8A-8E9F-4BE1D259EC87}"/>
              </a:ext>
            </a:extLst>
          </p:cNvPr>
          <p:cNvCxnSpPr/>
          <p:nvPr/>
        </p:nvCxnSpPr>
        <p:spPr>
          <a:xfrm>
            <a:off x="1020493" y="2208072"/>
            <a:ext cx="432048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Lige forbindelse 51">
            <a:extLst>
              <a:ext uri="{FF2B5EF4-FFF2-40B4-BE49-F238E27FC236}">
                <a16:creationId xmlns:a16="http://schemas.microsoft.com/office/drawing/2014/main" id="{53BAB358-CEC7-A089-284B-28EA686CBE0F}"/>
              </a:ext>
            </a:extLst>
          </p:cNvPr>
          <p:cNvCxnSpPr>
            <a:endCxn id="27" idx="0"/>
          </p:cNvCxnSpPr>
          <p:nvPr/>
        </p:nvCxnSpPr>
        <p:spPr>
          <a:xfrm flipH="1">
            <a:off x="5334376" y="2208072"/>
            <a:ext cx="6597" cy="164837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Lige forbindelse 54">
            <a:extLst>
              <a:ext uri="{FF2B5EF4-FFF2-40B4-BE49-F238E27FC236}">
                <a16:creationId xmlns:a16="http://schemas.microsoft.com/office/drawing/2014/main" id="{30EB8EB3-50BA-2F5B-F8CC-4A0EBCE99A83}"/>
              </a:ext>
            </a:extLst>
          </p:cNvPr>
          <p:cNvCxnSpPr/>
          <p:nvPr/>
        </p:nvCxnSpPr>
        <p:spPr>
          <a:xfrm>
            <a:off x="3180733" y="2208072"/>
            <a:ext cx="0" cy="114602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Lige forbindelse 56">
            <a:extLst>
              <a:ext uri="{FF2B5EF4-FFF2-40B4-BE49-F238E27FC236}">
                <a16:creationId xmlns:a16="http://schemas.microsoft.com/office/drawing/2014/main" id="{2E72A4ED-CFA2-04CB-E43F-55F07795CD3B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1014895" y="4580345"/>
            <a:ext cx="999" cy="11561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Lige forbindelse 58">
            <a:extLst>
              <a:ext uri="{FF2B5EF4-FFF2-40B4-BE49-F238E27FC236}">
                <a16:creationId xmlns:a16="http://schemas.microsoft.com/office/drawing/2014/main" id="{78507A8E-B63B-3CDF-04B3-E35C4272B7E6}"/>
              </a:ext>
            </a:extLst>
          </p:cNvPr>
          <p:cNvCxnSpPr/>
          <p:nvPr/>
        </p:nvCxnSpPr>
        <p:spPr>
          <a:xfrm>
            <a:off x="1014895" y="5736464"/>
            <a:ext cx="432607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Lige forbindelse 60">
            <a:extLst>
              <a:ext uri="{FF2B5EF4-FFF2-40B4-BE49-F238E27FC236}">
                <a16:creationId xmlns:a16="http://schemas.microsoft.com/office/drawing/2014/main" id="{87863804-44A5-CAD7-E302-E50E1A04E5BA}"/>
              </a:ext>
            </a:extLst>
          </p:cNvPr>
          <p:cNvCxnSpPr>
            <a:cxnSpLocks/>
            <a:endCxn id="27" idx="2"/>
          </p:cNvCxnSpPr>
          <p:nvPr/>
        </p:nvCxnSpPr>
        <p:spPr>
          <a:xfrm flipV="1">
            <a:off x="5334376" y="4567263"/>
            <a:ext cx="0" cy="116920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Lige forbindelse 1023">
            <a:extLst>
              <a:ext uri="{FF2B5EF4-FFF2-40B4-BE49-F238E27FC236}">
                <a16:creationId xmlns:a16="http://schemas.microsoft.com/office/drawing/2014/main" id="{68B11B75-64E9-12F1-8466-AAD157EA1A83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3175135" y="4589865"/>
            <a:ext cx="0" cy="114659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6" name="Bue 1045">
            <a:extLst>
              <a:ext uri="{FF2B5EF4-FFF2-40B4-BE49-F238E27FC236}">
                <a16:creationId xmlns:a16="http://schemas.microsoft.com/office/drawing/2014/main" id="{9F59F7A1-087C-AA23-BF55-DC2263C7CA6B}"/>
              </a:ext>
            </a:extLst>
          </p:cNvPr>
          <p:cNvSpPr/>
          <p:nvPr/>
        </p:nvSpPr>
        <p:spPr>
          <a:xfrm rot="10800000">
            <a:off x="1585387" y="2532108"/>
            <a:ext cx="1078121" cy="2880320"/>
          </a:xfrm>
          <a:prstGeom prst="arc">
            <a:avLst>
              <a:gd name="adj1" fmla="val 2854749"/>
              <a:gd name="adj2" fmla="val 19181829"/>
            </a:avLst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47" name="Tekstfelt 1046">
            <a:extLst>
              <a:ext uri="{FF2B5EF4-FFF2-40B4-BE49-F238E27FC236}">
                <a16:creationId xmlns:a16="http://schemas.microsoft.com/office/drawing/2014/main" id="{F94239BC-946E-ED9A-163C-6CE55DCBD012}"/>
              </a:ext>
            </a:extLst>
          </p:cNvPr>
          <p:cNvSpPr txBox="1"/>
          <p:nvPr/>
        </p:nvSpPr>
        <p:spPr>
          <a:xfrm>
            <a:off x="1934496" y="3805863"/>
            <a:ext cx="264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1</a:t>
            </a:r>
          </a:p>
        </p:txBody>
      </p:sp>
      <p:sp>
        <p:nvSpPr>
          <p:cNvPr id="1048" name="Bue 1047">
            <a:extLst>
              <a:ext uri="{FF2B5EF4-FFF2-40B4-BE49-F238E27FC236}">
                <a16:creationId xmlns:a16="http://schemas.microsoft.com/office/drawing/2014/main" id="{6A2B8330-BF19-69A8-239B-C491BE65A8E7}"/>
              </a:ext>
            </a:extLst>
          </p:cNvPr>
          <p:cNvSpPr/>
          <p:nvPr/>
        </p:nvSpPr>
        <p:spPr>
          <a:xfrm rot="10800000">
            <a:off x="3745626" y="2507607"/>
            <a:ext cx="1078121" cy="2880320"/>
          </a:xfrm>
          <a:prstGeom prst="arc">
            <a:avLst>
              <a:gd name="adj1" fmla="val 2854749"/>
              <a:gd name="adj2" fmla="val 19181829"/>
            </a:avLst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49" name="Tekstfelt 1048">
            <a:extLst>
              <a:ext uri="{FF2B5EF4-FFF2-40B4-BE49-F238E27FC236}">
                <a16:creationId xmlns:a16="http://schemas.microsoft.com/office/drawing/2014/main" id="{B87F3098-BC51-5E5A-39A7-BC4B21785616}"/>
              </a:ext>
            </a:extLst>
          </p:cNvPr>
          <p:cNvSpPr txBox="1"/>
          <p:nvPr/>
        </p:nvSpPr>
        <p:spPr>
          <a:xfrm>
            <a:off x="4094735" y="3781362"/>
            <a:ext cx="264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2</a:t>
            </a:r>
          </a:p>
        </p:txBody>
      </p:sp>
      <p:sp>
        <p:nvSpPr>
          <p:cNvPr id="1050" name="Tekstfelt 1049">
            <a:extLst>
              <a:ext uri="{FF2B5EF4-FFF2-40B4-BE49-F238E27FC236}">
                <a16:creationId xmlns:a16="http://schemas.microsoft.com/office/drawing/2014/main" id="{6401A6B8-10DA-A5B6-623A-82DEFA1A237E}"/>
              </a:ext>
            </a:extLst>
          </p:cNvPr>
          <p:cNvSpPr txBox="1"/>
          <p:nvPr/>
        </p:nvSpPr>
        <p:spPr>
          <a:xfrm>
            <a:off x="3209045" y="2944058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E</a:t>
            </a:r>
            <a:r>
              <a:rPr lang="da-DK" baseline="-25000" dirty="0"/>
              <a:t>2</a:t>
            </a:r>
            <a:endParaRPr lang="da-DK" dirty="0"/>
          </a:p>
        </p:txBody>
      </p:sp>
      <p:sp>
        <p:nvSpPr>
          <p:cNvPr id="1051" name="Tekstfelt 1050">
            <a:extLst>
              <a:ext uri="{FF2B5EF4-FFF2-40B4-BE49-F238E27FC236}">
                <a16:creationId xmlns:a16="http://schemas.microsoft.com/office/drawing/2014/main" id="{A0926FB7-1954-DE34-7FB0-91813023A1DD}"/>
              </a:ext>
            </a:extLst>
          </p:cNvPr>
          <p:cNvSpPr txBox="1"/>
          <p:nvPr/>
        </p:nvSpPr>
        <p:spPr>
          <a:xfrm>
            <a:off x="1048541" y="2946503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E</a:t>
            </a:r>
            <a:r>
              <a:rPr lang="da-DK" baseline="-25000" dirty="0"/>
              <a:t>1</a:t>
            </a:r>
            <a:endParaRPr lang="da-DK" dirty="0"/>
          </a:p>
        </p:txBody>
      </p:sp>
      <p:sp>
        <p:nvSpPr>
          <p:cNvPr id="1052" name="Tekstfelt 1051">
            <a:extLst>
              <a:ext uri="{FF2B5EF4-FFF2-40B4-BE49-F238E27FC236}">
                <a16:creationId xmlns:a16="http://schemas.microsoft.com/office/drawing/2014/main" id="{D29EA3F4-9458-754C-578F-8FD29F11B6EA}"/>
              </a:ext>
            </a:extLst>
          </p:cNvPr>
          <p:cNvSpPr txBox="1"/>
          <p:nvPr/>
        </p:nvSpPr>
        <p:spPr>
          <a:xfrm>
            <a:off x="5472794" y="401533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R</a:t>
            </a:r>
          </a:p>
        </p:txBody>
      </p:sp>
      <p:sp>
        <p:nvSpPr>
          <p:cNvPr id="1053" name="Tekstfelt 1052">
            <a:extLst>
              <a:ext uri="{FF2B5EF4-FFF2-40B4-BE49-F238E27FC236}">
                <a16:creationId xmlns:a16="http://schemas.microsoft.com/office/drawing/2014/main" id="{8C4FA5AD-43FF-8C3F-579A-09E61B7A2E09}"/>
              </a:ext>
            </a:extLst>
          </p:cNvPr>
          <p:cNvSpPr txBox="1"/>
          <p:nvPr/>
        </p:nvSpPr>
        <p:spPr>
          <a:xfrm>
            <a:off x="3271074" y="4035679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R</a:t>
            </a:r>
            <a:r>
              <a:rPr lang="da-DK" baseline="-25000" dirty="0"/>
              <a:t>2</a:t>
            </a:r>
          </a:p>
        </p:txBody>
      </p:sp>
      <p:sp>
        <p:nvSpPr>
          <p:cNvPr id="1054" name="Tekstfelt 1053">
            <a:extLst>
              <a:ext uri="{FF2B5EF4-FFF2-40B4-BE49-F238E27FC236}">
                <a16:creationId xmlns:a16="http://schemas.microsoft.com/office/drawing/2014/main" id="{C2FC42C9-F825-8CA9-383D-EF72919686B9}"/>
              </a:ext>
            </a:extLst>
          </p:cNvPr>
          <p:cNvSpPr txBox="1"/>
          <p:nvPr/>
        </p:nvSpPr>
        <p:spPr>
          <a:xfrm>
            <a:off x="1112430" y="4035719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R</a:t>
            </a:r>
            <a:r>
              <a:rPr lang="da-DK" baseline="-25000" dirty="0"/>
              <a:t>1</a:t>
            </a:r>
            <a:endParaRPr lang="da-DK" baseline="30000" dirty="0"/>
          </a:p>
        </p:txBody>
      </p:sp>
      <p:sp>
        <p:nvSpPr>
          <p:cNvPr id="1055" name="Tekstfelt 1054">
            <a:extLst>
              <a:ext uri="{FF2B5EF4-FFF2-40B4-BE49-F238E27FC236}">
                <a16:creationId xmlns:a16="http://schemas.microsoft.com/office/drawing/2014/main" id="{600C191D-5A71-74B1-DBD8-4E2D58FEC14A}"/>
              </a:ext>
            </a:extLst>
          </p:cNvPr>
          <p:cNvSpPr txBox="1"/>
          <p:nvPr/>
        </p:nvSpPr>
        <p:spPr>
          <a:xfrm>
            <a:off x="609600" y="3032260"/>
            <a:ext cx="3000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a-DK" dirty="0"/>
              <a:t>+</a:t>
            </a:r>
          </a:p>
          <a:p>
            <a:pPr algn="ctr"/>
            <a:r>
              <a:rPr lang="da-DK" dirty="0"/>
              <a:t>-</a:t>
            </a:r>
          </a:p>
        </p:txBody>
      </p:sp>
      <p:sp>
        <p:nvSpPr>
          <p:cNvPr id="1056" name="Tekstfelt 1055">
            <a:extLst>
              <a:ext uri="{FF2B5EF4-FFF2-40B4-BE49-F238E27FC236}">
                <a16:creationId xmlns:a16="http://schemas.microsoft.com/office/drawing/2014/main" id="{3F2873F5-4DA0-9561-BC4C-7BDFC5116D0F}"/>
              </a:ext>
            </a:extLst>
          </p:cNvPr>
          <p:cNvSpPr txBox="1"/>
          <p:nvPr/>
        </p:nvSpPr>
        <p:spPr>
          <a:xfrm>
            <a:off x="2775378" y="3048099"/>
            <a:ext cx="3000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a-DK" dirty="0"/>
              <a:t>+</a:t>
            </a:r>
          </a:p>
          <a:p>
            <a:pPr algn="ctr"/>
            <a:r>
              <a:rPr lang="da-DK" dirty="0"/>
              <a:t>-</a:t>
            </a:r>
          </a:p>
        </p:txBody>
      </p:sp>
      <p:cxnSp>
        <p:nvCxnSpPr>
          <p:cNvPr id="1058" name="Lige forbindelse 1057">
            <a:extLst>
              <a:ext uri="{FF2B5EF4-FFF2-40B4-BE49-F238E27FC236}">
                <a16:creationId xmlns:a16="http://schemas.microsoft.com/office/drawing/2014/main" id="{09C46E6F-116C-2C83-F9E0-52AD9DCC52AA}"/>
              </a:ext>
            </a:extLst>
          </p:cNvPr>
          <p:cNvCxnSpPr>
            <a:endCxn id="7" idx="0"/>
          </p:cNvCxnSpPr>
          <p:nvPr/>
        </p:nvCxnSpPr>
        <p:spPr>
          <a:xfrm>
            <a:off x="1014895" y="3426106"/>
            <a:ext cx="999" cy="4342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9" name="Lige forbindelse 1058">
            <a:extLst>
              <a:ext uri="{FF2B5EF4-FFF2-40B4-BE49-F238E27FC236}">
                <a16:creationId xmlns:a16="http://schemas.microsoft.com/office/drawing/2014/main" id="{5E9D184E-C18E-96F7-D3D4-A695453AECDE}"/>
              </a:ext>
            </a:extLst>
          </p:cNvPr>
          <p:cNvCxnSpPr/>
          <p:nvPr/>
        </p:nvCxnSpPr>
        <p:spPr>
          <a:xfrm>
            <a:off x="3169536" y="3430977"/>
            <a:ext cx="999" cy="4342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0" name="Pil: højre 1059">
            <a:extLst>
              <a:ext uri="{FF2B5EF4-FFF2-40B4-BE49-F238E27FC236}">
                <a16:creationId xmlns:a16="http://schemas.microsoft.com/office/drawing/2014/main" id="{418CE28C-3B33-DA9C-DCA1-9F8FCCB68344}"/>
              </a:ext>
            </a:extLst>
          </p:cNvPr>
          <p:cNvSpPr/>
          <p:nvPr/>
        </p:nvSpPr>
        <p:spPr>
          <a:xfrm>
            <a:off x="2108352" y="2136609"/>
            <a:ext cx="90636" cy="1429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61" name="Pil: højre 1060">
            <a:extLst>
              <a:ext uri="{FF2B5EF4-FFF2-40B4-BE49-F238E27FC236}">
                <a16:creationId xmlns:a16="http://schemas.microsoft.com/office/drawing/2014/main" id="{7C7C8345-4F7C-5472-6A87-1751BE1EA400}"/>
              </a:ext>
            </a:extLst>
          </p:cNvPr>
          <p:cNvSpPr/>
          <p:nvPr/>
        </p:nvSpPr>
        <p:spPr>
          <a:xfrm>
            <a:off x="4261994" y="2136609"/>
            <a:ext cx="90636" cy="1429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62" name="Pil: højre 1061">
            <a:extLst>
              <a:ext uri="{FF2B5EF4-FFF2-40B4-BE49-F238E27FC236}">
                <a16:creationId xmlns:a16="http://schemas.microsoft.com/office/drawing/2014/main" id="{5BBBBD54-58A3-10E1-CACD-16AE2A4213AD}"/>
              </a:ext>
            </a:extLst>
          </p:cNvPr>
          <p:cNvSpPr/>
          <p:nvPr/>
        </p:nvSpPr>
        <p:spPr>
          <a:xfrm rot="16200000">
            <a:off x="3145501" y="2506282"/>
            <a:ext cx="90636" cy="1429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63" name="Tekstfelt 1062">
            <a:extLst>
              <a:ext uri="{FF2B5EF4-FFF2-40B4-BE49-F238E27FC236}">
                <a16:creationId xmlns:a16="http://schemas.microsoft.com/office/drawing/2014/main" id="{9308F8E3-BF76-7B7B-CDED-054C35E1025D}"/>
              </a:ext>
            </a:extLst>
          </p:cNvPr>
          <p:cNvSpPr txBox="1"/>
          <p:nvPr/>
        </p:nvSpPr>
        <p:spPr>
          <a:xfrm>
            <a:off x="1912823" y="2167812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I</a:t>
            </a:r>
          </a:p>
        </p:txBody>
      </p:sp>
      <p:sp>
        <p:nvSpPr>
          <p:cNvPr id="1064" name="Tekstfelt 1063">
            <a:extLst>
              <a:ext uri="{FF2B5EF4-FFF2-40B4-BE49-F238E27FC236}">
                <a16:creationId xmlns:a16="http://schemas.microsoft.com/office/drawing/2014/main" id="{962B71E7-870B-0BB8-8144-D976DB13938A}"/>
              </a:ext>
            </a:extLst>
          </p:cNvPr>
          <p:cNvSpPr txBox="1"/>
          <p:nvPr/>
        </p:nvSpPr>
        <p:spPr>
          <a:xfrm>
            <a:off x="2768781" y="2373008"/>
            <a:ext cx="352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I</a:t>
            </a:r>
            <a:r>
              <a:rPr lang="da-DK" baseline="-25000" dirty="0"/>
              <a:t>1</a:t>
            </a:r>
          </a:p>
        </p:txBody>
      </p:sp>
      <p:sp>
        <p:nvSpPr>
          <p:cNvPr id="1065" name="Tekstfelt 1064">
            <a:extLst>
              <a:ext uri="{FF2B5EF4-FFF2-40B4-BE49-F238E27FC236}">
                <a16:creationId xmlns:a16="http://schemas.microsoft.com/office/drawing/2014/main" id="{E5C319F2-F494-1A49-6325-39607A37A087}"/>
              </a:ext>
            </a:extLst>
          </p:cNvPr>
          <p:cNvSpPr txBox="1"/>
          <p:nvPr/>
        </p:nvSpPr>
        <p:spPr>
          <a:xfrm>
            <a:off x="4067306" y="2166461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I</a:t>
            </a:r>
            <a:r>
              <a:rPr lang="da-DK" baseline="-25000" dirty="0"/>
              <a:t>2</a:t>
            </a:r>
          </a:p>
        </p:txBody>
      </p:sp>
      <p:sp>
        <p:nvSpPr>
          <p:cNvPr id="1066" name="Pil: højre 1065">
            <a:extLst>
              <a:ext uri="{FF2B5EF4-FFF2-40B4-BE49-F238E27FC236}">
                <a16:creationId xmlns:a16="http://schemas.microsoft.com/office/drawing/2014/main" id="{D3D17C38-7753-2BAF-16A5-FD796B4DEB54}"/>
              </a:ext>
            </a:extLst>
          </p:cNvPr>
          <p:cNvSpPr/>
          <p:nvPr/>
        </p:nvSpPr>
        <p:spPr>
          <a:xfrm rot="16200000">
            <a:off x="1107485" y="3117050"/>
            <a:ext cx="518910" cy="64196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67" name="Pil: højre 1066">
            <a:extLst>
              <a:ext uri="{FF2B5EF4-FFF2-40B4-BE49-F238E27FC236}">
                <a16:creationId xmlns:a16="http://schemas.microsoft.com/office/drawing/2014/main" id="{859F3DA8-561B-2BDE-6D31-4D66B1E71C59}"/>
              </a:ext>
            </a:extLst>
          </p:cNvPr>
          <p:cNvSpPr/>
          <p:nvPr/>
        </p:nvSpPr>
        <p:spPr>
          <a:xfrm rot="16200000">
            <a:off x="3279638" y="3103525"/>
            <a:ext cx="518910" cy="64196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69" name="Tekstfelt 1068">
            <a:extLst>
              <a:ext uri="{FF2B5EF4-FFF2-40B4-BE49-F238E27FC236}">
                <a16:creationId xmlns:a16="http://schemas.microsoft.com/office/drawing/2014/main" id="{28F1D111-F294-A253-0242-55AE10D677C8}"/>
              </a:ext>
            </a:extLst>
          </p:cNvPr>
          <p:cNvSpPr txBox="1"/>
          <p:nvPr/>
        </p:nvSpPr>
        <p:spPr>
          <a:xfrm>
            <a:off x="5986253" y="2532108"/>
            <a:ext cx="55961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Step 2: Sæt strømpile på, </a:t>
            </a:r>
            <a:r>
              <a:rPr lang="da-DK" b="1" dirty="0"/>
              <a:t>husk</a:t>
            </a:r>
            <a:r>
              <a:rPr lang="da-DK" dirty="0"/>
              <a:t> det ikke spiller nogen rolle </a:t>
            </a:r>
          </a:p>
          <a:p>
            <a:r>
              <a:rPr lang="da-DK" dirty="0"/>
              <a:t>hvilken vej de vender, da strømmen blot bliver negativ,</a:t>
            </a:r>
          </a:p>
          <a:p>
            <a:r>
              <a:rPr lang="da-DK" dirty="0"/>
              <a:t>hvis den vender den forkerte vej.</a:t>
            </a:r>
          </a:p>
        </p:txBody>
      </p:sp>
      <p:sp>
        <p:nvSpPr>
          <p:cNvPr id="1070" name="Tekstfelt 1069">
            <a:extLst>
              <a:ext uri="{FF2B5EF4-FFF2-40B4-BE49-F238E27FC236}">
                <a16:creationId xmlns:a16="http://schemas.microsoft.com/office/drawing/2014/main" id="{8C3BBDC8-7022-E18F-3DF8-15FFBFEEE9FC}"/>
              </a:ext>
            </a:extLst>
          </p:cNvPr>
          <p:cNvSpPr txBox="1"/>
          <p:nvPr/>
        </p:nvSpPr>
        <p:spPr>
          <a:xfrm>
            <a:off x="5986253" y="3476486"/>
            <a:ext cx="47962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Step 3: Kredsløbet deles op i 2 separate kredsløb,</a:t>
            </a:r>
          </a:p>
          <a:p>
            <a:r>
              <a:rPr lang="da-DK" dirty="0"/>
              <a:t>som vi derefter vil beregne hver for sig.</a:t>
            </a:r>
          </a:p>
        </p:txBody>
      </p:sp>
      <p:sp>
        <p:nvSpPr>
          <p:cNvPr id="1073" name="Tekstfelt 1072">
            <a:extLst>
              <a:ext uri="{FF2B5EF4-FFF2-40B4-BE49-F238E27FC236}">
                <a16:creationId xmlns:a16="http://schemas.microsoft.com/office/drawing/2014/main" id="{E4D18E5B-1454-9A3B-7DC3-0878E8364A49}"/>
              </a:ext>
            </a:extLst>
          </p:cNvPr>
          <p:cNvSpPr txBox="1"/>
          <p:nvPr/>
        </p:nvSpPr>
        <p:spPr>
          <a:xfrm>
            <a:off x="6925085" y="4211855"/>
            <a:ext cx="9668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b="0" i="1" dirty="0">
                <a:solidFill>
                  <a:srgbClr val="202122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Σ</a:t>
            </a:r>
            <a:r>
              <a:rPr lang="da-DK" b="0" i="1" dirty="0">
                <a:solidFill>
                  <a:srgbClr val="202122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I = 0</a:t>
            </a:r>
            <a:endParaRPr lang="da-DK" i="1" dirty="0"/>
          </a:p>
        </p:txBody>
      </p:sp>
      <p:sp>
        <p:nvSpPr>
          <p:cNvPr id="1075" name="Tekstfelt 1074">
            <a:extLst>
              <a:ext uri="{FF2B5EF4-FFF2-40B4-BE49-F238E27FC236}">
                <a16:creationId xmlns:a16="http://schemas.microsoft.com/office/drawing/2014/main" id="{786DEAC0-B3C0-4A78-AD94-710C664A9738}"/>
              </a:ext>
            </a:extLst>
          </p:cNvPr>
          <p:cNvSpPr txBox="1"/>
          <p:nvPr/>
        </p:nvSpPr>
        <p:spPr>
          <a:xfrm>
            <a:off x="6903559" y="4589865"/>
            <a:ext cx="15603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b="0" i="1" dirty="0">
                <a:solidFill>
                  <a:srgbClr val="202122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Σ</a:t>
            </a:r>
            <a:r>
              <a:rPr lang="da-DK" i="1" dirty="0">
                <a:solidFill>
                  <a:srgbClr val="202122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</a:t>
            </a:r>
            <a:r>
              <a:rPr lang="da-DK" b="0" i="1" dirty="0">
                <a:solidFill>
                  <a:srgbClr val="202122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l-GR" b="0" i="1" dirty="0">
                <a:solidFill>
                  <a:srgbClr val="202122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Σ</a:t>
            </a:r>
            <a:r>
              <a:rPr lang="da-DK" b="0" i="1" dirty="0">
                <a:solidFill>
                  <a:srgbClr val="202122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(I </a:t>
            </a:r>
            <a:r>
              <a:rPr lang="da-DK" i="1" dirty="0">
                <a:solidFill>
                  <a:srgbClr val="202122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‧ R)</a:t>
            </a:r>
            <a:endParaRPr lang="da-DK" i="1" dirty="0"/>
          </a:p>
        </p:txBody>
      </p:sp>
      <p:sp>
        <p:nvSpPr>
          <p:cNvPr id="1076" name="Tekstfelt 1075">
            <a:extLst>
              <a:ext uri="{FF2B5EF4-FFF2-40B4-BE49-F238E27FC236}">
                <a16:creationId xmlns:a16="http://schemas.microsoft.com/office/drawing/2014/main" id="{D45A4158-9B80-7B9C-4492-D3AEBDEEFE42}"/>
              </a:ext>
            </a:extLst>
          </p:cNvPr>
          <p:cNvSpPr txBox="1"/>
          <p:nvPr/>
        </p:nvSpPr>
        <p:spPr>
          <a:xfrm>
            <a:off x="5986253" y="4220533"/>
            <a:ext cx="735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1. Lov</a:t>
            </a:r>
          </a:p>
        </p:txBody>
      </p:sp>
      <p:sp>
        <p:nvSpPr>
          <p:cNvPr id="1077" name="Tekstfelt 1076">
            <a:extLst>
              <a:ext uri="{FF2B5EF4-FFF2-40B4-BE49-F238E27FC236}">
                <a16:creationId xmlns:a16="http://schemas.microsoft.com/office/drawing/2014/main" id="{B9D2728D-BD10-D8D8-D68D-793042664CD3}"/>
              </a:ext>
            </a:extLst>
          </p:cNvPr>
          <p:cNvSpPr txBox="1"/>
          <p:nvPr/>
        </p:nvSpPr>
        <p:spPr>
          <a:xfrm>
            <a:off x="5978938" y="4589865"/>
            <a:ext cx="735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2. Lov</a:t>
            </a:r>
          </a:p>
        </p:txBody>
      </p:sp>
      <p:sp>
        <p:nvSpPr>
          <p:cNvPr id="1079" name="Tekstfelt 1078">
            <a:extLst>
              <a:ext uri="{FF2B5EF4-FFF2-40B4-BE49-F238E27FC236}">
                <a16:creationId xmlns:a16="http://schemas.microsoft.com/office/drawing/2014/main" id="{8874D67F-6AF0-B527-C2FA-D12FE9A194F7}"/>
              </a:ext>
            </a:extLst>
          </p:cNvPr>
          <p:cNvSpPr txBox="1"/>
          <p:nvPr/>
        </p:nvSpPr>
        <p:spPr>
          <a:xfrm>
            <a:off x="6040818" y="5209076"/>
            <a:ext cx="54870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Kigger vi lige lidt på 1. Lov, ved vores kredsløb, kan vi vel </a:t>
            </a:r>
          </a:p>
          <a:p>
            <a:r>
              <a:rPr lang="da-DK" dirty="0"/>
              <a:t>tillade os at skrive det om til.</a:t>
            </a:r>
            <a:endParaRPr lang="da-DK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81" name="Tekstfelt 1080">
            <a:extLst>
              <a:ext uri="{FF2B5EF4-FFF2-40B4-BE49-F238E27FC236}">
                <a16:creationId xmlns:a16="http://schemas.microsoft.com/office/drawing/2014/main" id="{35A475C9-2B25-DE60-E7F8-BDA8CC86B585}"/>
              </a:ext>
            </a:extLst>
          </p:cNvPr>
          <p:cNvSpPr txBox="1"/>
          <p:nvPr/>
        </p:nvSpPr>
        <p:spPr>
          <a:xfrm>
            <a:off x="9480376" y="5759338"/>
            <a:ext cx="1162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I + I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I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endParaRPr lang="da-DK" dirty="0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7C65D387-4D6C-5B1F-F098-7685FCE30F1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8D035A5-A7AE-4EEE-988D-7C20046909F7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98904E81-DAE8-09BC-B201-DAFA40C7DB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DA5A4726-AC3C-654A-04CC-19D7AC6343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2A73C88-35DB-432F-9FBF-AA3A20422821}" type="slidenum">
              <a:rPr lang="da-DK" smtClean="0"/>
              <a:pPr/>
              <a:t>4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522154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6" grpId="0" animBg="1"/>
      <p:bldP spid="1047" grpId="0"/>
      <p:bldP spid="1048" grpId="0" animBg="1"/>
      <p:bldP spid="1049" grpId="0"/>
      <p:bldP spid="1060" grpId="0" animBg="1"/>
      <p:bldP spid="1061" grpId="0" animBg="1"/>
      <p:bldP spid="1062" grpId="0" animBg="1"/>
      <p:bldP spid="1063" grpId="0"/>
      <p:bldP spid="1064" grpId="0"/>
      <p:bldP spid="1065" grpId="0"/>
      <p:bldP spid="1069" grpId="0"/>
      <p:bldP spid="1070" grpId="0"/>
      <p:bldP spid="1073" grpId="0"/>
      <p:bldP spid="1075" grpId="0"/>
      <p:bldP spid="1076" grpId="0"/>
      <p:bldP spid="1077" grpId="0"/>
      <p:bldP spid="1079" grpId="0"/>
      <p:bldP spid="108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B8AF57A0-A0F2-CB22-E636-279AE588E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837173"/>
            <a:ext cx="8726759" cy="575212"/>
          </a:xfrm>
        </p:spPr>
        <p:txBody>
          <a:bodyPr/>
          <a:lstStyle/>
          <a:p>
            <a:r>
              <a:rPr lang="da-DK" sz="3200" dirty="0"/>
              <a:t>Kirchhoffs love anvendt på DC kredsløb</a:t>
            </a:r>
          </a:p>
        </p:txBody>
      </p:sp>
      <p:grpSp>
        <p:nvGrpSpPr>
          <p:cNvPr id="52" name="Gruppe 51">
            <a:extLst>
              <a:ext uri="{FF2B5EF4-FFF2-40B4-BE49-F238E27FC236}">
                <a16:creationId xmlns:a16="http://schemas.microsoft.com/office/drawing/2014/main" id="{09582A96-1EA5-74CE-62DE-A13C047A0FB8}"/>
              </a:ext>
            </a:extLst>
          </p:cNvPr>
          <p:cNvGrpSpPr/>
          <p:nvPr/>
        </p:nvGrpSpPr>
        <p:grpSpPr>
          <a:xfrm>
            <a:off x="609599" y="2132856"/>
            <a:ext cx="5172894" cy="3607570"/>
            <a:chOff x="356737" y="2197694"/>
            <a:chExt cx="5172894" cy="3607570"/>
          </a:xfrm>
        </p:grpSpPr>
        <p:sp>
          <p:nvSpPr>
            <p:cNvPr id="4" name="Rektangel 3">
              <a:extLst>
                <a:ext uri="{FF2B5EF4-FFF2-40B4-BE49-F238E27FC236}">
                  <a16:creationId xmlns:a16="http://schemas.microsoft.com/office/drawing/2014/main" id="{D6F8F3FB-C8AD-B230-6FD9-FCB349565953}"/>
                </a:ext>
              </a:extLst>
            </p:cNvPr>
            <p:cNvSpPr/>
            <p:nvPr/>
          </p:nvSpPr>
          <p:spPr>
            <a:xfrm>
              <a:off x="624613" y="3929145"/>
              <a:ext cx="276836" cy="7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cxnSp>
          <p:nvCxnSpPr>
            <p:cNvPr id="5" name="Lige forbindelse 4">
              <a:extLst>
                <a:ext uri="{FF2B5EF4-FFF2-40B4-BE49-F238E27FC236}">
                  <a16:creationId xmlns:a16="http://schemas.microsoft.com/office/drawing/2014/main" id="{E31AF1F4-A92C-33FE-43BD-A8A5E847C6F6}"/>
                </a:ext>
              </a:extLst>
            </p:cNvPr>
            <p:cNvCxnSpPr>
              <a:cxnSpLocks/>
            </p:cNvCxnSpPr>
            <p:nvPr/>
          </p:nvCxnSpPr>
          <p:spPr>
            <a:xfrm>
              <a:off x="624613" y="3499777"/>
              <a:ext cx="27583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Lige forbindelse 5">
              <a:extLst>
                <a:ext uri="{FF2B5EF4-FFF2-40B4-BE49-F238E27FC236}">
                  <a16:creationId xmlns:a16="http://schemas.microsoft.com/office/drawing/2014/main" id="{D74D0CDE-4DBF-7458-D66F-7E1AC66D3C42}"/>
                </a:ext>
              </a:extLst>
            </p:cNvPr>
            <p:cNvCxnSpPr>
              <a:cxnSpLocks/>
            </p:cNvCxnSpPr>
            <p:nvPr/>
          </p:nvCxnSpPr>
          <p:spPr>
            <a:xfrm>
              <a:off x="546008" y="3422898"/>
              <a:ext cx="43204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ktangel 6">
              <a:extLst>
                <a:ext uri="{FF2B5EF4-FFF2-40B4-BE49-F238E27FC236}">
                  <a16:creationId xmlns:a16="http://schemas.microsoft.com/office/drawing/2014/main" id="{6750D671-002B-C4CF-ECE9-46B01EDF5E55}"/>
                </a:ext>
              </a:extLst>
            </p:cNvPr>
            <p:cNvSpPr/>
            <p:nvPr/>
          </p:nvSpPr>
          <p:spPr>
            <a:xfrm>
              <a:off x="2783854" y="3925248"/>
              <a:ext cx="276836" cy="73341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cxnSp>
          <p:nvCxnSpPr>
            <p:cNvPr id="8" name="Lige forbindelse 7">
              <a:extLst>
                <a:ext uri="{FF2B5EF4-FFF2-40B4-BE49-F238E27FC236}">
                  <a16:creationId xmlns:a16="http://schemas.microsoft.com/office/drawing/2014/main" id="{0BC8D00D-50F8-6FA7-F7A9-981D9548D98A}"/>
                </a:ext>
              </a:extLst>
            </p:cNvPr>
            <p:cNvCxnSpPr>
              <a:cxnSpLocks/>
            </p:cNvCxnSpPr>
            <p:nvPr/>
          </p:nvCxnSpPr>
          <p:spPr>
            <a:xfrm>
              <a:off x="2784853" y="3494906"/>
              <a:ext cx="27583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Lige forbindelse 8">
              <a:extLst>
                <a:ext uri="{FF2B5EF4-FFF2-40B4-BE49-F238E27FC236}">
                  <a16:creationId xmlns:a16="http://schemas.microsoft.com/office/drawing/2014/main" id="{C41D2EA2-933D-7D7E-CEB6-C6AE6B0D9CBE}"/>
                </a:ext>
              </a:extLst>
            </p:cNvPr>
            <p:cNvCxnSpPr>
              <a:cxnSpLocks/>
            </p:cNvCxnSpPr>
            <p:nvPr/>
          </p:nvCxnSpPr>
          <p:spPr>
            <a:xfrm>
              <a:off x="2711846" y="3422898"/>
              <a:ext cx="43204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ktangel 9">
              <a:extLst>
                <a:ext uri="{FF2B5EF4-FFF2-40B4-BE49-F238E27FC236}">
                  <a16:creationId xmlns:a16="http://schemas.microsoft.com/office/drawing/2014/main" id="{62E76A5C-0661-0317-D3EA-3164D44ABC04}"/>
                </a:ext>
              </a:extLst>
            </p:cNvPr>
            <p:cNvSpPr/>
            <p:nvPr/>
          </p:nvSpPr>
          <p:spPr>
            <a:xfrm>
              <a:off x="4943095" y="3925248"/>
              <a:ext cx="276836" cy="710815"/>
            </a:xfrm>
            <a:prstGeom prst="rect">
              <a:avLst/>
            </a:prstGeom>
            <a:noFill/>
            <a:ln w="38100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cxnSp>
          <p:nvCxnSpPr>
            <p:cNvPr id="11" name="Lige forbindelse 10">
              <a:extLst>
                <a:ext uri="{FF2B5EF4-FFF2-40B4-BE49-F238E27FC236}">
                  <a16:creationId xmlns:a16="http://schemas.microsoft.com/office/drawing/2014/main" id="{6C9B339D-FF01-3A28-59F1-AF560D11C3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7630" y="2276872"/>
              <a:ext cx="0" cy="114602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Lige forbindelse 12">
              <a:extLst>
                <a:ext uri="{FF2B5EF4-FFF2-40B4-BE49-F238E27FC236}">
                  <a16:creationId xmlns:a16="http://schemas.microsoft.com/office/drawing/2014/main" id="{5693DA8F-A310-E616-52E6-657FE8FC4783}"/>
                </a:ext>
              </a:extLst>
            </p:cNvPr>
            <p:cNvCxnSpPr>
              <a:endCxn id="10" idx="0"/>
            </p:cNvCxnSpPr>
            <p:nvPr/>
          </p:nvCxnSpPr>
          <p:spPr>
            <a:xfrm flipH="1">
              <a:off x="5081513" y="2276872"/>
              <a:ext cx="6597" cy="1648376"/>
            </a:xfrm>
            <a:prstGeom prst="line">
              <a:avLst/>
            </a:prstGeom>
            <a:ln w="25400"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Lige forbindelse 13">
              <a:extLst>
                <a:ext uri="{FF2B5EF4-FFF2-40B4-BE49-F238E27FC236}">
                  <a16:creationId xmlns:a16="http://schemas.microsoft.com/office/drawing/2014/main" id="{C98A508A-4E15-0F87-DFB3-32240DF5D3BE}"/>
                </a:ext>
              </a:extLst>
            </p:cNvPr>
            <p:cNvCxnSpPr/>
            <p:nvPr/>
          </p:nvCxnSpPr>
          <p:spPr>
            <a:xfrm>
              <a:off x="2927870" y="2276872"/>
              <a:ext cx="0" cy="114602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Lige forbindelse 14">
              <a:extLst>
                <a:ext uri="{FF2B5EF4-FFF2-40B4-BE49-F238E27FC236}">
                  <a16:creationId xmlns:a16="http://schemas.microsoft.com/office/drawing/2014/main" id="{056FEDB6-6BAF-9752-C44E-63DEEA750B8A}"/>
                </a:ext>
              </a:extLst>
            </p:cNvPr>
            <p:cNvCxnSpPr>
              <a:cxnSpLocks/>
              <a:stCxn id="4" idx="2"/>
            </p:cNvCxnSpPr>
            <p:nvPr/>
          </p:nvCxnSpPr>
          <p:spPr>
            <a:xfrm flipH="1">
              <a:off x="762032" y="4649145"/>
              <a:ext cx="999" cy="115611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Lige forbindelse 16">
              <a:extLst>
                <a:ext uri="{FF2B5EF4-FFF2-40B4-BE49-F238E27FC236}">
                  <a16:creationId xmlns:a16="http://schemas.microsoft.com/office/drawing/2014/main" id="{7F42D883-362F-838D-73D5-F451404B5B21}"/>
                </a:ext>
              </a:extLst>
            </p:cNvPr>
            <p:cNvCxnSpPr>
              <a:cxnSpLocks/>
              <a:endCxn id="10" idx="2"/>
            </p:cNvCxnSpPr>
            <p:nvPr/>
          </p:nvCxnSpPr>
          <p:spPr>
            <a:xfrm flipV="1">
              <a:off x="5081513" y="4636063"/>
              <a:ext cx="0" cy="1169201"/>
            </a:xfrm>
            <a:prstGeom prst="line">
              <a:avLst/>
            </a:prstGeom>
            <a:ln w="25400"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Lige forbindelse 17">
              <a:extLst>
                <a:ext uri="{FF2B5EF4-FFF2-40B4-BE49-F238E27FC236}">
                  <a16:creationId xmlns:a16="http://schemas.microsoft.com/office/drawing/2014/main" id="{70069278-84A0-451D-C253-AC1A7FAC1432}"/>
                </a:ext>
              </a:extLst>
            </p:cNvPr>
            <p:cNvCxnSpPr>
              <a:cxnSpLocks/>
              <a:endCxn id="7" idx="2"/>
            </p:cNvCxnSpPr>
            <p:nvPr/>
          </p:nvCxnSpPr>
          <p:spPr>
            <a:xfrm flipV="1">
              <a:off x="2922272" y="4658665"/>
              <a:ext cx="0" cy="114659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Bue 18">
              <a:extLst>
                <a:ext uri="{FF2B5EF4-FFF2-40B4-BE49-F238E27FC236}">
                  <a16:creationId xmlns:a16="http://schemas.microsoft.com/office/drawing/2014/main" id="{952E3278-6CCE-E731-48EF-F0831E28EBFE}"/>
                </a:ext>
              </a:extLst>
            </p:cNvPr>
            <p:cNvSpPr/>
            <p:nvPr/>
          </p:nvSpPr>
          <p:spPr>
            <a:xfrm rot="10800000">
              <a:off x="1332524" y="2600908"/>
              <a:ext cx="1078121" cy="2880320"/>
            </a:xfrm>
            <a:prstGeom prst="arc">
              <a:avLst>
                <a:gd name="adj1" fmla="val 2854749"/>
                <a:gd name="adj2" fmla="val 19181829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20" name="Tekstfelt 19">
              <a:extLst>
                <a:ext uri="{FF2B5EF4-FFF2-40B4-BE49-F238E27FC236}">
                  <a16:creationId xmlns:a16="http://schemas.microsoft.com/office/drawing/2014/main" id="{3BAECDEE-67DE-EC74-E1DE-5CA4D1A7B176}"/>
                </a:ext>
              </a:extLst>
            </p:cNvPr>
            <p:cNvSpPr txBox="1"/>
            <p:nvPr/>
          </p:nvSpPr>
          <p:spPr>
            <a:xfrm>
              <a:off x="1681633" y="3874663"/>
              <a:ext cx="2644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/>
                <a:t>1</a:t>
              </a:r>
            </a:p>
          </p:txBody>
        </p:sp>
        <p:sp>
          <p:nvSpPr>
            <p:cNvPr id="21" name="Bue 20">
              <a:extLst>
                <a:ext uri="{FF2B5EF4-FFF2-40B4-BE49-F238E27FC236}">
                  <a16:creationId xmlns:a16="http://schemas.microsoft.com/office/drawing/2014/main" id="{AC595E5A-38BB-EC13-FEA1-F709553985B3}"/>
                </a:ext>
              </a:extLst>
            </p:cNvPr>
            <p:cNvSpPr/>
            <p:nvPr/>
          </p:nvSpPr>
          <p:spPr>
            <a:xfrm rot="10800000">
              <a:off x="3492763" y="2576407"/>
              <a:ext cx="1078121" cy="2880320"/>
            </a:xfrm>
            <a:prstGeom prst="arc">
              <a:avLst>
                <a:gd name="adj1" fmla="val 2854749"/>
                <a:gd name="adj2" fmla="val 19181829"/>
              </a:avLst>
            </a:prstGeom>
            <a:ln w="25400">
              <a:solidFill>
                <a:schemeClr val="tx1">
                  <a:alpha val="5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22" name="Tekstfelt 21">
              <a:extLst>
                <a:ext uri="{FF2B5EF4-FFF2-40B4-BE49-F238E27FC236}">
                  <a16:creationId xmlns:a16="http://schemas.microsoft.com/office/drawing/2014/main" id="{37A14D54-E332-BF77-2C54-7C643BE7E527}"/>
                </a:ext>
              </a:extLst>
            </p:cNvPr>
            <p:cNvSpPr txBox="1"/>
            <p:nvPr/>
          </p:nvSpPr>
          <p:spPr>
            <a:xfrm>
              <a:off x="3841872" y="3850162"/>
              <a:ext cx="26449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bg1">
                      <a:lumMod val="50000"/>
                    </a:schemeClr>
                  </a:solidFill>
                </a:rPr>
                <a:t>2</a:t>
              </a:r>
            </a:p>
          </p:txBody>
        </p:sp>
        <p:sp>
          <p:nvSpPr>
            <p:cNvPr id="23" name="Tekstfelt 22">
              <a:extLst>
                <a:ext uri="{FF2B5EF4-FFF2-40B4-BE49-F238E27FC236}">
                  <a16:creationId xmlns:a16="http://schemas.microsoft.com/office/drawing/2014/main" id="{7C594B7C-922E-31FE-CF5F-1FD28A8E4C90}"/>
                </a:ext>
              </a:extLst>
            </p:cNvPr>
            <p:cNvSpPr txBox="1"/>
            <p:nvPr/>
          </p:nvSpPr>
          <p:spPr>
            <a:xfrm>
              <a:off x="2956182" y="3012858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E</a:t>
              </a:r>
              <a:r>
                <a:rPr lang="da-DK" baseline="-25000" dirty="0"/>
                <a:t>2</a:t>
              </a:r>
              <a:endParaRPr lang="da-DK" dirty="0"/>
            </a:p>
          </p:txBody>
        </p:sp>
        <p:sp>
          <p:nvSpPr>
            <p:cNvPr id="24" name="Tekstfelt 23">
              <a:extLst>
                <a:ext uri="{FF2B5EF4-FFF2-40B4-BE49-F238E27FC236}">
                  <a16:creationId xmlns:a16="http://schemas.microsoft.com/office/drawing/2014/main" id="{B9AD1A2C-2AB3-743C-68AD-8612F053B19E}"/>
                </a:ext>
              </a:extLst>
            </p:cNvPr>
            <p:cNvSpPr txBox="1"/>
            <p:nvPr/>
          </p:nvSpPr>
          <p:spPr>
            <a:xfrm>
              <a:off x="795678" y="3015303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E</a:t>
              </a:r>
              <a:r>
                <a:rPr lang="da-DK" baseline="-25000" dirty="0"/>
                <a:t>1</a:t>
              </a:r>
              <a:endParaRPr lang="da-DK" dirty="0"/>
            </a:p>
          </p:txBody>
        </p:sp>
        <p:sp>
          <p:nvSpPr>
            <p:cNvPr id="25" name="Tekstfelt 24">
              <a:extLst>
                <a:ext uri="{FF2B5EF4-FFF2-40B4-BE49-F238E27FC236}">
                  <a16:creationId xmlns:a16="http://schemas.microsoft.com/office/drawing/2014/main" id="{8D7B6087-1EE9-A14C-9AC5-07B62F2F2A13}"/>
                </a:ext>
              </a:extLst>
            </p:cNvPr>
            <p:cNvSpPr txBox="1"/>
            <p:nvPr/>
          </p:nvSpPr>
          <p:spPr>
            <a:xfrm>
              <a:off x="5219931" y="4084130"/>
              <a:ext cx="3097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da-DK" dirty="0">
                  <a:solidFill>
                    <a:schemeClr val="bg1">
                      <a:lumMod val="50000"/>
                    </a:schemeClr>
                  </a:solidFill>
                </a:rPr>
                <a:t>R</a:t>
              </a:r>
            </a:p>
          </p:txBody>
        </p:sp>
        <p:sp>
          <p:nvSpPr>
            <p:cNvPr id="26" name="Tekstfelt 25">
              <a:extLst>
                <a:ext uri="{FF2B5EF4-FFF2-40B4-BE49-F238E27FC236}">
                  <a16:creationId xmlns:a16="http://schemas.microsoft.com/office/drawing/2014/main" id="{E0A66858-EA8D-6DC2-E4B8-1A919277DF90}"/>
                </a:ext>
              </a:extLst>
            </p:cNvPr>
            <p:cNvSpPr txBox="1"/>
            <p:nvPr/>
          </p:nvSpPr>
          <p:spPr>
            <a:xfrm>
              <a:off x="3018211" y="4104479"/>
              <a:ext cx="3882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R</a:t>
              </a:r>
              <a:r>
                <a:rPr lang="da-DK" baseline="-25000" dirty="0"/>
                <a:t>2</a:t>
              </a:r>
            </a:p>
          </p:txBody>
        </p:sp>
        <p:sp>
          <p:nvSpPr>
            <p:cNvPr id="27" name="Tekstfelt 26">
              <a:extLst>
                <a:ext uri="{FF2B5EF4-FFF2-40B4-BE49-F238E27FC236}">
                  <a16:creationId xmlns:a16="http://schemas.microsoft.com/office/drawing/2014/main" id="{CBD69436-6D3C-934E-FA59-0D9AEC5559E8}"/>
                </a:ext>
              </a:extLst>
            </p:cNvPr>
            <p:cNvSpPr txBox="1"/>
            <p:nvPr/>
          </p:nvSpPr>
          <p:spPr>
            <a:xfrm>
              <a:off x="859567" y="4104519"/>
              <a:ext cx="3882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R</a:t>
              </a:r>
              <a:r>
                <a:rPr lang="da-DK" baseline="-25000" dirty="0"/>
                <a:t>1</a:t>
              </a:r>
              <a:endParaRPr lang="da-DK" baseline="30000" dirty="0"/>
            </a:p>
          </p:txBody>
        </p:sp>
        <p:sp>
          <p:nvSpPr>
            <p:cNvPr id="28" name="Tekstfelt 27">
              <a:extLst>
                <a:ext uri="{FF2B5EF4-FFF2-40B4-BE49-F238E27FC236}">
                  <a16:creationId xmlns:a16="http://schemas.microsoft.com/office/drawing/2014/main" id="{96BB3841-1665-218B-4086-2384EC0AAB12}"/>
                </a:ext>
              </a:extLst>
            </p:cNvPr>
            <p:cNvSpPr txBox="1"/>
            <p:nvPr/>
          </p:nvSpPr>
          <p:spPr>
            <a:xfrm>
              <a:off x="356737" y="3101060"/>
              <a:ext cx="30008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a-DK" dirty="0"/>
                <a:t>+</a:t>
              </a:r>
            </a:p>
            <a:p>
              <a:pPr algn="ctr"/>
              <a:r>
                <a:rPr lang="da-DK" dirty="0"/>
                <a:t>-</a:t>
              </a:r>
            </a:p>
          </p:txBody>
        </p:sp>
        <p:sp>
          <p:nvSpPr>
            <p:cNvPr id="29" name="Tekstfelt 28">
              <a:extLst>
                <a:ext uri="{FF2B5EF4-FFF2-40B4-BE49-F238E27FC236}">
                  <a16:creationId xmlns:a16="http://schemas.microsoft.com/office/drawing/2014/main" id="{6D6021E2-1FD9-A865-E142-5D6944BC5504}"/>
                </a:ext>
              </a:extLst>
            </p:cNvPr>
            <p:cNvSpPr txBox="1"/>
            <p:nvPr/>
          </p:nvSpPr>
          <p:spPr>
            <a:xfrm>
              <a:off x="2522515" y="3116899"/>
              <a:ext cx="30008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a-DK" dirty="0"/>
                <a:t>+</a:t>
              </a:r>
            </a:p>
            <a:p>
              <a:pPr algn="ctr"/>
              <a:r>
                <a:rPr lang="da-DK" dirty="0"/>
                <a:t>-</a:t>
              </a:r>
            </a:p>
          </p:txBody>
        </p:sp>
        <p:cxnSp>
          <p:nvCxnSpPr>
            <p:cNvPr id="31" name="Lige forbindelse 30">
              <a:extLst>
                <a:ext uri="{FF2B5EF4-FFF2-40B4-BE49-F238E27FC236}">
                  <a16:creationId xmlns:a16="http://schemas.microsoft.com/office/drawing/2014/main" id="{A362DC77-D9C3-563E-A2E7-244352165307}"/>
                </a:ext>
              </a:extLst>
            </p:cNvPr>
            <p:cNvCxnSpPr>
              <a:cxnSpLocks/>
            </p:cNvCxnSpPr>
            <p:nvPr/>
          </p:nvCxnSpPr>
          <p:spPr>
            <a:xfrm>
              <a:off x="762032" y="2276872"/>
              <a:ext cx="216024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Lige forbindelse 34">
              <a:extLst>
                <a:ext uri="{FF2B5EF4-FFF2-40B4-BE49-F238E27FC236}">
                  <a16:creationId xmlns:a16="http://schemas.microsoft.com/office/drawing/2014/main" id="{1EA6BD6F-D1A4-0EFA-BD6D-EDA966A8976E}"/>
                </a:ext>
              </a:extLst>
            </p:cNvPr>
            <p:cNvCxnSpPr/>
            <p:nvPr/>
          </p:nvCxnSpPr>
          <p:spPr>
            <a:xfrm>
              <a:off x="2922272" y="2276872"/>
              <a:ext cx="2165838" cy="0"/>
            </a:xfrm>
            <a:prstGeom prst="line">
              <a:avLst/>
            </a:prstGeom>
            <a:ln w="25400"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Lige forbindelse 35">
              <a:extLst>
                <a:ext uri="{FF2B5EF4-FFF2-40B4-BE49-F238E27FC236}">
                  <a16:creationId xmlns:a16="http://schemas.microsoft.com/office/drawing/2014/main" id="{4FFDEAB3-2E6B-8107-1D01-2332E07331BC}"/>
                </a:ext>
              </a:extLst>
            </p:cNvPr>
            <p:cNvCxnSpPr>
              <a:cxnSpLocks/>
            </p:cNvCxnSpPr>
            <p:nvPr/>
          </p:nvCxnSpPr>
          <p:spPr>
            <a:xfrm>
              <a:off x="762032" y="5805264"/>
              <a:ext cx="2165616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Lige forbindelse 36">
              <a:extLst>
                <a:ext uri="{FF2B5EF4-FFF2-40B4-BE49-F238E27FC236}">
                  <a16:creationId xmlns:a16="http://schemas.microsoft.com/office/drawing/2014/main" id="{080141FD-8E8A-AC9B-428F-B4E87A8D77F0}"/>
                </a:ext>
              </a:extLst>
            </p:cNvPr>
            <p:cNvCxnSpPr/>
            <p:nvPr/>
          </p:nvCxnSpPr>
          <p:spPr>
            <a:xfrm>
              <a:off x="2927648" y="5805264"/>
              <a:ext cx="2165838" cy="0"/>
            </a:xfrm>
            <a:prstGeom prst="line">
              <a:avLst/>
            </a:prstGeom>
            <a:ln w="25400"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Lige forbindelse 38">
              <a:extLst>
                <a:ext uri="{FF2B5EF4-FFF2-40B4-BE49-F238E27FC236}">
                  <a16:creationId xmlns:a16="http://schemas.microsoft.com/office/drawing/2014/main" id="{2556B98B-B059-AA67-50E9-0E7C0520463F}"/>
                </a:ext>
              </a:extLst>
            </p:cNvPr>
            <p:cNvCxnSpPr/>
            <p:nvPr/>
          </p:nvCxnSpPr>
          <p:spPr>
            <a:xfrm>
              <a:off x="768689" y="3494906"/>
              <a:ext cx="999" cy="4342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Lige forbindelse 39">
              <a:extLst>
                <a:ext uri="{FF2B5EF4-FFF2-40B4-BE49-F238E27FC236}">
                  <a16:creationId xmlns:a16="http://schemas.microsoft.com/office/drawing/2014/main" id="{8B8F939B-94DF-6F3C-78FE-92B4211A4E07}"/>
                </a:ext>
              </a:extLst>
            </p:cNvPr>
            <p:cNvCxnSpPr/>
            <p:nvPr/>
          </p:nvCxnSpPr>
          <p:spPr>
            <a:xfrm>
              <a:off x="2926475" y="3499777"/>
              <a:ext cx="999" cy="4342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Pil: højre 40">
              <a:extLst>
                <a:ext uri="{FF2B5EF4-FFF2-40B4-BE49-F238E27FC236}">
                  <a16:creationId xmlns:a16="http://schemas.microsoft.com/office/drawing/2014/main" id="{8A00DBD0-D671-244D-D1C8-900AC03E8647}"/>
                </a:ext>
              </a:extLst>
            </p:cNvPr>
            <p:cNvSpPr/>
            <p:nvPr/>
          </p:nvSpPr>
          <p:spPr>
            <a:xfrm>
              <a:off x="1852046" y="2197694"/>
              <a:ext cx="90636" cy="14292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42" name="Pil: højre 41">
              <a:extLst>
                <a:ext uri="{FF2B5EF4-FFF2-40B4-BE49-F238E27FC236}">
                  <a16:creationId xmlns:a16="http://schemas.microsoft.com/office/drawing/2014/main" id="{FED8CC08-7F4A-92A3-5317-A98D5E6500B5}"/>
                </a:ext>
              </a:extLst>
            </p:cNvPr>
            <p:cNvSpPr/>
            <p:nvPr/>
          </p:nvSpPr>
          <p:spPr>
            <a:xfrm>
              <a:off x="4005688" y="2197694"/>
              <a:ext cx="90636" cy="142925"/>
            </a:xfrm>
            <a:prstGeom prst="rightArrow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43" name="Pil: højre 42">
              <a:extLst>
                <a:ext uri="{FF2B5EF4-FFF2-40B4-BE49-F238E27FC236}">
                  <a16:creationId xmlns:a16="http://schemas.microsoft.com/office/drawing/2014/main" id="{45F5EA45-F35B-8527-540A-533EBF5148C6}"/>
                </a:ext>
              </a:extLst>
            </p:cNvPr>
            <p:cNvSpPr/>
            <p:nvPr/>
          </p:nvSpPr>
          <p:spPr>
            <a:xfrm rot="16200000">
              <a:off x="2889195" y="2567367"/>
              <a:ext cx="90636" cy="14292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47" name="Pil: højre 46">
              <a:extLst>
                <a:ext uri="{FF2B5EF4-FFF2-40B4-BE49-F238E27FC236}">
                  <a16:creationId xmlns:a16="http://schemas.microsoft.com/office/drawing/2014/main" id="{F5605898-7A64-DBE3-1651-211766D3FBE8}"/>
                </a:ext>
              </a:extLst>
            </p:cNvPr>
            <p:cNvSpPr/>
            <p:nvPr/>
          </p:nvSpPr>
          <p:spPr>
            <a:xfrm rot="16200000">
              <a:off x="851179" y="3178135"/>
              <a:ext cx="518910" cy="64196"/>
            </a:xfrm>
            <a:prstGeom prst="rightArrow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48" name="Pil: højre 47">
              <a:extLst>
                <a:ext uri="{FF2B5EF4-FFF2-40B4-BE49-F238E27FC236}">
                  <a16:creationId xmlns:a16="http://schemas.microsoft.com/office/drawing/2014/main" id="{AE601D12-EEAB-C0CC-EB35-7700F4DDA938}"/>
                </a:ext>
              </a:extLst>
            </p:cNvPr>
            <p:cNvSpPr/>
            <p:nvPr/>
          </p:nvSpPr>
          <p:spPr>
            <a:xfrm rot="16200000">
              <a:off x="3023332" y="3164610"/>
              <a:ext cx="518910" cy="64196"/>
            </a:xfrm>
            <a:prstGeom prst="rightArrow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49" name="Tekstfelt 48">
              <a:extLst>
                <a:ext uri="{FF2B5EF4-FFF2-40B4-BE49-F238E27FC236}">
                  <a16:creationId xmlns:a16="http://schemas.microsoft.com/office/drawing/2014/main" id="{F7F7F763-09AE-F2FF-A5ED-D8FB22C2C0D0}"/>
                </a:ext>
              </a:extLst>
            </p:cNvPr>
            <p:cNvSpPr txBox="1"/>
            <p:nvPr/>
          </p:nvSpPr>
          <p:spPr>
            <a:xfrm>
              <a:off x="1641278" y="2213185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I</a:t>
              </a:r>
            </a:p>
          </p:txBody>
        </p:sp>
        <p:sp>
          <p:nvSpPr>
            <p:cNvPr id="50" name="Tekstfelt 49">
              <a:extLst>
                <a:ext uri="{FF2B5EF4-FFF2-40B4-BE49-F238E27FC236}">
                  <a16:creationId xmlns:a16="http://schemas.microsoft.com/office/drawing/2014/main" id="{81B542E3-4686-F5EC-EC28-CBE38FAE42FC}"/>
                </a:ext>
              </a:extLst>
            </p:cNvPr>
            <p:cNvSpPr txBox="1"/>
            <p:nvPr/>
          </p:nvSpPr>
          <p:spPr>
            <a:xfrm>
              <a:off x="2566397" y="2418381"/>
              <a:ext cx="4852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/>
                <a:t>I</a:t>
              </a:r>
              <a:r>
                <a:rPr lang="da-DK" baseline="-25000" dirty="0"/>
                <a:t>1</a:t>
              </a:r>
            </a:p>
          </p:txBody>
        </p:sp>
        <p:sp>
          <p:nvSpPr>
            <p:cNvPr id="51" name="Tekstfelt 50">
              <a:extLst>
                <a:ext uri="{FF2B5EF4-FFF2-40B4-BE49-F238E27FC236}">
                  <a16:creationId xmlns:a16="http://schemas.microsoft.com/office/drawing/2014/main" id="{30A4865F-29C1-DEAD-88A5-5CE4CB7E03B4}"/>
                </a:ext>
              </a:extLst>
            </p:cNvPr>
            <p:cNvSpPr txBox="1"/>
            <p:nvPr/>
          </p:nvSpPr>
          <p:spPr>
            <a:xfrm>
              <a:off x="3795761" y="2211834"/>
              <a:ext cx="3209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>
                  <a:solidFill>
                    <a:schemeClr val="bg1">
                      <a:lumMod val="50000"/>
                    </a:schemeClr>
                  </a:solidFill>
                </a:rPr>
                <a:t>I</a:t>
              </a:r>
              <a:r>
                <a:rPr lang="da-DK" baseline="-25000" dirty="0">
                  <a:solidFill>
                    <a:schemeClr val="bg1">
                      <a:lumMod val="50000"/>
                    </a:schemeClr>
                  </a:solidFill>
                </a:rPr>
                <a:t>2</a:t>
              </a:r>
            </a:p>
          </p:txBody>
        </p:sp>
      </p:grpSp>
      <p:sp>
        <p:nvSpPr>
          <p:cNvPr id="53" name="Tekstfelt 52">
            <a:extLst>
              <a:ext uri="{FF2B5EF4-FFF2-40B4-BE49-F238E27FC236}">
                <a16:creationId xmlns:a16="http://schemas.microsoft.com/office/drawing/2014/main" id="{8E37BC0E-F9BE-AFF8-397E-2AD43EEC9758}"/>
              </a:ext>
            </a:extLst>
          </p:cNvPr>
          <p:cNvSpPr txBox="1"/>
          <p:nvPr/>
        </p:nvSpPr>
        <p:spPr>
          <a:xfrm>
            <a:off x="638910" y="1432963"/>
            <a:ext cx="7464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Vi starter med kredsløb nr. 1, og anvender værdierne indsat her ved siden af   </a:t>
            </a:r>
          </a:p>
        </p:txBody>
      </p:sp>
      <p:sp>
        <p:nvSpPr>
          <p:cNvPr id="54" name="Tekstfelt 53">
            <a:extLst>
              <a:ext uri="{FF2B5EF4-FFF2-40B4-BE49-F238E27FC236}">
                <a16:creationId xmlns:a16="http://schemas.microsoft.com/office/drawing/2014/main" id="{7DBE948E-4F97-4572-D58C-0FBCD96FB938}"/>
              </a:ext>
            </a:extLst>
          </p:cNvPr>
          <p:cNvSpPr txBox="1"/>
          <p:nvPr/>
        </p:nvSpPr>
        <p:spPr>
          <a:xfrm>
            <a:off x="10438036" y="1412385"/>
            <a:ext cx="11173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E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27 V</a:t>
            </a:r>
          </a:p>
          <a:p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1 Ω</a:t>
            </a:r>
          </a:p>
          <a:p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E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24 V</a:t>
            </a:r>
          </a:p>
          <a:p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2 Ω</a:t>
            </a:r>
          </a:p>
          <a:p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R = 8 Ω</a:t>
            </a:r>
          </a:p>
        </p:txBody>
      </p:sp>
      <p:sp>
        <p:nvSpPr>
          <p:cNvPr id="55" name="Tekstfelt 54">
            <a:extLst>
              <a:ext uri="{FF2B5EF4-FFF2-40B4-BE49-F238E27FC236}">
                <a16:creationId xmlns:a16="http://schemas.microsoft.com/office/drawing/2014/main" id="{92D98AFA-5D6D-10A6-806E-59410AB2AFA8}"/>
              </a:ext>
            </a:extLst>
          </p:cNvPr>
          <p:cNvSpPr txBox="1"/>
          <p:nvPr/>
        </p:nvSpPr>
        <p:spPr>
          <a:xfrm>
            <a:off x="6637973" y="3506722"/>
            <a:ext cx="2595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E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– E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R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‧ I – R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‧ I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⇒</a:t>
            </a:r>
            <a:endParaRPr lang="da-DK" i="1" baseline="-25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6" name="Tekstfelt 55">
            <a:extLst>
              <a:ext uri="{FF2B5EF4-FFF2-40B4-BE49-F238E27FC236}">
                <a16:creationId xmlns:a16="http://schemas.microsoft.com/office/drawing/2014/main" id="{6D0A1BCB-6A27-6CE5-5E69-0D1ACC7A3C55}"/>
              </a:ext>
            </a:extLst>
          </p:cNvPr>
          <p:cNvSpPr txBox="1"/>
          <p:nvPr/>
        </p:nvSpPr>
        <p:spPr>
          <a:xfrm>
            <a:off x="6637973" y="3024431"/>
            <a:ext cx="1234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Kredsløb 1:</a:t>
            </a:r>
          </a:p>
        </p:txBody>
      </p:sp>
      <p:sp>
        <p:nvSpPr>
          <p:cNvPr id="57" name="Tekstfelt 56">
            <a:extLst>
              <a:ext uri="{FF2B5EF4-FFF2-40B4-BE49-F238E27FC236}">
                <a16:creationId xmlns:a16="http://schemas.microsoft.com/office/drawing/2014/main" id="{D76D4E1D-7B6E-4009-4721-059983354C6C}"/>
              </a:ext>
            </a:extLst>
          </p:cNvPr>
          <p:cNvSpPr txBox="1"/>
          <p:nvPr/>
        </p:nvSpPr>
        <p:spPr>
          <a:xfrm>
            <a:off x="6637973" y="3989013"/>
            <a:ext cx="2576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27 – 24 = 1 ‧ I –  2 ‧ I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⇒ </a:t>
            </a:r>
          </a:p>
        </p:txBody>
      </p:sp>
      <p:sp>
        <p:nvSpPr>
          <p:cNvPr id="58" name="Tekstfelt 57">
            <a:extLst>
              <a:ext uri="{FF2B5EF4-FFF2-40B4-BE49-F238E27FC236}">
                <a16:creationId xmlns:a16="http://schemas.microsoft.com/office/drawing/2014/main" id="{1D361763-9AC3-41F7-8473-4D8680786F42}"/>
              </a:ext>
            </a:extLst>
          </p:cNvPr>
          <p:cNvSpPr txBox="1"/>
          <p:nvPr/>
        </p:nvSpPr>
        <p:spPr>
          <a:xfrm>
            <a:off x="6637973" y="4471303"/>
            <a:ext cx="1388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I = 2 ‧ I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+3 </a:t>
            </a:r>
          </a:p>
        </p:txBody>
      </p:sp>
      <p:sp>
        <p:nvSpPr>
          <p:cNvPr id="59" name="Tekstfelt 58">
            <a:extLst>
              <a:ext uri="{FF2B5EF4-FFF2-40B4-BE49-F238E27FC236}">
                <a16:creationId xmlns:a16="http://schemas.microsoft.com/office/drawing/2014/main" id="{F08240F6-DD89-2312-893C-6D4EB49B32DF}"/>
              </a:ext>
            </a:extLst>
          </p:cNvPr>
          <p:cNvSpPr txBox="1"/>
          <p:nvPr/>
        </p:nvSpPr>
        <p:spPr>
          <a:xfrm>
            <a:off x="6338666" y="5164934"/>
            <a:ext cx="48384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Vi fandt hermed et udtryk for I, som vi tager med,</a:t>
            </a:r>
          </a:p>
          <a:p>
            <a:r>
              <a:rPr lang="da-DK" dirty="0"/>
              <a:t>og regner videre på næste slide</a:t>
            </a:r>
          </a:p>
        </p:txBody>
      </p:sp>
      <p:grpSp>
        <p:nvGrpSpPr>
          <p:cNvPr id="62" name="Gruppe 61">
            <a:extLst>
              <a:ext uri="{FF2B5EF4-FFF2-40B4-BE49-F238E27FC236}">
                <a16:creationId xmlns:a16="http://schemas.microsoft.com/office/drawing/2014/main" id="{16E23142-85CB-2533-D8C8-A8A81FFF8BB1}"/>
              </a:ext>
            </a:extLst>
          </p:cNvPr>
          <p:cNvGrpSpPr/>
          <p:nvPr/>
        </p:nvGrpSpPr>
        <p:grpSpPr>
          <a:xfrm>
            <a:off x="6561030" y="2136189"/>
            <a:ext cx="2487297" cy="667307"/>
            <a:chOff x="6561030" y="2136189"/>
            <a:chExt cx="2487297" cy="667307"/>
          </a:xfrm>
        </p:grpSpPr>
        <p:sp>
          <p:nvSpPr>
            <p:cNvPr id="60" name="Tekstfelt 59">
              <a:extLst>
                <a:ext uri="{FF2B5EF4-FFF2-40B4-BE49-F238E27FC236}">
                  <a16:creationId xmlns:a16="http://schemas.microsoft.com/office/drawing/2014/main" id="{FDD64CE2-FE7A-6C1A-7C5E-093E5D9CDD7A}"/>
                </a:ext>
              </a:extLst>
            </p:cNvPr>
            <p:cNvSpPr txBox="1"/>
            <p:nvPr/>
          </p:nvSpPr>
          <p:spPr>
            <a:xfrm>
              <a:off x="6561030" y="2434164"/>
              <a:ext cx="248729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a-DK" b="0" i="1" dirty="0">
                  <a:solidFill>
                    <a:srgbClr val="202122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rPr>
                <a:t>2. Lov: </a:t>
              </a:r>
              <a:r>
                <a:rPr lang="el-GR" b="0" i="1" dirty="0">
                  <a:solidFill>
                    <a:srgbClr val="202122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rPr>
                <a:t>Σ</a:t>
              </a:r>
              <a:r>
                <a:rPr lang="da-DK" i="1" dirty="0">
                  <a:solidFill>
                    <a:srgbClr val="202122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E</a:t>
              </a:r>
              <a:r>
                <a:rPr lang="da-DK" b="0" i="1" dirty="0">
                  <a:solidFill>
                    <a:srgbClr val="202122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rPr>
                <a:t> = </a:t>
              </a:r>
              <a:r>
                <a:rPr lang="el-GR" b="0" i="1" dirty="0">
                  <a:solidFill>
                    <a:srgbClr val="202122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rPr>
                <a:t>Σ</a:t>
              </a:r>
              <a:r>
                <a:rPr lang="da-DK" b="0" i="1" dirty="0">
                  <a:solidFill>
                    <a:srgbClr val="202122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rPr>
                <a:t> (I </a:t>
              </a:r>
              <a:r>
                <a:rPr lang="da-DK" i="1" dirty="0">
                  <a:solidFill>
                    <a:srgbClr val="202122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‧ R)</a:t>
              </a:r>
              <a:endParaRPr lang="da-DK" i="1" dirty="0"/>
            </a:p>
          </p:txBody>
        </p:sp>
        <p:sp>
          <p:nvSpPr>
            <p:cNvPr id="61" name="Tekstfelt 60">
              <a:extLst>
                <a:ext uri="{FF2B5EF4-FFF2-40B4-BE49-F238E27FC236}">
                  <a16:creationId xmlns:a16="http://schemas.microsoft.com/office/drawing/2014/main" id="{AB7D2FC3-2271-8BD0-CBC6-5C76AA90966D}"/>
                </a:ext>
              </a:extLst>
            </p:cNvPr>
            <p:cNvSpPr txBox="1"/>
            <p:nvPr/>
          </p:nvSpPr>
          <p:spPr>
            <a:xfrm>
              <a:off x="6561031" y="2136189"/>
              <a:ext cx="219132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a-DK" b="0" i="1" dirty="0">
                  <a:solidFill>
                    <a:srgbClr val="202122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rPr>
                <a:t>1. Lov: </a:t>
              </a:r>
              <a:r>
                <a:rPr lang="el-GR" b="0" i="1" dirty="0">
                  <a:solidFill>
                    <a:srgbClr val="202122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rPr>
                <a:t>Σ</a:t>
              </a:r>
              <a:r>
                <a:rPr lang="da-DK" b="0" i="1" dirty="0">
                  <a:solidFill>
                    <a:srgbClr val="202122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rPr>
                <a:t>I = 0</a:t>
              </a:r>
              <a:endParaRPr lang="da-DK" i="1" dirty="0"/>
            </a:p>
          </p:txBody>
        </p:sp>
      </p:grpSp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965A2C76-AF81-50D4-EFE0-9D775F79F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FFAF0-B470-48AF-A92F-4EDD7C81F67E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12" name="Pladsholder til sidefod 11">
            <a:extLst>
              <a:ext uri="{FF2B5EF4-FFF2-40B4-BE49-F238E27FC236}">
                <a16:creationId xmlns:a16="http://schemas.microsoft.com/office/drawing/2014/main" id="{8026F8EA-5585-D6C3-6246-5C71E6A010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16" name="Pladsholder til slidenummer 15">
            <a:extLst>
              <a:ext uri="{FF2B5EF4-FFF2-40B4-BE49-F238E27FC236}">
                <a16:creationId xmlns:a16="http://schemas.microsoft.com/office/drawing/2014/main" id="{CC8453A5-DE06-21D4-40CD-E2F220916F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2A73C88-35DB-432F-9FBF-AA3A20422821}" type="slidenum">
              <a:rPr lang="da-DK" smtClean="0"/>
              <a:pPr/>
              <a:t>5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84525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8" grpId="0"/>
      <p:bldP spid="5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3C0F63BE-DC59-4846-0E2B-6DFD05525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37173"/>
            <a:ext cx="8798768" cy="575212"/>
          </a:xfrm>
        </p:spPr>
        <p:txBody>
          <a:bodyPr/>
          <a:lstStyle/>
          <a:p>
            <a:r>
              <a:rPr lang="da-DK" sz="3200" dirty="0"/>
              <a:t>Kirchhoffs love anvendt på DC kredsløb</a:t>
            </a:r>
          </a:p>
        </p:txBody>
      </p:sp>
      <p:grpSp>
        <p:nvGrpSpPr>
          <p:cNvPr id="45" name="Gruppe 44">
            <a:extLst>
              <a:ext uri="{FF2B5EF4-FFF2-40B4-BE49-F238E27FC236}">
                <a16:creationId xmlns:a16="http://schemas.microsoft.com/office/drawing/2014/main" id="{D4DE81C3-C451-3669-4036-EDB83D8C06D0}"/>
              </a:ext>
            </a:extLst>
          </p:cNvPr>
          <p:cNvGrpSpPr/>
          <p:nvPr/>
        </p:nvGrpSpPr>
        <p:grpSpPr>
          <a:xfrm>
            <a:off x="609600" y="2132856"/>
            <a:ext cx="5172894" cy="3608419"/>
            <a:chOff x="2306329" y="2124837"/>
            <a:chExt cx="5172894" cy="3608419"/>
          </a:xfrm>
        </p:grpSpPr>
        <p:sp>
          <p:nvSpPr>
            <p:cNvPr id="4" name="Rektangel 3">
              <a:extLst>
                <a:ext uri="{FF2B5EF4-FFF2-40B4-BE49-F238E27FC236}">
                  <a16:creationId xmlns:a16="http://schemas.microsoft.com/office/drawing/2014/main" id="{950E5B7E-354F-2EFD-C1FB-D53C01D3DBBA}"/>
                </a:ext>
              </a:extLst>
            </p:cNvPr>
            <p:cNvSpPr/>
            <p:nvPr/>
          </p:nvSpPr>
          <p:spPr>
            <a:xfrm>
              <a:off x="2574205" y="3857137"/>
              <a:ext cx="276836" cy="720000"/>
            </a:xfrm>
            <a:prstGeom prst="rect">
              <a:avLst/>
            </a:prstGeom>
            <a:noFill/>
            <a:ln w="38100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cxnSp>
          <p:nvCxnSpPr>
            <p:cNvPr id="5" name="Lige forbindelse 4">
              <a:extLst>
                <a:ext uri="{FF2B5EF4-FFF2-40B4-BE49-F238E27FC236}">
                  <a16:creationId xmlns:a16="http://schemas.microsoft.com/office/drawing/2014/main" id="{C3F6CB68-9BAC-3102-9AD8-D18E367824CC}"/>
                </a:ext>
              </a:extLst>
            </p:cNvPr>
            <p:cNvCxnSpPr>
              <a:cxnSpLocks/>
            </p:cNvCxnSpPr>
            <p:nvPr/>
          </p:nvCxnSpPr>
          <p:spPr>
            <a:xfrm>
              <a:off x="2574205" y="3427769"/>
              <a:ext cx="275837" cy="0"/>
            </a:xfrm>
            <a:prstGeom prst="line">
              <a:avLst/>
            </a:prstGeom>
            <a:ln w="25400"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Lige forbindelse 5">
              <a:extLst>
                <a:ext uri="{FF2B5EF4-FFF2-40B4-BE49-F238E27FC236}">
                  <a16:creationId xmlns:a16="http://schemas.microsoft.com/office/drawing/2014/main" id="{504BA105-7D3E-4E41-D76B-8C20D331A48B}"/>
                </a:ext>
              </a:extLst>
            </p:cNvPr>
            <p:cNvCxnSpPr>
              <a:cxnSpLocks/>
            </p:cNvCxnSpPr>
            <p:nvPr/>
          </p:nvCxnSpPr>
          <p:spPr>
            <a:xfrm>
              <a:off x="2495600" y="3350890"/>
              <a:ext cx="432048" cy="0"/>
            </a:xfrm>
            <a:prstGeom prst="line">
              <a:avLst/>
            </a:prstGeom>
            <a:ln w="38100"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ktangel 6">
              <a:extLst>
                <a:ext uri="{FF2B5EF4-FFF2-40B4-BE49-F238E27FC236}">
                  <a16:creationId xmlns:a16="http://schemas.microsoft.com/office/drawing/2014/main" id="{7D240582-6EF4-0195-8103-57C50B10C506}"/>
                </a:ext>
              </a:extLst>
            </p:cNvPr>
            <p:cNvSpPr/>
            <p:nvPr/>
          </p:nvSpPr>
          <p:spPr>
            <a:xfrm>
              <a:off x="4733446" y="3853240"/>
              <a:ext cx="276836" cy="73341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cxnSp>
          <p:nvCxnSpPr>
            <p:cNvPr id="8" name="Lige forbindelse 7">
              <a:extLst>
                <a:ext uri="{FF2B5EF4-FFF2-40B4-BE49-F238E27FC236}">
                  <a16:creationId xmlns:a16="http://schemas.microsoft.com/office/drawing/2014/main" id="{1732C57E-A00F-39AA-5A8B-80EC4FF724E0}"/>
                </a:ext>
              </a:extLst>
            </p:cNvPr>
            <p:cNvCxnSpPr>
              <a:cxnSpLocks/>
            </p:cNvCxnSpPr>
            <p:nvPr/>
          </p:nvCxnSpPr>
          <p:spPr>
            <a:xfrm>
              <a:off x="4734445" y="3422898"/>
              <a:ext cx="27583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Lige forbindelse 8">
              <a:extLst>
                <a:ext uri="{FF2B5EF4-FFF2-40B4-BE49-F238E27FC236}">
                  <a16:creationId xmlns:a16="http://schemas.microsoft.com/office/drawing/2014/main" id="{983CCDDA-B9E4-EBD9-CA09-AADDF23D6625}"/>
                </a:ext>
              </a:extLst>
            </p:cNvPr>
            <p:cNvCxnSpPr>
              <a:cxnSpLocks/>
            </p:cNvCxnSpPr>
            <p:nvPr/>
          </p:nvCxnSpPr>
          <p:spPr>
            <a:xfrm>
              <a:off x="4661438" y="3350890"/>
              <a:ext cx="43204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ktangel 9">
              <a:extLst>
                <a:ext uri="{FF2B5EF4-FFF2-40B4-BE49-F238E27FC236}">
                  <a16:creationId xmlns:a16="http://schemas.microsoft.com/office/drawing/2014/main" id="{C72B0D70-878D-49D9-1045-BE5BFA1D951F}"/>
                </a:ext>
              </a:extLst>
            </p:cNvPr>
            <p:cNvSpPr/>
            <p:nvPr/>
          </p:nvSpPr>
          <p:spPr>
            <a:xfrm>
              <a:off x="6892687" y="3853240"/>
              <a:ext cx="276836" cy="71081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cxnSp>
          <p:nvCxnSpPr>
            <p:cNvPr id="11" name="Lige forbindelse 10">
              <a:extLst>
                <a:ext uri="{FF2B5EF4-FFF2-40B4-BE49-F238E27FC236}">
                  <a16:creationId xmlns:a16="http://schemas.microsoft.com/office/drawing/2014/main" id="{53E82761-139D-F7FD-74BA-F4AFF9F171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17222" y="2204864"/>
              <a:ext cx="0" cy="1146026"/>
            </a:xfrm>
            <a:prstGeom prst="line">
              <a:avLst/>
            </a:prstGeom>
            <a:ln w="25400"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Lige forbindelse 11">
              <a:extLst>
                <a:ext uri="{FF2B5EF4-FFF2-40B4-BE49-F238E27FC236}">
                  <a16:creationId xmlns:a16="http://schemas.microsoft.com/office/drawing/2014/main" id="{73988AA8-B006-F1F5-FF93-2744395FB00D}"/>
                </a:ext>
              </a:extLst>
            </p:cNvPr>
            <p:cNvCxnSpPr>
              <a:endCxn id="10" idx="0"/>
            </p:cNvCxnSpPr>
            <p:nvPr/>
          </p:nvCxnSpPr>
          <p:spPr>
            <a:xfrm flipH="1">
              <a:off x="7031105" y="2204864"/>
              <a:ext cx="6597" cy="16483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Lige forbindelse 12">
              <a:extLst>
                <a:ext uri="{FF2B5EF4-FFF2-40B4-BE49-F238E27FC236}">
                  <a16:creationId xmlns:a16="http://schemas.microsoft.com/office/drawing/2014/main" id="{A7D82569-50D4-9F44-4F7B-E0519F9A90F7}"/>
                </a:ext>
              </a:extLst>
            </p:cNvPr>
            <p:cNvCxnSpPr/>
            <p:nvPr/>
          </p:nvCxnSpPr>
          <p:spPr>
            <a:xfrm>
              <a:off x="4877462" y="2204864"/>
              <a:ext cx="0" cy="114602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Lige forbindelse 13">
              <a:extLst>
                <a:ext uri="{FF2B5EF4-FFF2-40B4-BE49-F238E27FC236}">
                  <a16:creationId xmlns:a16="http://schemas.microsoft.com/office/drawing/2014/main" id="{A1F43AA0-91F6-8C09-6B2B-ECDD97808BC7}"/>
                </a:ext>
              </a:extLst>
            </p:cNvPr>
            <p:cNvCxnSpPr>
              <a:cxnSpLocks/>
              <a:stCxn id="4" idx="2"/>
            </p:cNvCxnSpPr>
            <p:nvPr/>
          </p:nvCxnSpPr>
          <p:spPr>
            <a:xfrm flipH="1">
              <a:off x="2711624" y="4577137"/>
              <a:ext cx="999" cy="1156119"/>
            </a:xfrm>
            <a:prstGeom prst="line">
              <a:avLst/>
            </a:prstGeom>
            <a:ln w="25400"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Lige forbindelse 14">
              <a:extLst>
                <a:ext uri="{FF2B5EF4-FFF2-40B4-BE49-F238E27FC236}">
                  <a16:creationId xmlns:a16="http://schemas.microsoft.com/office/drawing/2014/main" id="{72AEF1DB-4BCC-6939-A2F8-749F87B8B71F}"/>
                </a:ext>
              </a:extLst>
            </p:cNvPr>
            <p:cNvCxnSpPr>
              <a:cxnSpLocks/>
              <a:endCxn id="10" idx="2"/>
            </p:cNvCxnSpPr>
            <p:nvPr/>
          </p:nvCxnSpPr>
          <p:spPr>
            <a:xfrm flipV="1">
              <a:off x="7031105" y="4564055"/>
              <a:ext cx="0" cy="116920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Lige forbindelse 15">
              <a:extLst>
                <a:ext uri="{FF2B5EF4-FFF2-40B4-BE49-F238E27FC236}">
                  <a16:creationId xmlns:a16="http://schemas.microsoft.com/office/drawing/2014/main" id="{7BE4DFE2-B729-D885-3FA5-5BC6D40E151F}"/>
                </a:ext>
              </a:extLst>
            </p:cNvPr>
            <p:cNvCxnSpPr>
              <a:cxnSpLocks/>
              <a:endCxn id="7" idx="2"/>
            </p:cNvCxnSpPr>
            <p:nvPr/>
          </p:nvCxnSpPr>
          <p:spPr>
            <a:xfrm flipV="1">
              <a:off x="4871864" y="4586657"/>
              <a:ext cx="0" cy="114659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Bue 16">
              <a:extLst>
                <a:ext uri="{FF2B5EF4-FFF2-40B4-BE49-F238E27FC236}">
                  <a16:creationId xmlns:a16="http://schemas.microsoft.com/office/drawing/2014/main" id="{EDF07D4C-5FBB-990E-2060-F39C33B1DF2C}"/>
                </a:ext>
              </a:extLst>
            </p:cNvPr>
            <p:cNvSpPr/>
            <p:nvPr/>
          </p:nvSpPr>
          <p:spPr>
            <a:xfrm rot="10800000">
              <a:off x="3282116" y="2528900"/>
              <a:ext cx="1078121" cy="2880320"/>
            </a:xfrm>
            <a:prstGeom prst="arc">
              <a:avLst>
                <a:gd name="adj1" fmla="val 2854749"/>
                <a:gd name="adj2" fmla="val 19181829"/>
              </a:avLst>
            </a:prstGeom>
            <a:ln w="25400">
              <a:solidFill>
                <a:schemeClr val="tx1">
                  <a:alpha val="5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8" name="Tekstfelt 17">
              <a:extLst>
                <a:ext uri="{FF2B5EF4-FFF2-40B4-BE49-F238E27FC236}">
                  <a16:creationId xmlns:a16="http://schemas.microsoft.com/office/drawing/2014/main" id="{CFAF3266-024D-D30A-DED3-68262D742B5B}"/>
                </a:ext>
              </a:extLst>
            </p:cNvPr>
            <p:cNvSpPr txBox="1"/>
            <p:nvPr/>
          </p:nvSpPr>
          <p:spPr>
            <a:xfrm>
              <a:off x="3631225" y="3802655"/>
              <a:ext cx="26449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bg1">
                      <a:lumMod val="50000"/>
                    </a:schemeClr>
                  </a:solidFill>
                </a:rPr>
                <a:t>1</a:t>
              </a:r>
            </a:p>
          </p:txBody>
        </p:sp>
        <p:sp>
          <p:nvSpPr>
            <p:cNvPr id="19" name="Bue 18">
              <a:extLst>
                <a:ext uri="{FF2B5EF4-FFF2-40B4-BE49-F238E27FC236}">
                  <a16:creationId xmlns:a16="http://schemas.microsoft.com/office/drawing/2014/main" id="{1CB28532-AA03-4C6C-85DC-12D3411629FB}"/>
                </a:ext>
              </a:extLst>
            </p:cNvPr>
            <p:cNvSpPr/>
            <p:nvPr/>
          </p:nvSpPr>
          <p:spPr>
            <a:xfrm rot="10800000">
              <a:off x="5442355" y="2504399"/>
              <a:ext cx="1078121" cy="2880320"/>
            </a:xfrm>
            <a:prstGeom prst="arc">
              <a:avLst>
                <a:gd name="adj1" fmla="val 2854749"/>
                <a:gd name="adj2" fmla="val 19181829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20" name="Tekstfelt 19">
              <a:extLst>
                <a:ext uri="{FF2B5EF4-FFF2-40B4-BE49-F238E27FC236}">
                  <a16:creationId xmlns:a16="http://schemas.microsoft.com/office/drawing/2014/main" id="{A781F6C7-3BC5-4B83-AEC6-14DF3D5AC585}"/>
                </a:ext>
              </a:extLst>
            </p:cNvPr>
            <p:cNvSpPr txBox="1"/>
            <p:nvPr/>
          </p:nvSpPr>
          <p:spPr>
            <a:xfrm>
              <a:off x="5791464" y="3778154"/>
              <a:ext cx="26449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a-DK" dirty="0"/>
                <a:t>2</a:t>
              </a:r>
            </a:p>
          </p:txBody>
        </p:sp>
        <p:sp>
          <p:nvSpPr>
            <p:cNvPr id="21" name="Tekstfelt 20">
              <a:extLst>
                <a:ext uri="{FF2B5EF4-FFF2-40B4-BE49-F238E27FC236}">
                  <a16:creationId xmlns:a16="http://schemas.microsoft.com/office/drawing/2014/main" id="{DC94B183-AD69-33AA-0D72-366CD6709CC8}"/>
                </a:ext>
              </a:extLst>
            </p:cNvPr>
            <p:cNvSpPr txBox="1"/>
            <p:nvPr/>
          </p:nvSpPr>
          <p:spPr>
            <a:xfrm>
              <a:off x="4905774" y="2940850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E</a:t>
              </a:r>
              <a:r>
                <a:rPr lang="da-DK" baseline="-25000" dirty="0"/>
                <a:t>2</a:t>
              </a:r>
              <a:endParaRPr lang="da-DK" dirty="0"/>
            </a:p>
          </p:txBody>
        </p:sp>
        <p:sp>
          <p:nvSpPr>
            <p:cNvPr id="22" name="Tekstfelt 21">
              <a:extLst>
                <a:ext uri="{FF2B5EF4-FFF2-40B4-BE49-F238E27FC236}">
                  <a16:creationId xmlns:a16="http://schemas.microsoft.com/office/drawing/2014/main" id="{D6BF80B2-32DC-BC1C-EE41-AEBAFC1B3025}"/>
                </a:ext>
              </a:extLst>
            </p:cNvPr>
            <p:cNvSpPr txBox="1"/>
            <p:nvPr/>
          </p:nvSpPr>
          <p:spPr>
            <a:xfrm>
              <a:off x="2745270" y="2943295"/>
              <a:ext cx="37542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da-DK" dirty="0">
                  <a:solidFill>
                    <a:schemeClr val="bg1">
                      <a:lumMod val="50000"/>
                    </a:schemeClr>
                  </a:solidFill>
                </a:rPr>
                <a:t>E</a:t>
              </a:r>
              <a:r>
                <a:rPr lang="da-DK" baseline="-25000" dirty="0">
                  <a:solidFill>
                    <a:schemeClr val="bg1">
                      <a:lumMod val="50000"/>
                    </a:schemeClr>
                  </a:solidFill>
                </a:rPr>
                <a:t>1</a:t>
              </a:r>
              <a:endParaRPr lang="da-DK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3" name="Tekstfelt 22">
              <a:extLst>
                <a:ext uri="{FF2B5EF4-FFF2-40B4-BE49-F238E27FC236}">
                  <a16:creationId xmlns:a16="http://schemas.microsoft.com/office/drawing/2014/main" id="{AB8475F9-BDDD-1AC2-3DAD-C5989B6870EE}"/>
                </a:ext>
              </a:extLst>
            </p:cNvPr>
            <p:cNvSpPr txBox="1"/>
            <p:nvPr/>
          </p:nvSpPr>
          <p:spPr>
            <a:xfrm>
              <a:off x="7169523" y="4012122"/>
              <a:ext cx="3097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da-DK" dirty="0"/>
                <a:t>R</a:t>
              </a:r>
            </a:p>
          </p:txBody>
        </p:sp>
        <p:sp>
          <p:nvSpPr>
            <p:cNvPr id="24" name="Tekstfelt 23">
              <a:extLst>
                <a:ext uri="{FF2B5EF4-FFF2-40B4-BE49-F238E27FC236}">
                  <a16:creationId xmlns:a16="http://schemas.microsoft.com/office/drawing/2014/main" id="{99653476-79DF-2FC0-864D-B31FA700E3DD}"/>
                </a:ext>
              </a:extLst>
            </p:cNvPr>
            <p:cNvSpPr txBox="1"/>
            <p:nvPr/>
          </p:nvSpPr>
          <p:spPr>
            <a:xfrm>
              <a:off x="4967803" y="4032471"/>
              <a:ext cx="3882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R</a:t>
              </a:r>
              <a:r>
                <a:rPr lang="da-DK" baseline="-25000" dirty="0"/>
                <a:t>2</a:t>
              </a:r>
            </a:p>
          </p:txBody>
        </p:sp>
        <p:sp>
          <p:nvSpPr>
            <p:cNvPr id="25" name="Tekstfelt 24">
              <a:extLst>
                <a:ext uri="{FF2B5EF4-FFF2-40B4-BE49-F238E27FC236}">
                  <a16:creationId xmlns:a16="http://schemas.microsoft.com/office/drawing/2014/main" id="{00C7B8EC-4785-6979-0973-9423153BB666}"/>
                </a:ext>
              </a:extLst>
            </p:cNvPr>
            <p:cNvSpPr txBox="1"/>
            <p:nvPr/>
          </p:nvSpPr>
          <p:spPr>
            <a:xfrm>
              <a:off x="2809159" y="4032511"/>
              <a:ext cx="38824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da-DK" dirty="0">
                  <a:solidFill>
                    <a:schemeClr val="bg1">
                      <a:lumMod val="50000"/>
                    </a:schemeClr>
                  </a:solidFill>
                </a:rPr>
                <a:t>R</a:t>
              </a:r>
              <a:r>
                <a:rPr lang="da-DK" baseline="-25000" dirty="0">
                  <a:solidFill>
                    <a:schemeClr val="bg1">
                      <a:lumMod val="50000"/>
                    </a:schemeClr>
                  </a:solidFill>
                </a:rPr>
                <a:t>1</a:t>
              </a:r>
              <a:endParaRPr lang="da-DK" baseline="30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6" name="Tekstfelt 25">
              <a:extLst>
                <a:ext uri="{FF2B5EF4-FFF2-40B4-BE49-F238E27FC236}">
                  <a16:creationId xmlns:a16="http://schemas.microsoft.com/office/drawing/2014/main" id="{EA661D66-B380-D519-7F36-2A6A1C1F5723}"/>
                </a:ext>
              </a:extLst>
            </p:cNvPr>
            <p:cNvSpPr txBox="1"/>
            <p:nvPr/>
          </p:nvSpPr>
          <p:spPr>
            <a:xfrm>
              <a:off x="2306329" y="3029052"/>
              <a:ext cx="300082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bg1">
                      <a:lumMod val="50000"/>
                    </a:schemeClr>
                  </a:solidFill>
                </a:rPr>
                <a:t>+</a:t>
              </a:r>
            </a:p>
            <a:p>
              <a:pPr algn="ctr"/>
              <a:r>
                <a:rPr lang="da-DK" dirty="0">
                  <a:solidFill>
                    <a:schemeClr val="bg1">
                      <a:lumMod val="50000"/>
                    </a:schemeClr>
                  </a:solidFill>
                </a:rPr>
                <a:t>-</a:t>
              </a:r>
            </a:p>
          </p:txBody>
        </p:sp>
        <p:sp>
          <p:nvSpPr>
            <p:cNvPr id="27" name="Tekstfelt 26">
              <a:extLst>
                <a:ext uri="{FF2B5EF4-FFF2-40B4-BE49-F238E27FC236}">
                  <a16:creationId xmlns:a16="http://schemas.microsoft.com/office/drawing/2014/main" id="{B8B8C44C-1BEA-4960-F9B3-98F2E9DE816E}"/>
                </a:ext>
              </a:extLst>
            </p:cNvPr>
            <p:cNvSpPr txBox="1"/>
            <p:nvPr/>
          </p:nvSpPr>
          <p:spPr>
            <a:xfrm>
              <a:off x="4472107" y="3044891"/>
              <a:ext cx="30008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a-DK" dirty="0"/>
                <a:t>+</a:t>
              </a:r>
            </a:p>
            <a:p>
              <a:pPr algn="ctr"/>
              <a:r>
                <a:rPr lang="da-DK" dirty="0"/>
                <a:t>-</a:t>
              </a:r>
            </a:p>
          </p:txBody>
        </p:sp>
        <p:cxnSp>
          <p:nvCxnSpPr>
            <p:cNvPr id="28" name="Lige forbindelse 27">
              <a:extLst>
                <a:ext uri="{FF2B5EF4-FFF2-40B4-BE49-F238E27FC236}">
                  <a16:creationId xmlns:a16="http://schemas.microsoft.com/office/drawing/2014/main" id="{A8ED624C-900F-C658-71E5-E8CF5AFC47A6}"/>
                </a:ext>
              </a:extLst>
            </p:cNvPr>
            <p:cNvCxnSpPr>
              <a:cxnSpLocks/>
            </p:cNvCxnSpPr>
            <p:nvPr/>
          </p:nvCxnSpPr>
          <p:spPr>
            <a:xfrm>
              <a:off x="2711624" y="2204864"/>
              <a:ext cx="2160240" cy="0"/>
            </a:xfrm>
            <a:prstGeom prst="line">
              <a:avLst/>
            </a:prstGeom>
            <a:ln w="25400"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Lige forbindelse 28">
              <a:extLst>
                <a:ext uri="{FF2B5EF4-FFF2-40B4-BE49-F238E27FC236}">
                  <a16:creationId xmlns:a16="http://schemas.microsoft.com/office/drawing/2014/main" id="{01AC0ACB-B917-BF5C-9105-94FEEBF2FFDC}"/>
                </a:ext>
              </a:extLst>
            </p:cNvPr>
            <p:cNvCxnSpPr/>
            <p:nvPr/>
          </p:nvCxnSpPr>
          <p:spPr>
            <a:xfrm>
              <a:off x="4871864" y="2204864"/>
              <a:ext cx="216583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Lige forbindelse 29">
              <a:extLst>
                <a:ext uri="{FF2B5EF4-FFF2-40B4-BE49-F238E27FC236}">
                  <a16:creationId xmlns:a16="http://schemas.microsoft.com/office/drawing/2014/main" id="{6F0B11CE-4C71-545B-6928-4D3FDAE1A04A}"/>
                </a:ext>
              </a:extLst>
            </p:cNvPr>
            <p:cNvCxnSpPr>
              <a:cxnSpLocks/>
            </p:cNvCxnSpPr>
            <p:nvPr/>
          </p:nvCxnSpPr>
          <p:spPr>
            <a:xfrm>
              <a:off x="2711624" y="5733256"/>
              <a:ext cx="2165616" cy="0"/>
            </a:xfrm>
            <a:prstGeom prst="line">
              <a:avLst/>
            </a:prstGeom>
            <a:ln w="25400"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Lige forbindelse 30">
              <a:extLst>
                <a:ext uri="{FF2B5EF4-FFF2-40B4-BE49-F238E27FC236}">
                  <a16:creationId xmlns:a16="http://schemas.microsoft.com/office/drawing/2014/main" id="{19BE2AAE-91D7-C909-2406-9EC1E18C4357}"/>
                </a:ext>
              </a:extLst>
            </p:cNvPr>
            <p:cNvCxnSpPr/>
            <p:nvPr/>
          </p:nvCxnSpPr>
          <p:spPr>
            <a:xfrm>
              <a:off x="4877240" y="5733256"/>
              <a:ext cx="216583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Lige forbindelse 31">
              <a:extLst>
                <a:ext uri="{FF2B5EF4-FFF2-40B4-BE49-F238E27FC236}">
                  <a16:creationId xmlns:a16="http://schemas.microsoft.com/office/drawing/2014/main" id="{70FE8D52-4B13-279B-440E-816EDF74DF1A}"/>
                </a:ext>
              </a:extLst>
            </p:cNvPr>
            <p:cNvCxnSpPr/>
            <p:nvPr/>
          </p:nvCxnSpPr>
          <p:spPr>
            <a:xfrm>
              <a:off x="4868973" y="3419000"/>
              <a:ext cx="999" cy="4342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Lige forbindelse 32">
              <a:extLst>
                <a:ext uri="{FF2B5EF4-FFF2-40B4-BE49-F238E27FC236}">
                  <a16:creationId xmlns:a16="http://schemas.microsoft.com/office/drawing/2014/main" id="{34178E8F-4988-70AA-8783-7A5617C6559A}"/>
                </a:ext>
              </a:extLst>
            </p:cNvPr>
            <p:cNvCxnSpPr/>
            <p:nvPr/>
          </p:nvCxnSpPr>
          <p:spPr>
            <a:xfrm>
              <a:off x="2709733" y="3419000"/>
              <a:ext cx="999" cy="434239"/>
            </a:xfrm>
            <a:prstGeom prst="line">
              <a:avLst/>
            </a:prstGeom>
            <a:ln w="25400"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Pil: højre 34">
              <a:extLst>
                <a:ext uri="{FF2B5EF4-FFF2-40B4-BE49-F238E27FC236}">
                  <a16:creationId xmlns:a16="http://schemas.microsoft.com/office/drawing/2014/main" id="{83C1870C-02D8-3867-A4F1-1981505CC650}"/>
                </a:ext>
              </a:extLst>
            </p:cNvPr>
            <p:cNvSpPr/>
            <p:nvPr/>
          </p:nvSpPr>
          <p:spPr>
            <a:xfrm>
              <a:off x="5950533" y="2124837"/>
              <a:ext cx="90636" cy="14292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36" name="Pil: højre 35">
              <a:extLst>
                <a:ext uri="{FF2B5EF4-FFF2-40B4-BE49-F238E27FC236}">
                  <a16:creationId xmlns:a16="http://schemas.microsoft.com/office/drawing/2014/main" id="{AF5E8CD3-E3E1-127A-B19A-10CF86B94F6C}"/>
                </a:ext>
              </a:extLst>
            </p:cNvPr>
            <p:cNvSpPr/>
            <p:nvPr/>
          </p:nvSpPr>
          <p:spPr>
            <a:xfrm rot="16200000">
              <a:off x="4834040" y="2494510"/>
              <a:ext cx="90636" cy="14292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40" name="Pil: højre 39">
              <a:extLst>
                <a:ext uri="{FF2B5EF4-FFF2-40B4-BE49-F238E27FC236}">
                  <a16:creationId xmlns:a16="http://schemas.microsoft.com/office/drawing/2014/main" id="{1A6B2A16-9B71-1236-0D46-001E2D5E05AB}"/>
                </a:ext>
              </a:extLst>
            </p:cNvPr>
            <p:cNvSpPr/>
            <p:nvPr/>
          </p:nvSpPr>
          <p:spPr>
            <a:xfrm rot="16200000">
              <a:off x="2796024" y="3105278"/>
              <a:ext cx="518910" cy="64196"/>
            </a:xfrm>
            <a:prstGeom prst="rightArrow">
              <a:avLst/>
            </a:prstGeom>
            <a:solidFill>
              <a:schemeClr val="accent6">
                <a:alpha val="5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41" name="Pil: højre 40">
              <a:extLst>
                <a:ext uri="{FF2B5EF4-FFF2-40B4-BE49-F238E27FC236}">
                  <a16:creationId xmlns:a16="http://schemas.microsoft.com/office/drawing/2014/main" id="{B28C76C9-9F71-9049-1490-8CB98DAF3119}"/>
                </a:ext>
              </a:extLst>
            </p:cNvPr>
            <p:cNvSpPr/>
            <p:nvPr/>
          </p:nvSpPr>
          <p:spPr>
            <a:xfrm rot="16200000">
              <a:off x="4968177" y="3091753"/>
              <a:ext cx="518910" cy="64196"/>
            </a:xfrm>
            <a:prstGeom prst="rightArrow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42" name="Tekstfelt 41">
              <a:extLst>
                <a:ext uri="{FF2B5EF4-FFF2-40B4-BE49-F238E27FC236}">
                  <a16:creationId xmlns:a16="http://schemas.microsoft.com/office/drawing/2014/main" id="{D6CB8944-2736-7A17-E822-02304817A8F3}"/>
                </a:ext>
              </a:extLst>
            </p:cNvPr>
            <p:cNvSpPr txBox="1"/>
            <p:nvPr/>
          </p:nvSpPr>
          <p:spPr>
            <a:xfrm>
              <a:off x="3604631" y="2133812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>
                  <a:solidFill>
                    <a:schemeClr val="bg1">
                      <a:lumMod val="50000"/>
                    </a:schemeClr>
                  </a:solidFill>
                </a:rPr>
                <a:t>I</a:t>
              </a:r>
            </a:p>
          </p:txBody>
        </p:sp>
        <p:sp>
          <p:nvSpPr>
            <p:cNvPr id="43" name="Tekstfelt 42">
              <a:extLst>
                <a:ext uri="{FF2B5EF4-FFF2-40B4-BE49-F238E27FC236}">
                  <a16:creationId xmlns:a16="http://schemas.microsoft.com/office/drawing/2014/main" id="{6C83D44D-03E3-F889-8B2E-CB6C450E0453}"/>
                </a:ext>
              </a:extLst>
            </p:cNvPr>
            <p:cNvSpPr txBox="1"/>
            <p:nvPr/>
          </p:nvSpPr>
          <p:spPr>
            <a:xfrm>
              <a:off x="4529750" y="2339008"/>
              <a:ext cx="4852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/>
                <a:t>I</a:t>
              </a:r>
              <a:r>
                <a:rPr lang="da-DK" baseline="-25000" dirty="0"/>
                <a:t>1</a:t>
              </a:r>
            </a:p>
          </p:txBody>
        </p:sp>
        <p:sp>
          <p:nvSpPr>
            <p:cNvPr id="44" name="Tekstfelt 43">
              <a:extLst>
                <a:ext uri="{FF2B5EF4-FFF2-40B4-BE49-F238E27FC236}">
                  <a16:creationId xmlns:a16="http://schemas.microsoft.com/office/drawing/2014/main" id="{1B0C885D-06DD-12E4-B3C1-4BDEE250C53A}"/>
                </a:ext>
              </a:extLst>
            </p:cNvPr>
            <p:cNvSpPr txBox="1"/>
            <p:nvPr/>
          </p:nvSpPr>
          <p:spPr>
            <a:xfrm>
              <a:off x="5759114" y="2132461"/>
              <a:ext cx="3209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I</a:t>
              </a:r>
              <a:r>
                <a:rPr lang="da-DK" baseline="-25000" dirty="0"/>
                <a:t>2</a:t>
              </a:r>
            </a:p>
          </p:txBody>
        </p:sp>
        <p:sp>
          <p:nvSpPr>
            <p:cNvPr id="34" name="Pil: højre 33">
              <a:extLst>
                <a:ext uri="{FF2B5EF4-FFF2-40B4-BE49-F238E27FC236}">
                  <a16:creationId xmlns:a16="http://schemas.microsoft.com/office/drawing/2014/main" id="{54DA7445-9445-7A53-EA73-2D5505C604CB}"/>
                </a:ext>
              </a:extLst>
            </p:cNvPr>
            <p:cNvSpPr/>
            <p:nvPr/>
          </p:nvSpPr>
          <p:spPr>
            <a:xfrm>
              <a:off x="3796891" y="2124837"/>
              <a:ext cx="90636" cy="142925"/>
            </a:xfrm>
            <a:prstGeom prst="rightArrow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46" name="Tekstfelt 45">
            <a:extLst>
              <a:ext uri="{FF2B5EF4-FFF2-40B4-BE49-F238E27FC236}">
                <a16:creationId xmlns:a16="http://schemas.microsoft.com/office/drawing/2014/main" id="{B7A3AF03-D661-E533-0528-6AB5BF413612}"/>
              </a:ext>
            </a:extLst>
          </p:cNvPr>
          <p:cNvSpPr txBox="1"/>
          <p:nvPr/>
        </p:nvSpPr>
        <p:spPr>
          <a:xfrm>
            <a:off x="10438036" y="1412385"/>
            <a:ext cx="11173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E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27 V</a:t>
            </a:r>
          </a:p>
          <a:p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1 Ω</a:t>
            </a:r>
          </a:p>
          <a:p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E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24V</a:t>
            </a:r>
          </a:p>
          <a:p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2 Ω</a:t>
            </a:r>
          </a:p>
          <a:p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R = 8 Ω</a:t>
            </a:r>
          </a:p>
        </p:txBody>
      </p:sp>
      <p:sp>
        <p:nvSpPr>
          <p:cNvPr id="47" name="Tekstfelt 46">
            <a:extLst>
              <a:ext uri="{FF2B5EF4-FFF2-40B4-BE49-F238E27FC236}">
                <a16:creationId xmlns:a16="http://schemas.microsoft.com/office/drawing/2014/main" id="{AA232AC4-E115-0C91-E4BC-431915E5B46C}"/>
              </a:ext>
            </a:extLst>
          </p:cNvPr>
          <p:cNvSpPr txBox="1"/>
          <p:nvPr/>
        </p:nvSpPr>
        <p:spPr>
          <a:xfrm>
            <a:off x="638910" y="1432963"/>
            <a:ext cx="8770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Vi fortsætter med kredsløb nr. 2, og anvender de samme værdier indsat her ved siden af   </a:t>
            </a:r>
          </a:p>
        </p:txBody>
      </p:sp>
      <p:sp>
        <p:nvSpPr>
          <p:cNvPr id="48" name="Tekstfelt 47">
            <a:extLst>
              <a:ext uri="{FF2B5EF4-FFF2-40B4-BE49-F238E27FC236}">
                <a16:creationId xmlns:a16="http://schemas.microsoft.com/office/drawing/2014/main" id="{4DAE80A3-36E4-B6E5-498A-B9E79D068F04}"/>
              </a:ext>
            </a:extLst>
          </p:cNvPr>
          <p:cNvSpPr txBox="1"/>
          <p:nvPr/>
        </p:nvSpPr>
        <p:spPr>
          <a:xfrm>
            <a:off x="6637973" y="3506722"/>
            <a:ext cx="2217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E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R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‧ I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+ R ‧ I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⇒</a:t>
            </a:r>
            <a:endParaRPr lang="da-DK" i="1" baseline="-25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9" name="Tekstfelt 48">
            <a:extLst>
              <a:ext uri="{FF2B5EF4-FFF2-40B4-BE49-F238E27FC236}">
                <a16:creationId xmlns:a16="http://schemas.microsoft.com/office/drawing/2014/main" id="{E2B6D160-5C39-AAFA-587E-CC9147EF609D}"/>
              </a:ext>
            </a:extLst>
          </p:cNvPr>
          <p:cNvSpPr txBox="1"/>
          <p:nvPr/>
        </p:nvSpPr>
        <p:spPr>
          <a:xfrm>
            <a:off x="6637973" y="3024431"/>
            <a:ext cx="1234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Kredsløb 2:</a:t>
            </a:r>
          </a:p>
        </p:txBody>
      </p:sp>
      <p:sp>
        <p:nvSpPr>
          <p:cNvPr id="50" name="Tekstfelt 49">
            <a:extLst>
              <a:ext uri="{FF2B5EF4-FFF2-40B4-BE49-F238E27FC236}">
                <a16:creationId xmlns:a16="http://schemas.microsoft.com/office/drawing/2014/main" id="{237BE1B2-49FB-6440-4750-DE8B6D42E9E9}"/>
              </a:ext>
            </a:extLst>
          </p:cNvPr>
          <p:cNvSpPr txBox="1"/>
          <p:nvPr/>
        </p:nvSpPr>
        <p:spPr>
          <a:xfrm>
            <a:off x="6637973" y="3989013"/>
            <a:ext cx="2193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24 = 2 ‧ I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+ 8 ‧ I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⇒ </a:t>
            </a:r>
          </a:p>
        </p:txBody>
      </p:sp>
      <p:sp>
        <p:nvSpPr>
          <p:cNvPr id="53" name="Tekstfelt 52">
            <a:extLst>
              <a:ext uri="{FF2B5EF4-FFF2-40B4-BE49-F238E27FC236}">
                <a16:creationId xmlns:a16="http://schemas.microsoft.com/office/drawing/2014/main" id="{9BAD57ED-3191-BDBC-1F96-AD0DC9085B7E}"/>
              </a:ext>
            </a:extLst>
          </p:cNvPr>
          <p:cNvSpPr txBox="1"/>
          <p:nvPr/>
        </p:nvSpPr>
        <p:spPr>
          <a:xfrm>
            <a:off x="9136186" y="3039587"/>
            <a:ext cx="1234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Kredsløb 1:</a:t>
            </a:r>
          </a:p>
        </p:txBody>
      </p:sp>
      <p:sp>
        <p:nvSpPr>
          <p:cNvPr id="55" name="Tekstfelt 54">
            <a:extLst>
              <a:ext uri="{FF2B5EF4-FFF2-40B4-BE49-F238E27FC236}">
                <a16:creationId xmlns:a16="http://schemas.microsoft.com/office/drawing/2014/main" id="{34237573-B33A-3C9E-D2FC-363654BB4E08}"/>
              </a:ext>
            </a:extLst>
          </p:cNvPr>
          <p:cNvSpPr txBox="1"/>
          <p:nvPr/>
        </p:nvSpPr>
        <p:spPr>
          <a:xfrm>
            <a:off x="9127329" y="3506722"/>
            <a:ext cx="1388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I = 2 ‧ I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+3 </a:t>
            </a:r>
          </a:p>
        </p:txBody>
      </p:sp>
      <p:sp>
        <p:nvSpPr>
          <p:cNvPr id="56" name="Tekstfelt 55">
            <a:extLst>
              <a:ext uri="{FF2B5EF4-FFF2-40B4-BE49-F238E27FC236}">
                <a16:creationId xmlns:a16="http://schemas.microsoft.com/office/drawing/2014/main" id="{CAF4BD6C-7F4C-33BE-D42F-7DCBD3A7CF78}"/>
              </a:ext>
            </a:extLst>
          </p:cNvPr>
          <p:cNvSpPr txBox="1"/>
          <p:nvPr/>
        </p:nvSpPr>
        <p:spPr>
          <a:xfrm>
            <a:off x="6096000" y="4732540"/>
            <a:ext cx="56808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Vi kan allerede nu se at vi ender med at have 3 ubekendte,</a:t>
            </a:r>
          </a:p>
          <a:p>
            <a:r>
              <a:rPr lang="da-DK" dirty="0"/>
              <a:t>og det gider vi ikke, så det arbejder vi så lidt videre med.</a:t>
            </a:r>
          </a:p>
        </p:txBody>
      </p:sp>
      <p:grpSp>
        <p:nvGrpSpPr>
          <p:cNvPr id="61" name="Gruppe 60">
            <a:extLst>
              <a:ext uri="{FF2B5EF4-FFF2-40B4-BE49-F238E27FC236}">
                <a16:creationId xmlns:a16="http://schemas.microsoft.com/office/drawing/2014/main" id="{0E68AF2D-4AB1-42D3-F452-994864113A12}"/>
              </a:ext>
            </a:extLst>
          </p:cNvPr>
          <p:cNvGrpSpPr/>
          <p:nvPr/>
        </p:nvGrpSpPr>
        <p:grpSpPr>
          <a:xfrm>
            <a:off x="6561030" y="2136189"/>
            <a:ext cx="2487297" cy="667307"/>
            <a:chOff x="6561030" y="2136189"/>
            <a:chExt cx="2487297" cy="667307"/>
          </a:xfrm>
        </p:grpSpPr>
        <p:sp>
          <p:nvSpPr>
            <p:cNvPr id="62" name="Tekstfelt 61">
              <a:extLst>
                <a:ext uri="{FF2B5EF4-FFF2-40B4-BE49-F238E27FC236}">
                  <a16:creationId xmlns:a16="http://schemas.microsoft.com/office/drawing/2014/main" id="{6C6B5B0F-28CA-D455-D9C8-CA05D79B9987}"/>
                </a:ext>
              </a:extLst>
            </p:cNvPr>
            <p:cNvSpPr txBox="1"/>
            <p:nvPr/>
          </p:nvSpPr>
          <p:spPr>
            <a:xfrm>
              <a:off x="6561030" y="2434164"/>
              <a:ext cx="248729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a-DK" b="0" i="1" dirty="0">
                  <a:solidFill>
                    <a:srgbClr val="202122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rPr>
                <a:t>2. Lov: </a:t>
              </a:r>
              <a:r>
                <a:rPr lang="el-GR" b="0" i="1" dirty="0">
                  <a:solidFill>
                    <a:srgbClr val="202122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rPr>
                <a:t>Σ</a:t>
              </a:r>
              <a:r>
                <a:rPr lang="da-DK" i="1" dirty="0">
                  <a:solidFill>
                    <a:srgbClr val="202122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E</a:t>
              </a:r>
              <a:r>
                <a:rPr lang="da-DK" b="0" i="1" dirty="0">
                  <a:solidFill>
                    <a:srgbClr val="202122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rPr>
                <a:t> = </a:t>
              </a:r>
              <a:r>
                <a:rPr lang="el-GR" b="0" i="1" dirty="0">
                  <a:solidFill>
                    <a:srgbClr val="202122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rPr>
                <a:t>Σ</a:t>
              </a:r>
              <a:r>
                <a:rPr lang="da-DK" b="0" i="1" dirty="0">
                  <a:solidFill>
                    <a:srgbClr val="202122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rPr>
                <a:t> (I </a:t>
              </a:r>
              <a:r>
                <a:rPr lang="da-DK" i="1" dirty="0">
                  <a:solidFill>
                    <a:srgbClr val="202122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‧ R)</a:t>
              </a:r>
              <a:endParaRPr lang="da-DK" i="1" dirty="0"/>
            </a:p>
          </p:txBody>
        </p:sp>
        <p:sp>
          <p:nvSpPr>
            <p:cNvPr id="63" name="Tekstfelt 62">
              <a:extLst>
                <a:ext uri="{FF2B5EF4-FFF2-40B4-BE49-F238E27FC236}">
                  <a16:creationId xmlns:a16="http://schemas.microsoft.com/office/drawing/2014/main" id="{DA9B79AB-7B07-591C-1AD9-E0C13E68AD38}"/>
                </a:ext>
              </a:extLst>
            </p:cNvPr>
            <p:cNvSpPr txBox="1"/>
            <p:nvPr/>
          </p:nvSpPr>
          <p:spPr>
            <a:xfrm>
              <a:off x="6561031" y="2136189"/>
              <a:ext cx="219132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a-DK" b="0" i="1" dirty="0">
                  <a:solidFill>
                    <a:srgbClr val="202122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rPr>
                <a:t>1. Lov: </a:t>
              </a:r>
              <a:r>
                <a:rPr lang="el-GR" b="0" i="1" dirty="0">
                  <a:solidFill>
                    <a:srgbClr val="202122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rPr>
                <a:t>Σ</a:t>
              </a:r>
              <a:r>
                <a:rPr lang="da-DK" b="0" i="1" dirty="0">
                  <a:solidFill>
                    <a:srgbClr val="202122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rPr>
                <a:t>I = 0</a:t>
              </a:r>
              <a:endParaRPr lang="da-DK" i="1" dirty="0"/>
            </a:p>
          </p:txBody>
        </p:sp>
      </p:grpSp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D2335CE8-0F1B-DA2B-923C-D98FFAAC2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2F1D4-3560-4F40-A474-DB8BF2AE1B98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37" name="Pladsholder til sidefod 36">
            <a:extLst>
              <a:ext uri="{FF2B5EF4-FFF2-40B4-BE49-F238E27FC236}">
                <a16:creationId xmlns:a16="http://schemas.microsoft.com/office/drawing/2014/main" id="{AC0AB1AF-8999-C706-81DD-3CD5578CA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38" name="Pladsholder til slidenummer 37">
            <a:extLst>
              <a:ext uri="{FF2B5EF4-FFF2-40B4-BE49-F238E27FC236}">
                <a16:creationId xmlns:a16="http://schemas.microsoft.com/office/drawing/2014/main" id="{3D6BEFAD-D267-0902-3DD0-8EEF8835ED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2A73C88-35DB-432F-9FBF-AA3A20422821}" type="slidenum">
              <a:rPr lang="da-DK" smtClean="0"/>
              <a:pPr/>
              <a:t>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64435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3" grpId="0"/>
      <p:bldP spid="55" grpId="0"/>
      <p:bldP spid="5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3C0F63BE-DC59-4846-0E2B-6DFD05525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37173"/>
            <a:ext cx="8798768" cy="575212"/>
          </a:xfrm>
        </p:spPr>
        <p:txBody>
          <a:bodyPr/>
          <a:lstStyle/>
          <a:p>
            <a:r>
              <a:rPr lang="da-DK" sz="3200" dirty="0"/>
              <a:t>Kirchhoffs love anvendt på DC kredsløb</a:t>
            </a:r>
          </a:p>
        </p:txBody>
      </p:sp>
      <p:grpSp>
        <p:nvGrpSpPr>
          <p:cNvPr id="45" name="Gruppe 44">
            <a:extLst>
              <a:ext uri="{FF2B5EF4-FFF2-40B4-BE49-F238E27FC236}">
                <a16:creationId xmlns:a16="http://schemas.microsoft.com/office/drawing/2014/main" id="{D4DE81C3-C451-3669-4036-EDB83D8C06D0}"/>
              </a:ext>
            </a:extLst>
          </p:cNvPr>
          <p:cNvGrpSpPr/>
          <p:nvPr/>
        </p:nvGrpSpPr>
        <p:grpSpPr>
          <a:xfrm>
            <a:off x="609600" y="2132856"/>
            <a:ext cx="5172894" cy="3608419"/>
            <a:chOff x="2306329" y="2124837"/>
            <a:chExt cx="5172894" cy="3608419"/>
          </a:xfrm>
        </p:grpSpPr>
        <p:sp>
          <p:nvSpPr>
            <p:cNvPr id="4" name="Rektangel 3">
              <a:extLst>
                <a:ext uri="{FF2B5EF4-FFF2-40B4-BE49-F238E27FC236}">
                  <a16:creationId xmlns:a16="http://schemas.microsoft.com/office/drawing/2014/main" id="{950E5B7E-354F-2EFD-C1FB-D53C01D3DBBA}"/>
                </a:ext>
              </a:extLst>
            </p:cNvPr>
            <p:cNvSpPr/>
            <p:nvPr/>
          </p:nvSpPr>
          <p:spPr>
            <a:xfrm>
              <a:off x="2574205" y="3857137"/>
              <a:ext cx="276836" cy="720000"/>
            </a:xfrm>
            <a:prstGeom prst="rect">
              <a:avLst/>
            </a:prstGeom>
            <a:noFill/>
            <a:ln w="38100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cxnSp>
          <p:nvCxnSpPr>
            <p:cNvPr id="5" name="Lige forbindelse 4">
              <a:extLst>
                <a:ext uri="{FF2B5EF4-FFF2-40B4-BE49-F238E27FC236}">
                  <a16:creationId xmlns:a16="http://schemas.microsoft.com/office/drawing/2014/main" id="{C3F6CB68-9BAC-3102-9AD8-D18E367824CC}"/>
                </a:ext>
              </a:extLst>
            </p:cNvPr>
            <p:cNvCxnSpPr>
              <a:cxnSpLocks/>
            </p:cNvCxnSpPr>
            <p:nvPr/>
          </p:nvCxnSpPr>
          <p:spPr>
            <a:xfrm>
              <a:off x="2574205" y="3427769"/>
              <a:ext cx="275837" cy="0"/>
            </a:xfrm>
            <a:prstGeom prst="line">
              <a:avLst/>
            </a:prstGeom>
            <a:ln w="25400"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Lige forbindelse 5">
              <a:extLst>
                <a:ext uri="{FF2B5EF4-FFF2-40B4-BE49-F238E27FC236}">
                  <a16:creationId xmlns:a16="http://schemas.microsoft.com/office/drawing/2014/main" id="{504BA105-7D3E-4E41-D76B-8C20D331A48B}"/>
                </a:ext>
              </a:extLst>
            </p:cNvPr>
            <p:cNvCxnSpPr>
              <a:cxnSpLocks/>
            </p:cNvCxnSpPr>
            <p:nvPr/>
          </p:nvCxnSpPr>
          <p:spPr>
            <a:xfrm>
              <a:off x="2495600" y="3350890"/>
              <a:ext cx="432048" cy="0"/>
            </a:xfrm>
            <a:prstGeom prst="line">
              <a:avLst/>
            </a:prstGeom>
            <a:ln w="38100"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ktangel 6">
              <a:extLst>
                <a:ext uri="{FF2B5EF4-FFF2-40B4-BE49-F238E27FC236}">
                  <a16:creationId xmlns:a16="http://schemas.microsoft.com/office/drawing/2014/main" id="{7D240582-6EF4-0195-8103-57C50B10C506}"/>
                </a:ext>
              </a:extLst>
            </p:cNvPr>
            <p:cNvSpPr/>
            <p:nvPr/>
          </p:nvSpPr>
          <p:spPr>
            <a:xfrm>
              <a:off x="4733446" y="3853240"/>
              <a:ext cx="276836" cy="73341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cxnSp>
          <p:nvCxnSpPr>
            <p:cNvPr id="8" name="Lige forbindelse 7">
              <a:extLst>
                <a:ext uri="{FF2B5EF4-FFF2-40B4-BE49-F238E27FC236}">
                  <a16:creationId xmlns:a16="http://schemas.microsoft.com/office/drawing/2014/main" id="{1732C57E-A00F-39AA-5A8B-80EC4FF724E0}"/>
                </a:ext>
              </a:extLst>
            </p:cNvPr>
            <p:cNvCxnSpPr>
              <a:cxnSpLocks/>
            </p:cNvCxnSpPr>
            <p:nvPr/>
          </p:nvCxnSpPr>
          <p:spPr>
            <a:xfrm>
              <a:off x="4734445" y="3422898"/>
              <a:ext cx="27583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Lige forbindelse 8">
              <a:extLst>
                <a:ext uri="{FF2B5EF4-FFF2-40B4-BE49-F238E27FC236}">
                  <a16:creationId xmlns:a16="http://schemas.microsoft.com/office/drawing/2014/main" id="{983CCDDA-B9E4-EBD9-CA09-AADDF23D6625}"/>
                </a:ext>
              </a:extLst>
            </p:cNvPr>
            <p:cNvCxnSpPr>
              <a:cxnSpLocks/>
            </p:cNvCxnSpPr>
            <p:nvPr/>
          </p:nvCxnSpPr>
          <p:spPr>
            <a:xfrm>
              <a:off x="4661438" y="3350890"/>
              <a:ext cx="43204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ktangel 9">
              <a:extLst>
                <a:ext uri="{FF2B5EF4-FFF2-40B4-BE49-F238E27FC236}">
                  <a16:creationId xmlns:a16="http://schemas.microsoft.com/office/drawing/2014/main" id="{C72B0D70-878D-49D9-1045-BE5BFA1D951F}"/>
                </a:ext>
              </a:extLst>
            </p:cNvPr>
            <p:cNvSpPr/>
            <p:nvPr/>
          </p:nvSpPr>
          <p:spPr>
            <a:xfrm>
              <a:off x="6892687" y="3853240"/>
              <a:ext cx="276836" cy="71081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cxnSp>
          <p:nvCxnSpPr>
            <p:cNvPr id="11" name="Lige forbindelse 10">
              <a:extLst>
                <a:ext uri="{FF2B5EF4-FFF2-40B4-BE49-F238E27FC236}">
                  <a16:creationId xmlns:a16="http://schemas.microsoft.com/office/drawing/2014/main" id="{53E82761-139D-F7FD-74BA-F4AFF9F171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17222" y="2204864"/>
              <a:ext cx="0" cy="1146026"/>
            </a:xfrm>
            <a:prstGeom prst="line">
              <a:avLst/>
            </a:prstGeom>
            <a:ln w="25400"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Lige forbindelse 11">
              <a:extLst>
                <a:ext uri="{FF2B5EF4-FFF2-40B4-BE49-F238E27FC236}">
                  <a16:creationId xmlns:a16="http://schemas.microsoft.com/office/drawing/2014/main" id="{73988AA8-B006-F1F5-FF93-2744395FB00D}"/>
                </a:ext>
              </a:extLst>
            </p:cNvPr>
            <p:cNvCxnSpPr>
              <a:endCxn id="10" idx="0"/>
            </p:cNvCxnSpPr>
            <p:nvPr/>
          </p:nvCxnSpPr>
          <p:spPr>
            <a:xfrm flipH="1">
              <a:off x="7031105" y="2204864"/>
              <a:ext cx="6597" cy="16483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Lige forbindelse 12">
              <a:extLst>
                <a:ext uri="{FF2B5EF4-FFF2-40B4-BE49-F238E27FC236}">
                  <a16:creationId xmlns:a16="http://schemas.microsoft.com/office/drawing/2014/main" id="{A7D82569-50D4-9F44-4F7B-E0519F9A90F7}"/>
                </a:ext>
              </a:extLst>
            </p:cNvPr>
            <p:cNvCxnSpPr/>
            <p:nvPr/>
          </p:nvCxnSpPr>
          <p:spPr>
            <a:xfrm>
              <a:off x="4877462" y="2204864"/>
              <a:ext cx="0" cy="114602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Lige forbindelse 13">
              <a:extLst>
                <a:ext uri="{FF2B5EF4-FFF2-40B4-BE49-F238E27FC236}">
                  <a16:creationId xmlns:a16="http://schemas.microsoft.com/office/drawing/2014/main" id="{A1F43AA0-91F6-8C09-6B2B-ECDD97808BC7}"/>
                </a:ext>
              </a:extLst>
            </p:cNvPr>
            <p:cNvCxnSpPr>
              <a:cxnSpLocks/>
              <a:stCxn id="4" idx="2"/>
            </p:cNvCxnSpPr>
            <p:nvPr/>
          </p:nvCxnSpPr>
          <p:spPr>
            <a:xfrm flipH="1">
              <a:off x="2711624" y="4577137"/>
              <a:ext cx="999" cy="1156119"/>
            </a:xfrm>
            <a:prstGeom prst="line">
              <a:avLst/>
            </a:prstGeom>
            <a:ln w="25400"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Lige forbindelse 14">
              <a:extLst>
                <a:ext uri="{FF2B5EF4-FFF2-40B4-BE49-F238E27FC236}">
                  <a16:creationId xmlns:a16="http://schemas.microsoft.com/office/drawing/2014/main" id="{72AEF1DB-4BCC-6939-A2F8-749F87B8B71F}"/>
                </a:ext>
              </a:extLst>
            </p:cNvPr>
            <p:cNvCxnSpPr>
              <a:cxnSpLocks/>
              <a:endCxn id="10" idx="2"/>
            </p:cNvCxnSpPr>
            <p:nvPr/>
          </p:nvCxnSpPr>
          <p:spPr>
            <a:xfrm flipV="1">
              <a:off x="7031105" y="4564055"/>
              <a:ext cx="0" cy="116920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Lige forbindelse 15">
              <a:extLst>
                <a:ext uri="{FF2B5EF4-FFF2-40B4-BE49-F238E27FC236}">
                  <a16:creationId xmlns:a16="http://schemas.microsoft.com/office/drawing/2014/main" id="{7BE4DFE2-B729-D885-3FA5-5BC6D40E151F}"/>
                </a:ext>
              </a:extLst>
            </p:cNvPr>
            <p:cNvCxnSpPr>
              <a:cxnSpLocks/>
              <a:endCxn id="7" idx="2"/>
            </p:cNvCxnSpPr>
            <p:nvPr/>
          </p:nvCxnSpPr>
          <p:spPr>
            <a:xfrm flipV="1">
              <a:off x="4871864" y="4586657"/>
              <a:ext cx="0" cy="114659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Bue 16">
              <a:extLst>
                <a:ext uri="{FF2B5EF4-FFF2-40B4-BE49-F238E27FC236}">
                  <a16:creationId xmlns:a16="http://schemas.microsoft.com/office/drawing/2014/main" id="{EDF07D4C-5FBB-990E-2060-F39C33B1DF2C}"/>
                </a:ext>
              </a:extLst>
            </p:cNvPr>
            <p:cNvSpPr/>
            <p:nvPr/>
          </p:nvSpPr>
          <p:spPr>
            <a:xfrm rot="10800000">
              <a:off x="3282116" y="2528900"/>
              <a:ext cx="1078121" cy="2880320"/>
            </a:xfrm>
            <a:prstGeom prst="arc">
              <a:avLst>
                <a:gd name="adj1" fmla="val 2854749"/>
                <a:gd name="adj2" fmla="val 19181829"/>
              </a:avLst>
            </a:prstGeom>
            <a:ln w="25400">
              <a:solidFill>
                <a:schemeClr val="tx1">
                  <a:alpha val="5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18" name="Tekstfelt 17">
              <a:extLst>
                <a:ext uri="{FF2B5EF4-FFF2-40B4-BE49-F238E27FC236}">
                  <a16:creationId xmlns:a16="http://schemas.microsoft.com/office/drawing/2014/main" id="{CFAF3266-024D-D30A-DED3-68262D742B5B}"/>
                </a:ext>
              </a:extLst>
            </p:cNvPr>
            <p:cNvSpPr txBox="1"/>
            <p:nvPr/>
          </p:nvSpPr>
          <p:spPr>
            <a:xfrm>
              <a:off x="3631225" y="3802655"/>
              <a:ext cx="26449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a-DK" dirty="0">
                  <a:solidFill>
                    <a:schemeClr val="bg1">
                      <a:lumMod val="50000"/>
                    </a:schemeClr>
                  </a:solidFill>
                </a:rPr>
                <a:t>1</a:t>
              </a:r>
            </a:p>
          </p:txBody>
        </p:sp>
        <p:sp>
          <p:nvSpPr>
            <p:cNvPr id="19" name="Bue 18">
              <a:extLst>
                <a:ext uri="{FF2B5EF4-FFF2-40B4-BE49-F238E27FC236}">
                  <a16:creationId xmlns:a16="http://schemas.microsoft.com/office/drawing/2014/main" id="{1CB28532-AA03-4C6C-85DC-12D3411629FB}"/>
                </a:ext>
              </a:extLst>
            </p:cNvPr>
            <p:cNvSpPr/>
            <p:nvPr/>
          </p:nvSpPr>
          <p:spPr>
            <a:xfrm rot="10800000">
              <a:off x="5442355" y="2504399"/>
              <a:ext cx="1078121" cy="2880320"/>
            </a:xfrm>
            <a:prstGeom prst="arc">
              <a:avLst>
                <a:gd name="adj1" fmla="val 2854749"/>
                <a:gd name="adj2" fmla="val 19181829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20" name="Tekstfelt 19">
              <a:extLst>
                <a:ext uri="{FF2B5EF4-FFF2-40B4-BE49-F238E27FC236}">
                  <a16:creationId xmlns:a16="http://schemas.microsoft.com/office/drawing/2014/main" id="{A781F6C7-3BC5-4B83-AEC6-14DF3D5AC585}"/>
                </a:ext>
              </a:extLst>
            </p:cNvPr>
            <p:cNvSpPr txBox="1"/>
            <p:nvPr/>
          </p:nvSpPr>
          <p:spPr>
            <a:xfrm>
              <a:off x="5791464" y="3778154"/>
              <a:ext cx="26449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a-DK" dirty="0"/>
                <a:t>2</a:t>
              </a:r>
            </a:p>
          </p:txBody>
        </p:sp>
        <p:sp>
          <p:nvSpPr>
            <p:cNvPr id="21" name="Tekstfelt 20">
              <a:extLst>
                <a:ext uri="{FF2B5EF4-FFF2-40B4-BE49-F238E27FC236}">
                  <a16:creationId xmlns:a16="http://schemas.microsoft.com/office/drawing/2014/main" id="{DC94B183-AD69-33AA-0D72-366CD6709CC8}"/>
                </a:ext>
              </a:extLst>
            </p:cNvPr>
            <p:cNvSpPr txBox="1"/>
            <p:nvPr/>
          </p:nvSpPr>
          <p:spPr>
            <a:xfrm>
              <a:off x="4905774" y="2940850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E</a:t>
              </a:r>
              <a:r>
                <a:rPr lang="da-DK" baseline="-25000" dirty="0"/>
                <a:t>2</a:t>
              </a:r>
              <a:endParaRPr lang="da-DK" dirty="0"/>
            </a:p>
          </p:txBody>
        </p:sp>
        <p:sp>
          <p:nvSpPr>
            <p:cNvPr id="22" name="Tekstfelt 21">
              <a:extLst>
                <a:ext uri="{FF2B5EF4-FFF2-40B4-BE49-F238E27FC236}">
                  <a16:creationId xmlns:a16="http://schemas.microsoft.com/office/drawing/2014/main" id="{D6BF80B2-32DC-BC1C-EE41-AEBAFC1B3025}"/>
                </a:ext>
              </a:extLst>
            </p:cNvPr>
            <p:cNvSpPr txBox="1"/>
            <p:nvPr/>
          </p:nvSpPr>
          <p:spPr>
            <a:xfrm>
              <a:off x="2745270" y="2943295"/>
              <a:ext cx="37542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da-DK" dirty="0">
                  <a:solidFill>
                    <a:schemeClr val="bg1">
                      <a:lumMod val="50000"/>
                    </a:schemeClr>
                  </a:solidFill>
                </a:rPr>
                <a:t>E</a:t>
              </a:r>
              <a:r>
                <a:rPr lang="da-DK" baseline="-25000" dirty="0">
                  <a:solidFill>
                    <a:schemeClr val="bg1">
                      <a:lumMod val="50000"/>
                    </a:schemeClr>
                  </a:solidFill>
                </a:rPr>
                <a:t>1</a:t>
              </a:r>
              <a:endParaRPr lang="da-DK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3" name="Tekstfelt 22">
              <a:extLst>
                <a:ext uri="{FF2B5EF4-FFF2-40B4-BE49-F238E27FC236}">
                  <a16:creationId xmlns:a16="http://schemas.microsoft.com/office/drawing/2014/main" id="{AB8475F9-BDDD-1AC2-3DAD-C5989B6870EE}"/>
                </a:ext>
              </a:extLst>
            </p:cNvPr>
            <p:cNvSpPr txBox="1"/>
            <p:nvPr/>
          </p:nvSpPr>
          <p:spPr>
            <a:xfrm>
              <a:off x="7169523" y="4012122"/>
              <a:ext cx="3097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da-DK" dirty="0"/>
                <a:t>R</a:t>
              </a:r>
            </a:p>
          </p:txBody>
        </p:sp>
        <p:sp>
          <p:nvSpPr>
            <p:cNvPr id="24" name="Tekstfelt 23">
              <a:extLst>
                <a:ext uri="{FF2B5EF4-FFF2-40B4-BE49-F238E27FC236}">
                  <a16:creationId xmlns:a16="http://schemas.microsoft.com/office/drawing/2014/main" id="{99653476-79DF-2FC0-864D-B31FA700E3DD}"/>
                </a:ext>
              </a:extLst>
            </p:cNvPr>
            <p:cNvSpPr txBox="1"/>
            <p:nvPr/>
          </p:nvSpPr>
          <p:spPr>
            <a:xfrm>
              <a:off x="4967803" y="4032471"/>
              <a:ext cx="3882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R</a:t>
              </a:r>
              <a:r>
                <a:rPr lang="da-DK" baseline="-25000" dirty="0"/>
                <a:t>2</a:t>
              </a:r>
            </a:p>
          </p:txBody>
        </p:sp>
        <p:sp>
          <p:nvSpPr>
            <p:cNvPr id="25" name="Tekstfelt 24">
              <a:extLst>
                <a:ext uri="{FF2B5EF4-FFF2-40B4-BE49-F238E27FC236}">
                  <a16:creationId xmlns:a16="http://schemas.microsoft.com/office/drawing/2014/main" id="{00C7B8EC-4785-6979-0973-9423153BB666}"/>
                </a:ext>
              </a:extLst>
            </p:cNvPr>
            <p:cNvSpPr txBox="1"/>
            <p:nvPr/>
          </p:nvSpPr>
          <p:spPr>
            <a:xfrm>
              <a:off x="2809159" y="4032511"/>
              <a:ext cx="38824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da-DK" dirty="0">
                  <a:solidFill>
                    <a:schemeClr val="bg1">
                      <a:lumMod val="50000"/>
                    </a:schemeClr>
                  </a:solidFill>
                </a:rPr>
                <a:t>R</a:t>
              </a:r>
              <a:r>
                <a:rPr lang="da-DK" baseline="-25000" dirty="0">
                  <a:solidFill>
                    <a:schemeClr val="bg1">
                      <a:lumMod val="50000"/>
                    </a:schemeClr>
                  </a:solidFill>
                </a:rPr>
                <a:t>1</a:t>
              </a:r>
              <a:endParaRPr lang="da-DK" baseline="30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6" name="Tekstfelt 25">
              <a:extLst>
                <a:ext uri="{FF2B5EF4-FFF2-40B4-BE49-F238E27FC236}">
                  <a16:creationId xmlns:a16="http://schemas.microsoft.com/office/drawing/2014/main" id="{EA661D66-B380-D519-7F36-2A6A1C1F5723}"/>
                </a:ext>
              </a:extLst>
            </p:cNvPr>
            <p:cNvSpPr txBox="1"/>
            <p:nvPr/>
          </p:nvSpPr>
          <p:spPr>
            <a:xfrm>
              <a:off x="2306329" y="3029052"/>
              <a:ext cx="300082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da-DK" dirty="0">
                  <a:solidFill>
                    <a:schemeClr val="bg1">
                      <a:lumMod val="50000"/>
                    </a:schemeClr>
                  </a:solidFill>
                </a:rPr>
                <a:t>+</a:t>
              </a:r>
            </a:p>
            <a:p>
              <a:pPr algn="ctr"/>
              <a:r>
                <a:rPr lang="da-DK" dirty="0">
                  <a:solidFill>
                    <a:schemeClr val="bg1">
                      <a:lumMod val="50000"/>
                    </a:schemeClr>
                  </a:solidFill>
                </a:rPr>
                <a:t>-</a:t>
              </a:r>
            </a:p>
          </p:txBody>
        </p:sp>
        <p:sp>
          <p:nvSpPr>
            <p:cNvPr id="27" name="Tekstfelt 26">
              <a:extLst>
                <a:ext uri="{FF2B5EF4-FFF2-40B4-BE49-F238E27FC236}">
                  <a16:creationId xmlns:a16="http://schemas.microsoft.com/office/drawing/2014/main" id="{B8B8C44C-1BEA-4960-F9B3-98F2E9DE816E}"/>
                </a:ext>
              </a:extLst>
            </p:cNvPr>
            <p:cNvSpPr txBox="1"/>
            <p:nvPr/>
          </p:nvSpPr>
          <p:spPr>
            <a:xfrm>
              <a:off x="4472107" y="3044891"/>
              <a:ext cx="30008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a-DK" dirty="0"/>
                <a:t>+</a:t>
              </a:r>
            </a:p>
            <a:p>
              <a:pPr algn="ctr"/>
              <a:r>
                <a:rPr lang="da-DK" dirty="0"/>
                <a:t>-</a:t>
              </a:r>
            </a:p>
          </p:txBody>
        </p:sp>
        <p:cxnSp>
          <p:nvCxnSpPr>
            <p:cNvPr id="28" name="Lige forbindelse 27">
              <a:extLst>
                <a:ext uri="{FF2B5EF4-FFF2-40B4-BE49-F238E27FC236}">
                  <a16:creationId xmlns:a16="http://schemas.microsoft.com/office/drawing/2014/main" id="{A8ED624C-900F-C658-71E5-E8CF5AFC47A6}"/>
                </a:ext>
              </a:extLst>
            </p:cNvPr>
            <p:cNvCxnSpPr>
              <a:cxnSpLocks/>
            </p:cNvCxnSpPr>
            <p:nvPr/>
          </p:nvCxnSpPr>
          <p:spPr>
            <a:xfrm>
              <a:off x="2711624" y="2204864"/>
              <a:ext cx="2160240" cy="0"/>
            </a:xfrm>
            <a:prstGeom prst="line">
              <a:avLst/>
            </a:prstGeom>
            <a:ln w="25400"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Lige forbindelse 28">
              <a:extLst>
                <a:ext uri="{FF2B5EF4-FFF2-40B4-BE49-F238E27FC236}">
                  <a16:creationId xmlns:a16="http://schemas.microsoft.com/office/drawing/2014/main" id="{01AC0ACB-B917-BF5C-9105-94FEEBF2FFDC}"/>
                </a:ext>
              </a:extLst>
            </p:cNvPr>
            <p:cNvCxnSpPr/>
            <p:nvPr/>
          </p:nvCxnSpPr>
          <p:spPr>
            <a:xfrm>
              <a:off x="4871864" y="2204864"/>
              <a:ext cx="216583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Lige forbindelse 29">
              <a:extLst>
                <a:ext uri="{FF2B5EF4-FFF2-40B4-BE49-F238E27FC236}">
                  <a16:creationId xmlns:a16="http://schemas.microsoft.com/office/drawing/2014/main" id="{6F0B11CE-4C71-545B-6928-4D3FDAE1A04A}"/>
                </a:ext>
              </a:extLst>
            </p:cNvPr>
            <p:cNvCxnSpPr>
              <a:cxnSpLocks/>
            </p:cNvCxnSpPr>
            <p:nvPr/>
          </p:nvCxnSpPr>
          <p:spPr>
            <a:xfrm>
              <a:off x="2711624" y="5733256"/>
              <a:ext cx="2165616" cy="0"/>
            </a:xfrm>
            <a:prstGeom prst="line">
              <a:avLst/>
            </a:prstGeom>
            <a:ln w="25400"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Lige forbindelse 30">
              <a:extLst>
                <a:ext uri="{FF2B5EF4-FFF2-40B4-BE49-F238E27FC236}">
                  <a16:creationId xmlns:a16="http://schemas.microsoft.com/office/drawing/2014/main" id="{19BE2AAE-91D7-C909-2406-9EC1E18C4357}"/>
                </a:ext>
              </a:extLst>
            </p:cNvPr>
            <p:cNvCxnSpPr/>
            <p:nvPr/>
          </p:nvCxnSpPr>
          <p:spPr>
            <a:xfrm>
              <a:off x="4877240" y="5733256"/>
              <a:ext cx="216583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Lige forbindelse 31">
              <a:extLst>
                <a:ext uri="{FF2B5EF4-FFF2-40B4-BE49-F238E27FC236}">
                  <a16:creationId xmlns:a16="http://schemas.microsoft.com/office/drawing/2014/main" id="{70FE8D52-4B13-279B-440E-816EDF74DF1A}"/>
                </a:ext>
              </a:extLst>
            </p:cNvPr>
            <p:cNvCxnSpPr/>
            <p:nvPr/>
          </p:nvCxnSpPr>
          <p:spPr>
            <a:xfrm>
              <a:off x="4868973" y="3419000"/>
              <a:ext cx="999" cy="4342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Lige forbindelse 32">
              <a:extLst>
                <a:ext uri="{FF2B5EF4-FFF2-40B4-BE49-F238E27FC236}">
                  <a16:creationId xmlns:a16="http://schemas.microsoft.com/office/drawing/2014/main" id="{34178E8F-4988-70AA-8783-7A5617C6559A}"/>
                </a:ext>
              </a:extLst>
            </p:cNvPr>
            <p:cNvCxnSpPr/>
            <p:nvPr/>
          </p:nvCxnSpPr>
          <p:spPr>
            <a:xfrm>
              <a:off x="2709733" y="3419000"/>
              <a:ext cx="999" cy="434239"/>
            </a:xfrm>
            <a:prstGeom prst="line">
              <a:avLst/>
            </a:prstGeom>
            <a:ln w="25400"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Pil: højre 34">
              <a:extLst>
                <a:ext uri="{FF2B5EF4-FFF2-40B4-BE49-F238E27FC236}">
                  <a16:creationId xmlns:a16="http://schemas.microsoft.com/office/drawing/2014/main" id="{83C1870C-02D8-3867-A4F1-1981505CC650}"/>
                </a:ext>
              </a:extLst>
            </p:cNvPr>
            <p:cNvSpPr/>
            <p:nvPr/>
          </p:nvSpPr>
          <p:spPr>
            <a:xfrm>
              <a:off x="5950533" y="2124837"/>
              <a:ext cx="90636" cy="14292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36" name="Pil: højre 35">
              <a:extLst>
                <a:ext uri="{FF2B5EF4-FFF2-40B4-BE49-F238E27FC236}">
                  <a16:creationId xmlns:a16="http://schemas.microsoft.com/office/drawing/2014/main" id="{AF5E8CD3-E3E1-127A-B19A-10CF86B94F6C}"/>
                </a:ext>
              </a:extLst>
            </p:cNvPr>
            <p:cNvSpPr/>
            <p:nvPr/>
          </p:nvSpPr>
          <p:spPr>
            <a:xfrm rot="16200000">
              <a:off x="4834040" y="2494510"/>
              <a:ext cx="90636" cy="14292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40" name="Pil: højre 39">
              <a:extLst>
                <a:ext uri="{FF2B5EF4-FFF2-40B4-BE49-F238E27FC236}">
                  <a16:creationId xmlns:a16="http://schemas.microsoft.com/office/drawing/2014/main" id="{1A6B2A16-9B71-1236-0D46-001E2D5E05AB}"/>
                </a:ext>
              </a:extLst>
            </p:cNvPr>
            <p:cNvSpPr/>
            <p:nvPr/>
          </p:nvSpPr>
          <p:spPr>
            <a:xfrm rot="16200000">
              <a:off x="2796024" y="3105278"/>
              <a:ext cx="518910" cy="64196"/>
            </a:xfrm>
            <a:prstGeom prst="rightArrow">
              <a:avLst/>
            </a:prstGeom>
            <a:solidFill>
              <a:schemeClr val="accent6">
                <a:alpha val="5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41" name="Pil: højre 40">
              <a:extLst>
                <a:ext uri="{FF2B5EF4-FFF2-40B4-BE49-F238E27FC236}">
                  <a16:creationId xmlns:a16="http://schemas.microsoft.com/office/drawing/2014/main" id="{B28C76C9-9F71-9049-1490-8CB98DAF3119}"/>
                </a:ext>
              </a:extLst>
            </p:cNvPr>
            <p:cNvSpPr/>
            <p:nvPr/>
          </p:nvSpPr>
          <p:spPr>
            <a:xfrm rot="16200000">
              <a:off x="4968177" y="3091753"/>
              <a:ext cx="518910" cy="64196"/>
            </a:xfrm>
            <a:prstGeom prst="rightArrow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42" name="Tekstfelt 41">
              <a:extLst>
                <a:ext uri="{FF2B5EF4-FFF2-40B4-BE49-F238E27FC236}">
                  <a16:creationId xmlns:a16="http://schemas.microsoft.com/office/drawing/2014/main" id="{D6CB8944-2736-7A17-E822-02304817A8F3}"/>
                </a:ext>
              </a:extLst>
            </p:cNvPr>
            <p:cNvSpPr txBox="1"/>
            <p:nvPr/>
          </p:nvSpPr>
          <p:spPr>
            <a:xfrm>
              <a:off x="3604631" y="2133812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>
                  <a:solidFill>
                    <a:schemeClr val="bg1">
                      <a:lumMod val="50000"/>
                    </a:schemeClr>
                  </a:solidFill>
                </a:rPr>
                <a:t>I</a:t>
              </a:r>
            </a:p>
          </p:txBody>
        </p:sp>
        <p:sp>
          <p:nvSpPr>
            <p:cNvPr id="43" name="Tekstfelt 42">
              <a:extLst>
                <a:ext uri="{FF2B5EF4-FFF2-40B4-BE49-F238E27FC236}">
                  <a16:creationId xmlns:a16="http://schemas.microsoft.com/office/drawing/2014/main" id="{6C83D44D-03E3-F889-8B2E-CB6C450E0453}"/>
                </a:ext>
              </a:extLst>
            </p:cNvPr>
            <p:cNvSpPr txBox="1"/>
            <p:nvPr/>
          </p:nvSpPr>
          <p:spPr>
            <a:xfrm>
              <a:off x="4529750" y="2339008"/>
              <a:ext cx="4852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/>
                <a:t>I</a:t>
              </a:r>
              <a:r>
                <a:rPr lang="da-DK" baseline="-25000" dirty="0"/>
                <a:t>1</a:t>
              </a:r>
            </a:p>
          </p:txBody>
        </p:sp>
        <p:sp>
          <p:nvSpPr>
            <p:cNvPr id="44" name="Tekstfelt 43">
              <a:extLst>
                <a:ext uri="{FF2B5EF4-FFF2-40B4-BE49-F238E27FC236}">
                  <a16:creationId xmlns:a16="http://schemas.microsoft.com/office/drawing/2014/main" id="{1B0C885D-06DD-12E4-B3C1-4BDEE250C53A}"/>
                </a:ext>
              </a:extLst>
            </p:cNvPr>
            <p:cNvSpPr txBox="1"/>
            <p:nvPr/>
          </p:nvSpPr>
          <p:spPr>
            <a:xfrm>
              <a:off x="5759114" y="2132461"/>
              <a:ext cx="3209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I</a:t>
              </a:r>
              <a:r>
                <a:rPr lang="da-DK" baseline="-25000" dirty="0"/>
                <a:t>2</a:t>
              </a:r>
            </a:p>
          </p:txBody>
        </p:sp>
        <p:sp>
          <p:nvSpPr>
            <p:cNvPr id="34" name="Pil: højre 33">
              <a:extLst>
                <a:ext uri="{FF2B5EF4-FFF2-40B4-BE49-F238E27FC236}">
                  <a16:creationId xmlns:a16="http://schemas.microsoft.com/office/drawing/2014/main" id="{54DA7445-9445-7A53-EA73-2D5505C604CB}"/>
                </a:ext>
              </a:extLst>
            </p:cNvPr>
            <p:cNvSpPr/>
            <p:nvPr/>
          </p:nvSpPr>
          <p:spPr>
            <a:xfrm>
              <a:off x="3796891" y="2124837"/>
              <a:ext cx="90636" cy="142925"/>
            </a:xfrm>
            <a:prstGeom prst="rightArrow">
              <a:avLst/>
            </a:prstGeom>
            <a:solidFill>
              <a:schemeClr val="accent1">
                <a:alpha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46" name="Tekstfelt 45">
            <a:extLst>
              <a:ext uri="{FF2B5EF4-FFF2-40B4-BE49-F238E27FC236}">
                <a16:creationId xmlns:a16="http://schemas.microsoft.com/office/drawing/2014/main" id="{B7A3AF03-D661-E533-0528-6AB5BF413612}"/>
              </a:ext>
            </a:extLst>
          </p:cNvPr>
          <p:cNvSpPr txBox="1"/>
          <p:nvPr/>
        </p:nvSpPr>
        <p:spPr>
          <a:xfrm>
            <a:off x="10438036" y="1412385"/>
            <a:ext cx="11173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E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27 V</a:t>
            </a:r>
          </a:p>
          <a:p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1 Ω</a:t>
            </a:r>
          </a:p>
          <a:p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E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24 V</a:t>
            </a:r>
          </a:p>
          <a:p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2 Ω</a:t>
            </a:r>
          </a:p>
          <a:p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R = 8 Ω</a:t>
            </a:r>
          </a:p>
        </p:txBody>
      </p:sp>
      <p:sp>
        <p:nvSpPr>
          <p:cNvPr id="47" name="Tekstfelt 46">
            <a:extLst>
              <a:ext uri="{FF2B5EF4-FFF2-40B4-BE49-F238E27FC236}">
                <a16:creationId xmlns:a16="http://schemas.microsoft.com/office/drawing/2014/main" id="{AA232AC4-E115-0C91-E4BC-431915E5B46C}"/>
              </a:ext>
            </a:extLst>
          </p:cNvPr>
          <p:cNvSpPr txBox="1"/>
          <p:nvPr/>
        </p:nvSpPr>
        <p:spPr>
          <a:xfrm>
            <a:off x="638910" y="1432963"/>
            <a:ext cx="88721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Som vi så på foregående slide, kørte vi lidt fast med de 3 ubekendte, så vi arbejder lidt videre </a:t>
            </a:r>
          </a:p>
          <a:p>
            <a:r>
              <a:rPr lang="da-DK" dirty="0"/>
              <a:t>med det her.  </a:t>
            </a:r>
          </a:p>
        </p:txBody>
      </p:sp>
      <p:sp>
        <p:nvSpPr>
          <p:cNvPr id="48" name="Tekstfelt 47">
            <a:extLst>
              <a:ext uri="{FF2B5EF4-FFF2-40B4-BE49-F238E27FC236}">
                <a16:creationId xmlns:a16="http://schemas.microsoft.com/office/drawing/2014/main" id="{4DAE80A3-36E4-B6E5-498A-B9E79D068F04}"/>
              </a:ext>
            </a:extLst>
          </p:cNvPr>
          <p:cNvSpPr txBox="1"/>
          <p:nvPr/>
        </p:nvSpPr>
        <p:spPr>
          <a:xfrm>
            <a:off x="6022605" y="3841200"/>
            <a:ext cx="2217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E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R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‧ I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+ R ‧ I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⇒</a:t>
            </a:r>
            <a:endParaRPr lang="da-DK" i="1" baseline="-25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9" name="Tekstfelt 48">
            <a:extLst>
              <a:ext uri="{FF2B5EF4-FFF2-40B4-BE49-F238E27FC236}">
                <a16:creationId xmlns:a16="http://schemas.microsoft.com/office/drawing/2014/main" id="{E2B6D160-5C39-AAFA-587E-CC9147EF609D}"/>
              </a:ext>
            </a:extLst>
          </p:cNvPr>
          <p:cNvSpPr txBox="1"/>
          <p:nvPr/>
        </p:nvSpPr>
        <p:spPr>
          <a:xfrm>
            <a:off x="6022605" y="3358909"/>
            <a:ext cx="3348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Og fra kredsløb 2 har vi følgende :</a:t>
            </a:r>
          </a:p>
        </p:txBody>
      </p:sp>
      <p:sp>
        <p:nvSpPr>
          <p:cNvPr id="50" name="Tekstfelt 49">
            <a:extLst>
              <a:ext uri="{FF2B5EF4-FFF2-40B4-BE49-F238E27FC236}">
                <a16:creationId xmlns:a16="http://schemas.microsoft.com/office/drawing/2014/main" id="{237BE1B2-49FB-6440-4750-DE8B6D42E9E9}"/>
              </a:ext>
            </a:extLst>
          </p:cNvPr>
          <p:cNvSpPr txBox="1"/>
          <p:nvPr/>
        </p:nvSpPr>
        <p:spPr>
          <a:xfrm>
            <a:off x="6022605" y="4323491"/>
            <a:ext cx="2193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24 = 2 ‧ I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+ 8 ‧ I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⇒ </a:t>
            </a:r>
          </a:p>
        </p:txBody>
      </p:sp>
      <p:sp>
        <p:nvSpPr>
          <p:cNvPr id="53" name="Tekstfelt 52">
            <a:extLst>
              <a:ext uri="{FF2B5EF4-FFF2-40B4-BE49-F238E27FC236}">
                <a16:creationId xmlns:a16="http://schemas.microsoft.com/office/drawing/2014/main" id="{9BAD57ED-3191-BDBC-1F96-AD0DC9085B7E}"/>
              </a:ext>
            </a:extLst>
          </p:cNvPr>
          <p:cNvSpPr txBox="1"/>
          <p:nvPr/>
        </p:nvSpPr>
        <p:spPr>
          <a:xfrm>
            <a:off x="5965030" y="2098482"/>
            <a:ext cx="2295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Fra kredsløb 1 fik vi at:</a:t>
            </a:r>
          </a:p>
        </p:txBody>
      </p:sp>
      <p:sp>
        <p:nvSpPr>
          <p:cNvPr id="55" name="Tekstfelt 54">
            <a:extLst>
              <a:ext uri="{FF2B5EF4-FFF2-40B4-BE49-F238E27FC236}">
                <a16:creationId xmlns:a16="http://schemas.microsoft.com/office/drawing/2014/main" id="{34237573-B33A-3C9E-D2FC-363654BB4E08}"/>
              </a:ext>
            </a:extLst>
          </p:cNvPr>
          <p:cNvSpPr txBox="1"/>
          <p:nvPr/>
        </p:nvSpPr>
        <p:spPr>
          <a:xfrm>
            <a:off x="5956173" y="2565617"/>
            <a:ext cx="1388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I = 2 ‧ I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+3 </a:t>
            </a:r>
          </a:p>
        </p:txBody>
      </p:sp>
      <p:sp>
        <p:nvSpPr>
          <p:cNvPr id="37" name="Tekstfelt 36">
            <a:extLst>
              <a:ext uri="{FF2B5EF4-FFF2-40B4-BE49-F238E27FC236}">
                <a16:creationId xmlns:a16="http://schemas.microsoft.com/office/drawing/2014/main" id="{CA9424B8-FD87-9A96-708C-312E477A8949}"/>
              </a:ext>
            </a:extLst>
          </p:cNvPr>
          <p:cNvSpPr txBox="1"/>
          <p:nvPr/>
        </p:nvSpPr>
        <p:spPr>
          <a:xfrm>
            <a:off x="10016490" y="3841200"/>
            <a:ext cx="1162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I + I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I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endParaRPr lang="da-DK" dirty="0"/>
          </a:p>
        </p:txBody>
      </p:sp>
      <p:sp>
        <p:nvSpPr>
          <p:cNvPr id="38" name="Tekstfelt 37">
            <a:extLst>
              <a:ext uri="{FF2B5EF4-FFF2-40B4-BE49-F238E27FC236}">
                <a16:creationId xmlns:a16="http://schemas.microsoft.com/office/drawing/2014/main" id="{7441578B-D2C0-D308-821F-38109CC4B86E}"/>
              </a:ext>
            </a:extLst>
          </p:cNvPr>
          <p:cNvSpPr txBox="1"/>
          <p:nvPr/>
        </p:nvSpPr>
        <p:spPr>
          <a:xfrm>
            <a:off x="10018944" y="3358909"/>
            <a:ext cx="1600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Vi ved også at:</a:t>
            </a:r>
          </a:p>
        </p:txBody>
      </p:sp>
      <p:sp>
        <p:nvSpPr>
          <p:cNvPr id="39" name="Tekstfelt 38">
            <a:extLst>
              <a:ext uri="{FF2B5EF4-FFF2-40B4-BE49-F238E27FC236}">
                <a16:creationId xmlns:a16="http://schemas.microsoft.com/office/drawing/2014/main" id="{429211F0-FCC5-EFC0-FFE2-B664AF1A2B5B}"/>
              </a:ext>
            </a:extLst>
          </p:cNvPr>
          <p:cNvSpPr txBox="1"/>
          <p:nvPr/>
        </p:nvSpPr>
        <p:spPr>
          <a:xfrm>
            <a:off x="6022605" y="4787342"/>
            <a:ext cx="2736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24 = 2 ‧ I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+ 8 ‧ (I + I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) ⇒ </a:t>
            </a:r>
          </a:p>
        </p:txBody>
      </p:sp>
      <p:sp>
        <p:nvSpPr>
          <p:cNvPr id="51" name="Tekstfelt 50">
            <a:extLst>
              <a:ext uri="{FF2B5EF4-FFF2-40B4-BE49-F238E27FC236}">
                <a16:creationId xmlns:a16="http://schemas.microsoft.com/office/drawing/2014/main" id="{49F374DF-E0F3-96AF-4296-4BD497F7BA74}"/>
              </a:ext>
            </a:extLst>
          </p:cNvPr>
          <p:cNvSpPr txBox="1"/>
          <p:nvPr/>
        </p:nvSpPr>
        <p:spPr>
          <a:xfrm>
            <a:off x="6022604" y="5251193"/>
            <a:ext cx="2061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8 ‧ I = -10 ‧ I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+ 24 </a:t>
            </a:r>
          </a:p>
        </p:txBody>
      </p:sp>
      <p:sp>
        <p:nvSpPr>
          <p:cNvPr id="54" name="Pil: bøjet 53">
            <a:extLst>
              <a:ext uri="{FF2B5EF4-FFF2-40B4-BE49-F238E27FC236}">
                <a16:creationId xmlns:a16="http://schemas.microsoft.com/office/drawing/2014/main" id="{D84DC4DA-4B9A-D870-C805-CB81747EBA55}"/>
              </a:ext>
            </a:extLst>
          </p:cNvPr>
          <p:cNvSpPr/>
          <p:nvPr/>
        </p:nvSpPr>
        <p:spPr>
          <a:xfrm rot="10800000">
            <a:off x="8169243" y="4509120"/>
            <a:ext cx="2437369" cy="140133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tx1"/>
              </a:solidFill>
            </a:endParaRPr>
          </a:p>
        </p:txBody>
      </p:sp>
      <p:sp>
        <p:nvSpPr>
          <p:cNvPr id="57" name="Tekstfelt 56">
            <a:extLst>
              <a:ext uri="{FF2B5EF4-FFF2-40B4-BE49-F238E27FC236}">
                <a16:creationId xmlns:a16="http://schemas.microsoft.com/office/drawing/2014/main" id="{F19A7822-A6F8-F5B3-3D01-34594FB109C6}"/>
              </a:ext>
            </a:extLst>
          </p:cNvPr>
          <p:cNvSpPr txBox="1"/>
          <p:nvPr/>
        </p:nvSpPr>
        <p:spPr>
          <a:xfrm>
            <a:off x="9476262" y="4174804"/>
            <a:ext cx="2442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Som vi indsætter som I2</a:t>
            </a:r>
          </a:p>
        </p:txBody>
      </p:sp>
      <p:sp>
        <p:nvSpPr>
          <p:cNvPr id="58" name="Rektangel 57">
            <a:extLst>
              <a:ext uri="{FF2B5EF4-FFF2-40B4-BE49-F238E27FC236}">
                <a16:creationId xmlns:a16="http://schemas.microsoft.com/office/drawing/2014/main" id="{F038C488-BCCB-F7A6-1D29-891597E8247A}"/>
              </a:ext>
            </a:extLst>
          </p:cNvPr>
          <p:cNvSpPr/>
          <p:nvPr/>
        </p:nvSpPr>
        <p:spPr>
          <a:xfrm>
            <a:off x="5956173" y="2565617"/>
            <a:ext cx="140089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9" name="Rektangel 58">
            <a:extLst>
              <a:ext uri="{FF2B5EF4-FFF2-40B4-BE49-F238E27FC236}">
                <a16:creationId xmlns:a16="http://schemas.microsoft.com/office/drawing/2014/main" id="{23392269-DCF1-D7CC-1C6E-3E4D2D47B0CA}"/>
              </a:ext>
            </a:extLst>
          </p:cNvPr>
          <p:cNvSpPr/>
          <p:nvPr/>
        </p:nvSpPr>
        <p:spPr>
          <a:xfrm>
            <a:off x="6030514" y="5240371"/>
            <a:ext cx="205387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17BBF93B-681D-F97D-9D03-3F6821612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35CC7-8192-4573-BF82-24A54460CC88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52" name="Pladsholder til sidefod 51">
            <a:extLst>
              <a:ext uri="{FF2B5EF4-FFF2-40B4-BE49-F238E27FC236}">
                <a16:creationId xmlns:a16="http://schemas.microsoft.com/office/drawing/2014/main" id="{2C3D74D8-FEC1-9E09-5A6A-AA6E19761D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56" name="Pladsholder til slidenummer 55">
            <a:extLst>
              <a:ext uri="{FF2B5EF4-FFF2-40B4-BE49-F238E27FC236}">
                <a16:creationId xmlns:a16="http://schemas.microsoft.com/office/drawing/2014/main" id="{F6DDD7B4-778E-0A7B-9000-4985B7E20D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2A73C88-35DB-432F-9FBF-AA3A20422821}" type="slidenum">
              <a:rPr lang="da-DK" smtClean="0"/>
              <a:pPr/>
              <a:t>7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115478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39" grpId="0"/>
      <p:bldP spid="51" grpId="0"/>
      <p:bldP spid="54" grpId="0" animBg="1"/>
      <p:bldP spid="57" grpId="0"/>
      <p:bldP spid="58" grpId="0" animBg="1"/>
      <p:bldP spid="5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931F783-0ECC-5645-E90E-01E1859F1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z="3200" dirty="0"/>
              <a:t>Kirchhoffs love anvendt på DC kredsløb</a:t>
            </a:r>
          </a:p>
        </p:txBody>
      </p:sp>
      <p:grpSp>
        <p:nvGrpSpPr>
          <p:cNvPr id="56" name="Gruppe 55">
            <a:extLst>
              <a:ext uri="{FF2B5EF4-FFF2-40B4-BE49-F238E27FC236}">
                <a16:creationId xmlns:a16="http://schemas.microsoft.com/office/drawing/2014/main" id="{ABF59CF4-529B-083A-E47B-30884BF4F844}"/>
              </a:ext>
            </a:extLst>
          </p:cNvPr>
          <p:cNvGrpSpPr/>
          <p:nvPr/>
        </p:nvGrpSpPr>
        <p:grpSpPr>
          <a:xfrm>
            <a:off x="609600" y="2136609"/>
            <a:ext cx="5172894" cy="3599855"/>
            <a:chOff x="609600" y="2136609"/>
            <a:chExt cx="5172894" cy="3599855"/>
          </a:xfrm>
        </p:grpSpPr>
        <p:sp>
          <p:nvSpPr>
            <p:cNvPr id="4" name="Rektangel 3">
              <a:extLst>
                <a:ext uri="{FF2B5EF4-FFF2-40B4-BE49-F238E27FC236}">
                  <a16:creationId xmlns:a16="http://schemas.microsoft.com/office/drawing/2014/main" id="{ED45BF28-4A3C-522C-A272-D5354D5828C4}"/>
                </a:ext>
              </a:extLst>
            </p:cNvPr>
            <p:cNvSpPr/>
            <p:nvPr/>
          </p:nvSpPr>
          <p:spPr>
            <a:xfrm>
              <a:off x="877476" y="3860345"/>
              <a:ext cx="276836" cy="7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cxnSp>
          <p:nvCxnSpPr>
            <p:cNvPr id="5" name="Lige forbindelse 4">
              <a:extLst>
                <a:ext uri="{FF2B5EF4-FFF2-40B4-BE49-F238E27FC236}">
                  <a16:creationId xmlns:a16="http://schemas.microsoft.com/office/drawing/2014/main" id="{4D51FFEF-EF18-0CFC-E603-8D09670D8F6C}"/>
                </a:ext>
              </a:extLst>
            </p:cNvPr>
            <p:cNvCxnSpPr>
              <a:cxnSpLocks/>
            </p:cNvCxnSpPr>
            <p:nvPr/>
          </p:nvCxnSpPr>
          <p:spPr>
            <a:xfrm>
              <a:off x="877476" y="3430977"/>
              <a:ext cx="27583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Lige forbindelse 5">
              <a:extLst>
                <a:ext uri="{FF2B5EF4-FFF2-40B4-BE49-F238E27FC236}">
                  <a16:creationId xmlns:a16="http://schemas.microsoft.com/office/drawing/2014/main" id="{4B982F8D-78FB-B21F-87A1-97D28D982650}"/>
                </a:ext>
              </a:extLst>
            </p:cNvPr>
            <p:cNvCxnSpPr>
              <a:cxnSpLocks/>
            </p:cNvCxnSpPr>
            <p:nvPr/>
          </p:nvCxnSpPr>
          <p:spPr>
            <a:xfrm>
              <a:off x="798871" y="3354098"/>
              <a:ext cx="43204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ktangel 6">
              <a:extLst>
                <a:ext uri="{FF2B5EF4-FFF2-40B4-BE49-F238E27FC236}">
                  <a16:creationId xmlns:a16="http://schemas.microsoft.com/office/drawing/2014/main" id="{081042EB-8021-E638-6246-D7149A9E6FF2}"/>
                </a:ext>
              </a:extLst>
            </p:cNvPr>
            <p:cNvSpPr/>
            <p:nvPr/>
          </p:nvSpPr>
          <p:spPr>
            <a:xfrm>
              <a:off x="3036717" y="3856448"/>
              <a:ext cx="276836" cy="73341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cxnSp>
          <p:nvCxnSpPr>
            <p:cNvPr id="8" name="Lige forbindelse 7">
              <a:extLst>
                <a:ext uri="{FF2B5EF4-FFF2-40B4-BE49-F238E27FC236}">
                  <a16:creationId xmlns:a16="http://schemas.microsoft.com/office/drawing/2014/main" id="{5E17551D-0658-8B16-1B3F-A72B33CA8450}"/>
                </a:ext>
              </a:extLst>
            </p:cNvPr>
            <p:cNvCxnSpPr>
              <a:cxnSpLocks/>
            </p:cNvCxnSpPr>
            <p:nvPr/>
          </p:nvCxnSpPr>
          <p:spPr>
            <a:xfrm>
              <a:off x="3037716" y="3426106"/>
              <a:ext cx="27583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Lige forbindelse 8">
              <a:extLst>
                <a:ext uri="{FF2B5EF4-FFF2-40B4-BE49-F238E27FC236}">
                  <a16:creationId xmlns:a16="http://schemas.microsoft.com/office/drawing/2014/main" id="{EEFDCB1F-C893-0969-A57C-19676A7AB017}"/>
                </a:ext>
              </a:extLst>
            </p:cNvPr>
            <p:cNvCxnSpPr>
              <a:cxnSpLocks/>
            </p:cNvCxnSpPr>
            <p:nvPr/>
          </p:nvCxnSpPr>
          <p:spPr>
            <a:xfrm>
              <a:off x="2964709" y="3354098"/>
              <a:ext cx="43204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ktangel 9">
              <a:extLst>
                <a:ext uri="{FF2B5EF4-FFF2-40B4-BE49-F238E27FC236}">
                  <a16:creationId xmlns:a16="http://schemas.microsoft.com/office/drawing/2014/main" id="{414CA199-9765-8911-C7A2-D4CECAA521E1}"/>
                </a:ext>
              </a:extLst>
            </p:cNvPr>
            <p:cNvSpPr/>
            <p:nvPr/>
          </p:nvSpPr>
          <p:spPr>
            <a:xfrm>
              <a:off x="5195958" y="3856448"/>
              <a:ext cx="276836" cy="71081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cxnSp>
          <p:nvCxnSpPr>
            <p:cNvPr id="11" name="Lige forbindelse 10">
              <a:extLst>
                <a:ext uri="{FF2B5EF4-FFF2-40B4-BE49-F238E27FC236}">
                  <a16:creationId xmlns:a16="http://schemas.microsoft.com/office/drawing/2014/main" id="{7B773E18-A3E1-E6AA-1F13-F686DE1F63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0493" y="2208072"/>
              <a:ext cx="0" cy="114602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Lige forbindelse 11">
              <a:extLst>
                <a:ext uri="{FF2B5EF4-FFF2-40B4-BE49-F238E27FC236}">
                  <a16:creationId xmlns:a16="http://schemas.microsoft.com/office/drawing/2014/main" id="{B0E4A7A1-D311-21FD-88C4-83A6CE96C245}"/>
                </a:ext>
              </a:extLst>
            </p:cNvPr>
            <p:cNvCxnSpPr/>
            <p:nvPr/>
          </p:nvCxnSpPr>
          <p:spPr>
            <a:xfrm>
              <a:off x="1020493" y="2208072"/>
              <a:ext cx="432048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Lige forbindelse 12">
              <a:extLst>
                <a:ext uri="{FF2B5EF4-FFF2-40B4-BE49-F238E27FC236}">
                  <a16:creationId xmlns:a16="http://schemas.microsoft.com/office/drawing/2014/main" id="{BD58A9D5-4400-0630-DEE8-B80AF3677069}"/>
                </a:ext>
              </a:extLst>
            </p:cNvPr>
            <p:cNvCxnSpPr>
              <a:endCxn id="10" idx="0"/>
            </p:cNvCxnSpPr>
            <p:nvPr/>
          </p:nvCxnSpPr>
          <p:spPr>
            <a:xfrm flipH="1">
              <a:off x="5334376" y="2208072"/>
              <a:ext cx="6597" cy="16483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Lige forbindelse 13">
              <a:extLst>
                <a:ext uri="{FF2B5EF4-FFF2-40B4-BE49-F238E27FC236}">
                  <a16:creationId xmlns:a16="http://schemas.microsoft.com/office/drawing/2014/main" id="{84C460AB-361C-6C54-46CB-B07609E638C7}"/>
                </a:ext>
              </a:extLst>
            </p:cNvPr>
            <p:cNvCxnSpPr/>
            <p:nvPr/>
          </p:nvCxnSpPr>
          <p:spPr>
            <a:xfrm>
              <a:off x="3180733" y="2208072"/>
              <a:ext cx="0" cy="114602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Lige forbindelse 14">
              <a:extLst>
                <a:ext uri="{FF2B5EF4-FFF2-40B4-BE49-F238E27FC236}">
                  <a16:creationId xmlns:a16="http://schemas.microsoft.com/office/drawing/2014/main" id="{0F06EDEF-D886-2283-11FE-FAC091268832}"/>
                </a:ext>
              </a:extLst>
            </p:cNvPr>
            <p:cNvCxnSpPr>
              <a:cxnSpLocks/>
              <a:stCxn id="4" idx="2"/>
            </p:cNvCxnSpPr>
            <p:nvPr/>
          </p:nvCxnSpPr>
          <p:spPr>
            <a:xfrm flipH="1">
              <a:off x="1014895" y="4580345"/>
              <a:ext cx="999" cy="115611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Lige forbindelse 15">
              <a:extLst>
                <a:ext uri="{FF2B5EF4-FFF2-40B4-BE49-F238E27FC236}">
                  <a16:creationId xmlns:a16="http://schemas.microsoft.com/office/drawing/2014/main" id="{9EFCA26E-82EB-6B39-6401-5E31AAC10B0A}"/>
                </a:ext>
              </a:extLst>
            </p:cNvPr>
            <p:cNvCxnSpPr/>
            <p:nvPr/>
          </p:nvCxnSpPr>
          <p:spPr>
            <a:xfrm>
              <a:off x="1014895" y="5736464"/>
              <a:ext cx="432607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Lige forbindelse 16">
              <a:extLst>
                <a:ext uri="{FF2B5EF4-FFF2-40B4-BE49-F238E27FC236}">
                  <a16:creationId xmlns:a16="http://schemas.microsoft.com/office/drawing/2014/main" id="{CBCE0F77-E941-8BE8-D68D-201BF8D641FB}"/>
                </a:ext>
              </a:extLst>
            </p:cNvPr>
            <p:cNvCxnSpPr>
              <a:cxnSpLocks/>
              <a:endCxn id="10" idx="2"/>
            </p:cNvCxnSpPr>
            <p:nvPr/>
          </p:nvCxnSpPr>
          <p:spPr>
            <a:xfrm flipV="1">
              <a:off x="5334376" y="4567263"/>
              <a:ext cx="0" cy="116920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Lige forbindelse 17">
              <a:extLst>
                <a:ext uri="{FF2B5EF4-FFF2-40B4-BE49-F238E27FC236}">
                  <a16:creationId xmlns:a16="http://schemas.microsoft.com/office/drawing/2014/main" id="{82DC5718-FC00-CF0C-D179-429565A9B82C}"/>
                </a:ext>
              </a:extLst>
            </p:cNvPr>
            <p:cNvCxnSpPr>
              <a:cxnSpLocks/>
              <a:endCxn id="7" idx="2"/>
            </p:cNvCxnSpPr>
            <p:nvPr/>
          </p:nvCxnSpPr>
          <p:spPr>
            <a:xfrm flipV="1">
              <a:off x="3175135" y="4589865"/>
              <a:ext cx="0" cy="114659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Bue 18">
              <a:extLst>
                <a:ext uri="{FF2B5EF4-FFF2-40B4-BE49-F238E27FC236}">
                  <a16:creationId xmlns:a16="http://schemas.microsoft.com/office/drawing/2014/main" id="{A8B15762-138F-7FDB-3313-4686FC5081BE}"/>
                </a:ext>
              </a:extLst>
            </p:cNvPr>
            <p:cNvSpPr/>
            <p:nvPr/>
          </p:nvSpPr>
          <p:spPr>
            <a:xfrm rot="10800000">
              <a:off x="1585387" y="2532108"/>
              <a:ext cx="1078121" cy="2880320"/>
            </a:xfrm>
            <a:prstGeom prst="arc">
              <a:avLst>
                <a:gd name="adj1" fmla="val 2854749"/>
                <a:gd name="adj2" fmla="val 19181829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20" name="Tekstfelt 19">
              <a:extLst>
                <a:ext uri="{FF2B5EF4-FFF2-40B4-BE49-F238E27FC236}">
                  <a16:creationId xmlns:a16="http://schemas.microsoft.com/office/drawing/2014/main" id="{8A678FD7-07DA-C73B-62E5-C0163D717D28}"/>
                </a:ext>
              </a:extLst>
            </p:cNvPr>
            <p:cNvSpPr txBox="1"/>
            <p:nvPr/>
          </p:nvSpPr>
          <p:spPr>
            <a:xfrm>
              <a:off x="1934496" y="3805863"/>
              <a:ext cx="2644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/>
                <a:t>1</a:t>
              </a:r>
            </a:p>
          </p:txBody>
        </p:sp>
        <p:sp>
          <p:nvSpPr>
            <p:cNvPr id="21" name="Bue 20">
              <a:extLst>
                <a:ext uri="{FF2B5EF4-FFF2-40B4-BE49-F238E27FC236}">
                  <a16:creationId xmlns:a16="http://schemas.microsoft.com/office/drawing/2014/main" id="{58EF76B8-A605-22B6-F0DB-98D12FE9BA12}"/>
                </a:ext>
              </a:extLst>
            </p:cNvPr>
            <p:cNvSpPr/>
            <p:nvPr/>
          </p:nvSpPr>
          <p:spPr>
            <a:xfrm rot="10800000">
              <a:off x="3745626" y="2507607"/>
              <a:ext cx="1078121" cy="2880320"/>
            </a:xfrm>
            <a:prstGeom prst="arc">
              <a:avLst>
                <a:gd name="adj1" fmla="val 2854749"/>
                <a:gd name="adj2" fmla="val 19181829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22" name="Tekstfelt 21">
              <a:extLst>
                <a:ext uri="{FF2B5EF4-FFF2-40B4-BE49-F238E27FC236}">
                  <a16:creationId xmlns:a16="http://schemas.microsoft.com/office/drawing/2014/main" id="{F539BB6D-DA9C-CA94-0AAA-4AD2A837F00E}"/>
                </a:ext>
              </a:extLst>
            </p:cNvPr>
            <p:cNvSpPr txBox="1"/>
            <p:nvPr/>
          </p:nvSpPr>
          <p:spPr>
            <a:xfrm>
              <a:off x="4094735" y="3781362"/>
              <a:ext cx="2644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/>
                <a:t>2</a:t>
              </a:r>
            </a:p>
          </p:txBody>
        </p:sp>
        <p:sp>
          <p:nvSpPr>
            <p:cNvPr id="23" name="Tekstfelt 22">
              <a:extLst>
                <a:ext uri="{FF2B5EF4-FFF2-40B4-BE49-F238E27FC236}">
                  <a16:creationId xmlns:a16="http://schemas.microsoft.com/office/drawing/2014/main" id="{18F60669-5786-94EF-A509-D02FC9A80AE4}"/>
                </a:ext>
              </a:extLst>
            </p:cNvPr>
            <p:cNvSpPr txBox="1"/>
            <p:nvPr/>
          </p:nvSpPr>
          <p:spPr>
            <a:xfrm>
              <a:off x="3209045" y="2944058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E</a:t>
              </a:r>
              <a:r>
                <a:rPr lang="da-DK" baseline="-25000" dirty="0"/>
                <a:t>2</a:t>
              </a:r>
              <a:endParaRPr lang="da-DK" dirty="0"/>
            </a:p>
          </p:txBody>
        </p:sp>
        <p:sp>
          <p:nvSpPr>
            <p:cNvPr id="24" name="Tekstfelt 23">
              <a:extLst>
                <a:ext uri="{FF2B5EF4-FFF2-40B4-BE49-F238E27FC236}">
                  <a16:creationId xmlns:a16="http://schemas.microsoft.com/office/drawing/2014/main" id="{815C846E-2814-A6AC-9172-3561BBBC8FB1}"/>
                </a:ext>
              </a:extLst>
            </p:cNvPr>
            <p:cNvSpPr txBox="1"/>
            <p:nvPr/>
          </p:nvSpPr>
          <p:spPr>
            <a:xfrm>
              <a:off x="1048541" y="2946503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E</a:t>
              </a:r>
              <a:r>
                <a:rPr lang="da-DK" baseline="-25000" dirty="0"/>
                <a:t>1</a:t>
              </a:r>
              <a:endParaRPr lang="da-DK" dirty="0"/>
            </a:p>
          </p:txBody>
        </p:sp>
        <p:sp>
          <p:nvSpPr>
            <p:cNvPr id="25" name="Tekstfelt 24">
              <a:extLst>
                <a:ext uri="{FF2B5EF4-FFF2-40B4-BE49-F238E27FC236}">
                  <a16:creationId xmlns:a16="http://schemas.microsoft.com/office/drawing/2014/main" id="{FDC678A6-19CF-8369-5E20-D39DA1A36990}"/>
                </a:ext>
              </a:extLst>
            </p:cNvPr>
            <p:cNvSpPr txBox="1"/>
            <p:nvPr/>
          </p:nvSpPr>
          <p:spPr>
            <a:xfrm>
              <a:off x="5472794" y="4015330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R</a:t>
              </a:r>
            </a:p>
          </p:txBody>
        </p:sp>
        <p:sp>
          <p:nvSpPr>
            <p:cNvPr id="26" name="Tekstfelt 25">
              <a:extLst>
                <a:ext uri="{FF2B5EF4-FFF2-40B4-BE49-F238E27FC236}">
                  <a16:creationId xmlns:a16="http://schemas.microsoft.com/office/drawing/2014/main" id="{06546F02-5C57-68AE-726A-6AE19A09684A}"/>
                </a:ext>
              </a:extLst>
            </p:cNvPr>
            <p:cNvSpPr txBox="1"/>
            <p:nvPr/>
          </p:nvSpPr>
          <p:spPr>
            <a:xfrm>
              <a:off x="3271074" y="4035679"/>
              <a:ext cx="3882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R</a:t>
              </a:r>
              <a:r>
                <a:rPr lang="da-DK" baseline="-25000" dirty="0"/>
                <a:t>2</a:t>
              </a:r>
            </a:p>
          </p:txBody>
        </p:sp>
        <p:sp>
          <p:nvSpPr>
            <p:cNvPr id="27" name="Tekstfelt 26">
              <a:extLst>
                <a:ext uri="{FF2B5EF4-FFF2-40B4-BE49-F238E27FC236}">
                  <a16:creationId xmlns:a16="http://schemas.microsoft.com/office/drawing/2014/main" id="{4200C674-0255-834F-D307-F8DB459214F9}"/>
                </a:ext>
              </a:extLst>
            </p:cNvPr>
            <p:cNvSpPr txBox="1"/>
            <p:nvPr/>
          </p:nvSpPr>
          <p:spPr>
            <a:xfrm>
              <a:off x="1112430" y="4035719"/>
              <a:ext cx="3882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R</a:t>
              </a:r>
              <a:r>
                <a:rPr lang="da-DK" baseline="-25000" dirty="0"/>
                <a:t>1</a:t>
              </a:r>
              <a:endParaRPr lang="da-DK" baseline="30000" dirty="0"/>
            </a:p>
          </p:txBody>
        </p:sp>
        <p:sp>
          <p:nvSpPr>
            <p:cNvPr id="28" name="Tekstfelt 27">
              <a:extLst>
                <a:ext uri="{FF2B5EF4-FFF2-40B4-BE49-F238E27FC236}">
                  <a16:creationId xmlns:a16="http://schemas.microsoft.com/office/drawing/2014/main" id="{8D3C0FBE-35EE-FB3E-4E16-E96AD1710B6F}"/>
                </a:ext>
              </a:extLst>
            </p:cNvPr>
            <p:cNvSpPr txBox="1"/>
            <p:nvPr/>
          </p:nvSpPr>
          <p:spPr>
            <a:xfrm>
              <a:off x="609600" y="3032260"/>
              <a:ext cx="30008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a-DK" dirty="0"/>
                <a:t>+</a:t>
              </a:r>
            </a:p>
            <a:p>
              <a:pPr algn="ctr"/>
              <a:r>
                <a:rPr lang="da-DK" dirty="0"/>
                <a:t>-</a:t>
              </a:r>
            </a:p>
          </p:txBody>
        </p:sp>
        <p:sp>
          <p:nvSpPr>
            <p:cNvPr id="29" name="Tekstfelt 28">
              <a:extLst>
                <a:ext uri="{FF2B5EF4-FFF2-40B4-BE49-F238E27FC236}">
                  <a16:creationId xmlns:a16="http://schemas.microsoft.com/office/drawing/2014/main" id="{979A154A-A9F7-6CD5-CE4E-359B30116613}"/>
                </a:ext>
              </a:extLst>
            </p:cNvPr>
            <p:cNvSpPr txBox="1"/>
            <p:nvPr/>
          </p:nvSpPr>
          <p:spPr>
            <a:xfrm>
              <a:off x="2775378" y="3048099"/>
              <a:ext cx="30008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a-DK" dirty="0"/>
                <a:t>+</a:t>
              </a:r>
            </a:p>
            <a:p>
              <a:pPr algn="ctr"/>
              <a:r>
                <a:rPr lang="da-DK" dirty="0"/>
                <a:t>-</a:t>
              </a:r>
            </a:p>
          </p:txBody>
        </p:sp>
        <p:cxnSp>
          <p:nvCxnSpPr>
            <p:cNvPr id="30" name="Lige forbindelse 29">
              <a:extLst>
                <a:ext uri="{FF2B5EF4-FFF2-40B4-BE49-F238E27FC236}">
                  <a16:creationId xmlns:a16="http://schemas.microsoft.com/office/drawing/2014/main" id="{77E527B8-DB11-6130-D701-4DB2989355E2}"/>
                </a:ext>
              </a:extLst>
            </p:cNvPr>
            <p:cNvCxnSpPr>
              <a:endCxn id="4" idx="0"/>
            </p:cNvCxnSpPr>
            <p:nvPr/>
          </p:nvCxnSpPr>
          <p:spPr>
            <a:xfrm>
              <a:off x="1014895" y="3426106"/>
              <a:ext cx="999" cy="4342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Lige forbindelse 30">
              <a:extLst>
                <a:ext uri="{FF2B5EF4-FFF2-40B4-BE49-F238E27FC236}">
                  <a16:creationId xmlns:a16="http://schemas.microsoft.com/office/drawing/2014/main" id="{C76CF354-6685-7A47-AE56-B122CDE4FE65}"/>
                </a:ext>
              </a:extLst>
            </p:cNvPr>
            <p:cNvCxnSpPr/>
            <p:nvPr/>
          </p:nvCxnSpPr>
          <p:spPr>
            <a:xfrm>
              <a:off x="3169536" y="3430977"/>
              <a:ext cx="999" cy="4342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Pil: højre 31">
              <a:extLst>
                <a:ext uri="{FF2B5EF4-FFF2-40B4-BE49-F238E27FC236}">
                  <a16:creationId xmlns:a16="http://schemas.microsoft.com/office/drawing/2014/main" id="{595836AF-3DF9-ECD1-6574-08A22FE8A819}"/>
                </a:ext>
              </a:extLst>
            </p:cNvPr>
            <p:cNvSpPr/>
            <p:nvPr/>
          </p:nvSpPr>
          <p:spPr>
            <a:xfrm>
              <a:off x="2108352" y="2136609"/>
              <a:ext cx="90636" cy="14292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33" name="Pil: højre 32">
              <a:extLst>
                <a:ext uri="{FF2B5EF4-FFF2-40B4-BE49-F238E27FC236}">
                  <a16:creationId xmlns:a16="http://schemas.microsoft.com/office/drawing/2014/main" id="{7748DBD0-3397-AD13-B01B-A6689E7A5D6E}"/>
                </a:ext>
              </a:extLst>
            </p:cNvPr>
            <p:cNvSpPr/>
            <p:nvPr/>
          </p:nvSpPr>
          <p:spPr>
            <a:xfrm>
              <a:off x="4261994" y="2136609"/>
              <a:ext cx="90636" cy="14292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34" name="Pil: højre 33">
              <a:extLst>
                <a:ext uri="{FF2B5EF4-FFF2-40B4-BE49-F238E27FC236}">
                  <a16:creationId xmlns:a16="http://schemas.microsoft.com/office/drawing/2014/main" id="{28926145-397B-1B0B-4D9A-AF92C48EEF0D}"/>
                </a:ext>
              </a:extLst>
            </p:cNvPr>
            <p:cNvSpPr/>
            <p:nvPr/>
          </p:nvSpPr>
          <p:spPr>
            <a:xfrm rot="16200000">
              <a:off x="3145501" y="2506282"/>
              <a:ext cx="90636" cy="14292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35" name="Tekstfelt 34">
              <a:extLst>
                <a:ext uri="{FF2B5EF4-FFF2-40B4-BE49-F238E27FC236}">
                  <a16:creationId xmlns:a16="http://schemas.microsoft.com/office/drawing/2014/main" id="{EB822B9A-2C80-01CF-D6CD-D57C077E35B5}"/>
                </a:ext>
              </a:extLst>
            </p:cNvPr>
            <p:cNvSpPr txBox="1"/>
            <p:nvPr/>
          </p:nvSpPr>
          <p:spPr>
            <a:xfrm>
              <a:off x="1912823" y="2167812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I</a:t>
              </a:r>
            </a:p>
          </p:txBody>
        </p:sp>
        <p:sp>
          <p:nvSpPr>
            <p:cNvPr id="36" name="Tekstfelt 35">
              <a:extLst>
                <a:ext uri="{FF2B5EF4-FFF2-40B4-BE49-F238E27FC236}">
                  <a16:creationId xmlns:a16="http://schemas.microsoft.com/office/drawing/2014/main" id="{C0E02750-5CBB-C78E-908C-BE3678C2B491}"/>
                </a:ext>
              </a:extLst>
            </p:cNvPr>
            <p:cNvSpPr txBox="1"/>
            <p:nvPr/>
          </p:nvSpPr>
          <p:spPr>
            <a:xfrm>
              <a:off x="2768781" y="2373008"/>
              <a:ext cx="3523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/>
                <a:t>I</a:t>
              </a:r>
              <a:r>
                <a:rPr lang="da-DK" baseline="-25000" dirty="0"/>
                <a:t>1</a:t>
              </a:r>
            </a:p>
          </p:txBody>
        </p:sp>
        <p:sp>
          <p:nvSpPr>
            <p:cNvPr id="37" name="Tekstfelt 36">
              <a:extLst>
                <a:ext uri="{FF2B5EF4-FFF2-40B4-BE49-F238E27FC236}">
                  <a16:creationId xmlns:a16="http://schemas.microsoft.com/office/drawing/2014/main" id="{B1D5AA0D-4B1F-BB16-B32D-27751D0B0F11}"/>
                </a:ext>
              </a:extLst>
            </p:cNvPr>
            <p:cNvSpPr txBox="1"/>
            <p:nvPr/>
          </p:nvSpPr>
          <p:spPr>
            <a:xfrm>
              <a:off x="4067306" y="2166461"/>
              <a:ext cx="3209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I</a:t>
              </a:r>
              <a:r>
                <a:rPr lang="da-DK" baseline="-25000" dirty="0"/>
                <a:t>2</a:t>
              </a:r>
            </a:p>
          </p:txBody>
        </p:sp>
        <p:sp>
          <p:nvSpPr>
            <p:cNvPr id="38" name="Pil: højre 37">
              <a:extLst>
                <a:ext uri="{FF2B5EF4-FFF2-40B4-BE49-F238E27FC236}">
                  <a16:creationId xmlns:a16="http://schemas.microsoft.com/office/drawing/2014/main" id="{FEFD17B4-9C4E-63D5-4612-E44FE5FCEE73}"/>
                </a:ext>
              </a:extLst>
            </p:cNvPr>
            <p:cNvSpPr/>
            <p:nvPr/>
          </p:nvSpPr>
          <p:spPr>
            <a:xfrm rot="16200000">
              <a:off x="1107485" y="3117050"/>
              <a:ext cx="518910" cy="64196"/>
            </a:xfrm>
            <a:prstGeom prst="rightArrow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39" name="Pil: højre 38">
              <a:extLst>
                <a:ext uri="{FF2B5EF4-FFF2-40B4-BE49-F238E27FC236}">
                  <a16:creationId xmlns:a16="http://schemas.microsoft.com/office/drawing/2014/main" id="{D0888C9B-D6CC-67F8-C6D3-0C84B4F4E2B2}"/>
                </a:ext>
              </a:extLst>
            </p:cNvPr>
            <p:cNvSpPr/>
            <p:nvPr/>
          </p:nvSpPr>
          <p:spPr>
            <a:xfrm rot="16200000">
              <a:off x="3279638" y="3103525"/>
              <a:ext cx="518910" cy="64196"/>
            </a:xfrm>
            <a:prstGeom prst="rightArrow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40" name="Tekstfelt 39">
            <a:extLst>
              <a:ext uri="{FF2B5EF4-FFF2-40B4-BE49-F238E27FC236}">
                <a16:creationId xmlns:a16="http://schemas.microsoft.com/office/drawing/2014/main" id="{C448AA97-04A7-E104-5A63-7D15A6EF0E06}"/>
              </a:ext>
            </a:extLst>
          </p:cNvPr>
          <p:cNvSpPr txBox="1"/>
          <p:nvPr/>
        </p:nvSpPr>
        <p:spPr>
          <a:xfrm>
            <a:off x="638910" y="1432963"/>
            <a:ext cx="658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Så er vi ved at være i mål, men skal lige have samlet de 2 ligninger</a:t>
            </a:r>
          </a:p>
        </p:txBody>
      </p:sp>
      <p:sp>
        <p:nvSpPr>
          <p:cNvPr id="41" name="Tekstfelt 40">
            <a:extLst>
              <a:ext uri="{FF2B5EF4-FFF2-40B4-BE49-F238E27FC236}">
                <a16:creationId xmlns:a16="http://schemas.microsoft.com/office/drawing/2014/main" id="{E7BFCD4F-1AB1-190A-000B-3C49D33FA70A}"/>
              </a:ext>
            </a:extLst>
          </p:cNvPr>
          <p:cNvSpPr txBox="1"/>
          <p:nvPr/>
        </p:nvSpPr>
        <p:spPr>
          <a:xfrm>
            <a:off x="8101041" y="2492074"/>
            <a:ext cx="2061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8 ‧ I = -10 ‧ I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+ 24 </a:t>
            </a:r>
          </a:p>
        </p:txBody>
      </p:sp>
      <p:sp>
        <p:nvSpPr>
          <p:cNvPr id="42" name="Tekstfelt 41">
            <a:extLst>
              <a:ext uri="{FF2B5EF4-FFF2-40B4-BE49-F238E27FC236}">
                <a16:creationId xmlns:a16="http://schemas.microsoft.com/office/drawing/2014/main" id="{7D494BF3-928A-80B5-E246-0E4A0196AC8C}"/>
              </a:ext>
            </a:extLst>
          </p:cNvPr>
          <p:cNvSpPr txBox="1"/>
          <p:nvPr/>
        </p:nvSpPr>
        <p:spPr>
          <a:xfrm>
            <a:off x="6026746" y="2492074"/>
            <a:ext cx="1388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I = 2 ‧ I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+3 </a:t>
            </a:r>
          </a:p>
        </p:txBody>
      </p:sp>
      <p:sp>
        <p:nvSpPr>
          <p:cNvPr id="43" name="Tekstfelt 42">
            <a:extLst>
              <a:ext uri="{FF2B5EF4-FFF2-40B4-BE49-F238E27FC236}">
                <a16:creationId xmlns:a16="http://schemas.microsoft.com/office/drawing/2014/main" id="{D29DFEC2-0314-C169-8F09-952739B8B002}"/>
              </a:ext>
            </a:extLst>
          </p:cNvPr>
          <p:cNvSpPr txBox="1"/>
          <p:nvPr/>
        </p:nvSpPr>
        <p:spPr>
          <a:xfrm>
            <a:off x="6029568" y="2190503"/>
            <a:ext cx="1234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Kredsløb 1:</a:t>
            </a:r>
          </a:p>
        </p:txBody>
      </p:sp>
      <p:sp>
        <p:nvSpPr>
          <p:cNvPr id="44" name="Tekstfelt 43">
            <a:extLst>
              <a:ext uri="{FF2B5EF4-FFF2-40B4-BE49-F238E27FC236}">
                <a16:creationId xmlns:a16="http://schemas.microsoft.com/office/drawing/2014/main" id="{66574554-FF5D-6E80-0E7E-5C3834EF357D}"/>
              </a:ext>
            </a:extLst>
          </p:cNvPr>
          <p:cNvSpPr txBox="1"/>
          <p:nvPr/>
        </p:nvSpPr>
        <p:spPr>
          <a:xfrm>
            <a:off x="8101041" y="2190503"/>
            <a:ext cx="1234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Kredsløb 2:</a:t>
            </a:r>
          </a:p>
        </p:txBody>
      </p:sp>
      <p:sp>
        <p:nvSpPr>
          <p:cNvPr id="45" name="Tekstfelt 44">
            <a:extLst>
              <a:ext uri="{FF2B5EF4-FFF2-40B4-BE49-F238E27FC236}">
                <a16:creationId xmlns:a16="http://schemas.microsoft.com/office/drawing/2014/main" id="{E182FBAE-687A-B4CB-76D0-92F39CA57C6A}"/>
              </a:ext>
            </a:extLst>
          </p:cNvPr>
          <p:cNvSpPr txBox="1"/>
          <p:nvPr/>
        </p:nvSpPr>
        <p:spPr>
          <a:xfrm>
            <a:off x="6141082" y="2977633"/>
            <a:ext cx="3242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i="1" dirty="0"/>
              <a:t>Lige store koefficienters metode</a:t>
            </a:r>
          </a:p>
        </p:txBody>
      </p:sp>
      <p:sp>
        <p:nvSpPr>
          <p:cNvPr id="46" name="Tekstfelt 45">
            <a:extLst>
              <a:ext uri="{FF2B5EF4-FFF2-40B4-BE49-F238E27FC236}">
                <a16:creationId xmlns:a16="http://schemas.microsoft.com/office/drawing/2014/main" id="{7D9BEAB7-9407-1847-8A0C-33234991725A}"/>
              </a:ext>
            </a:extLst>
          </p:cNvPr>
          <p:cNvSpPr txBox="1"/>
          <p:nvPr/>
        </p:nvSpPr>
        <p:spPr>
          <a:xfrm>
            <a:off x="6164822" y="3371264"/>
            <a:ext cx="1388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I = 2 ‧ I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+3 </a:t>
            </a:r>
          </a:p>
        </p:txBody>
      </p:sp>
      <p:sp>
        <p:nvSpPr>
          <p:cNvPr id="47" name="Tekstfelt 46">
            <a:extLst>
              <a:ext uri="{FF2B5EF4-FFF2-40B4-BE49-F238E27FC236}">
                <a16:creationId xmlns:a16="http://schemas.microsoft.com/office/drawing/2014/main" id="{9555097B-146D-42FE-3FAA-A715C6B084E6}"/>
              </a:ext>
            </a:extLst>
          </p:cNvPr>
          <p:cNvSpPr txBox="1"/>
          <p:nvPr/>
        </p:nvSpPr>
        <p:spPr>
          <a:xfrm>
            <a:off x="8142780" y="3371264"/>
            <a:ext cx="2061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8 ‧ I = -10 ‧ I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+ 24 </a:t>
            </a:r>
          </a:p>
        </p:txBody>
      </p:sp>
      <p:sp>
        <p:nvSpPr>
          <p:cNvPr id="49" name="Pil: bøjet til venstre 48">
            <a:extLst>
              <a:ext uri="{FF2B5EF4-FFF2-40B4-BE49-F238E27FC236}">
                <a16:creationId xmlns:a16="http://schemas.microsoft.com/office/drawing/2014/main" id="{0E03D3EF-A6EC-C310-7DEF-FA1A35C5E2D9}"/>
              </a:ext>
            </a:extLst>
          </p:cNvPr>
          <p:cNvSpPr/>
          <p:nvPr/>
        </p:nvSpPr>
        <p:spPr>
          <a:xfrm rot="5400000">
            <a:off x="7151909" y="2830714"/>
            <a:ext cx="266615" cy="210699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tx1"/>
              </a:solidFill>
            </a:endParaRPr>
          </a:p>
        </p:txBody>
      </p:sp>
      <p:sp>
        <p:nvSpPr>
          <p:cNvPr id="50" name="Tekstfelt 49">
            <a:extLst>
              <a:ext uri="{FF2B5EF4-FFF2-40B4-BE49-F238E27FC236}">
                <a16:creationId xmlns:a16="http://schemas.microsoft.com/office/drawing/2014/main" id="{0CFA1278-9E83-FCFE-43DB-6A2BCD7A6E94}"/>
              </a:ext>
            </a:extLst>
          </p:cNvPr>
          <p:cNvSpPr txBox="1"/>
          <p:nvPr/>
        </p:nvSpPr>
        <p:spPr>
          <a:xfrm>
            <a:off x="6180268" y="4219570"/>
            <a:ext cx="1988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8 </a:t>
            </a:r>
            <a:r>
              <a:rPr lang="da-DK" i="1" dirty="0">
                <a:latin typeface="Segoe UI Symbol" panose="020B0502040204020203" pitchFamily="34" charset="0"/>
                <a:ea typeface="Segoe UI Symbol" panose="020B0502040204020203" pitchFamily="34" charset="0"/>
              </a:rPr>
              <a:t>‧ 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I = 16 ‧ I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+ 24 </a:t>
            </a:r>
          </a:p>
        </p:txBody>
      </p:sp>
      <p:sp>
        <p:nvSpPr>
          <p:cNvPr id="51" name="Tekstfelt 50">
            <a:extLst>
              <a:ext uri="{FF2B5EF4-FFF2-40B4-BE49-F238E27FC236}">
                <a16:creationId xmlns:a16="http://schemas.microsoft.com/office/drawing/2014/main" id="{C570974E-1114-E3FA-8A2B-5FDE9F3C176B}"/>
              </a:ext>
            </a:extLst>
          </p:cNvPr>
          <p:cNvSpPr txBox="1"/>
          <p:nvPr/>
        </p:nvSpPr>
        <p:spPr>
          <a:xfrm>
            <a:off x="8364384" y="4224875"/>
            <a:ext cx="2061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8 ‧ I = -10 ‧ I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+ 24 </a:t>
            </a:r>
          </a:p>
        </p:txBody>
      </p:sp>
      <p:sp>
        <p:nvSpPr>
          <p:cNvPr id="53" name="Tekstfelt 52">
            <a:extLst>
              <a:ext uri="{FF2B5EF4-FFF2-40B4-BE49-F238E27FC236}">
                <a16:creationId xmlns:a16="http://schemas.microsoft.com/office/drawing/2014/main" id="{3D64AAB1-62BE-8638-F198-951BB8FA483B}"/>
              </a:ext>
            </a:extLst>
          </p:cNvPr>
          <p:cNvSpPr txBox="1"/>
          <p:nvPr/>
        </p:nvSpPr>
        <p:spPr>
          <a:xfrm>
            <a:off x="6164822" y="4610552"/>
            <a:ext cx="2950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16 ‧ I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+ 24 = -10 ‧ I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+ 24 </a:t>
            </a:r>
            <a:endParaRPr lang="da-DK" dirty="0"/>
          </a:p>
        </p:txBody>
      </p:sp>
      <p:sp>
        <p:nvSpPr>
          <p:cNvPr id="54" name="Tekstfelt 53">
            <a:extLst>
              <a:ext uri="{FF2B5EF4-FFF2-40B4-BE49-F238E27FC236}">
                <a16:creationId xmlns:a16="http://schemas.microsoft.com/office/drawing/2014/main" id="{4F226EED-6408-0783-0BEA-23970F216A2D}"/>
              </a:ext>
            </a:extLst>
          </p:cNvPr>
          <p:cNvSpPr txBox="1"/>
          <p:nvPr/>
        </p:nvSpPr>
        <p:spPr>
          <a:xfrm>
            <a:off x="6231721" y="5001534"/>
            <a:ext cx="1215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26 ‧ I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0 </a:t>
            </a:r>
          </a:p>
        </p:txBody>
      </p:sp>
      <p:sp>
        <p:nvSpPr>
          <p:cNvPr id="55" name="Tekstfelt 54">
            <a:extLst>
              <a:ext uri="{FF2B5EF4-FFF2-40B4-BE49-F238E27FC236}">
                <a16:creationId xmlns:a16="http://schemas.microsoft.com/office/drawing/2014/main" id="{39648905-6E8B-2334-A4E8-94A374366763}"/>
              </a:ext>
            </a:extLst>
          </p:cNvPr>
          <p:cNvSpPr txBox="1"/>
          <p:nvPr/>
        </p:nvSpPr>
        <p:spPr>
          <a:xfrm>
            <a:off x="6231721" y="5392517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0 </a:t>
            </a:r>
          </a:p>
        </p:txBody>
      </p:sp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A1975CF9-631F-4AEB-471B-545D07AB3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0F254-1779-4F6A-8A83-88ABF918FAC5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48" name="Pladsholder til sidefod 47">
            <a:extLst>
              <a:ext uri="{FF2B5EF4-FFF2-40B4-BE49-F238E27FC236}">
                <a16:creationId xmlns:a16="http://schemas.microsoft.com/office/drawing/2014/main" id="{A69B220F-6132-F457-3D21-38499B9473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52" name="Pladsholder til slidenummer 51">
            <a:extLst>
              <a:ext uri="{FF2B5EF4-FFF2-40B4-BE49-F238E27FC236}">
                <a16:creationId xmlns:a16="http://schemas.microsoft.com/office/drawing/2014/main" id="{6BD6A784-131A-9597-598A-0FFF4BD2B4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2A73C88-35DB-432F-9FBF-AA3A20422821}" type="slidenum">
              <a:rPr lang="da-DK" smtClean="0"/>
              <a:pPr/>
              <a:t>8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60065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47" grpId="0"/>
      <p:bldP spid="49" grpId="0" animBg="1"/>
      <p:bldP spid="50" grpId="0"/>
      <p:bldP spid="51" grpId="0"/>
      <p:bldP spid="53" grpId="0"/>
      <p:bldP spid="54" grpId="0"/>
      <p:bldP spid="5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931F783-0ECC-5645-E90E-01E1859F1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z="3200" dirty="0"/>
              <a:t>Kirchhoffs love anvendt på DC kredsløb</a:t>
            </a:r>
          </a:p>
        </p:txBody>
      </p:sp>
      <p:sp>
        <p:nvSpPr>
          <p:cNvPr id="25" name="Tekstfelt 24">
            <a:extLst>
              <a:ext uri="{FF2B5EF4-FFF2-40B4-BE49-F238E27FC236}">
                <a16:creationId xmlns:a16="http://schemas.microsoft.com/office/drawing/2014/main" id="{FDC678A6-19CF-8369-5E20-D39DA1A36990}"/>
              </a:ext>
            </a:extLst>
          </p:cNvPr>
          <p:cNvSpPr txBox="1"/>
          <p:nvPr/>
        </p:nvSpPr>
        <p:spPr>
          <a:xfrm>
            <a:off x="5472794" y="401533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R</a:t>
            </a:r>
          </a:p>
        </p:txBody>
      </p:sp>
      <p:grpSp>
        <p:nvGrpSpPr>
          <p:cNvPr id="63" name="Gruppe 62">
            <a:extLst>
              <a:ext uri="{FF2B5EF4-FFF2-40B4-BE49-F238E27FC236}">
                <a16:creationId xmlns:a16="http://schemas.microsoft.com/office/drawing/2014/main" id="{0FFDD62A-DB20-C407-C446-882262887E8A}"/>
              </a:ext>
            </a:extLst>
          </p:cNvPr>
          <p:cNvGrpSpPr/>
          <p:nvPr/>
        </p:nvGrpSpPr>
        <p:grpSpPr>
          <a:xfrm>
            <a:off x="609600" y="2136609"/>
            <a:ext cx="4863194" cy="3599855"/>
            <a:chOff x="609600" y="2136609"/>
            <a:chExt cx="4863194" cy="3599855"/>
          </a:xfrm>
        </p:grpSpPr>
        <p:sp>
          <p:nvSpPr>
            <p:cNvPr id="4" name="Rektangel 3">
              <a:extLst>
                <a:ext uri="{FF2B5EF4-FFF2-40B4-BE49-F238E27FC236}">
                  <a16:creationId xmlns:a16="http://schemas.microsoft.com/office/drawing/2014/main" id="{ED45BF28-4A3C-522C-A272-D5354D5828C4}"/>
                </a:ext>
              </a:extLst>
            </p:cNvPr>
            <p:cNvSpPr/>
            <p:nvPr/>
          </p:nvSpPr>
          <p:spPr>
            <a:xfrm>
              <a:off x="877476" y="3860345"/>
              <a:ext cx="276836" cy="7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cxnSp>
          <p:nvCxnSpPr>
            <p:cNvPr id="5" name="Lige forbindelse 4">
              <a:extLst>
                <a:ext uri="{FF2B5EF4-FFF2-40B4-BE49-F238E27FC236}">
                  <a16:creationId xmlns:a16="http://schemas.microsoft.com/office/drawing/2014/main" id="{4D51FFEF-EF18-0CFC-E603-8D09670D8F6C}"/>
                </a:ext>
              </a:extLst>
            </p:cNvPr>
            <p:cNvCxnSpPr>
              <a:cxnSpLocks/>
            </p:cNvCxnSpPr>
            <p:nvPr/>
          </p:nvCxnSpPr>
          <p:spPr>
            <a:xfrm>
              <a:off x="877476" y="3430977"/>
              <a:ext cx="27583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Lige forbindelse 5">
              <a:extLst>
                <a:ext uri="{FF2B5EF4-FFF2-40B4-BE49-F238E27FC236}">
                  <a16:creationId xmlns:a16="http://schemas.microsoft.com/office/drawing/2014/main" id="{4B982F8D-78FB-B21F-87A1-97D28D982650}"/>
                </a:ext>
              </a:extLst>
            </p:cNvPr>
            <p:cNvCxnSpPr>
              <a:cxnSpLocks/>
            </p:cNvCxnSpPr>
            <p:nvPr/>
          </p:nvCxnSpPr>
          <p:spPr>
            <a:xfrm>
              <a:off x="798871" y="3354098"/>
              <a:ext cx="43204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ktangel 6">
              <a:extLst>
                <a:ext uri="{FF2B5EF4-FFF2-40B4-BE49-F238E27FC236}">
                  <a16:creationId xmlns:a16="http://schemas.microsoft.com/office/drawing/2014/main" id="{081042EB-8021-E638-6246-D7149A9E6FF2}"/>
                </a:ext>
              </a:extLst>
            </p:cNvPr>
            <p:cNvSpPr/>
            <p:nvPr/>
          </p:nvSpPr>
          <p:spPr>
            <a:xfrm>
              <a:off x="3036717" y="3856448"/>
              <a:ext cx="276836" cy="73341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cxnSp>
          <p:nvCxnSpPr>
            <p:cNvPr id="8" name="Lige forbindelse 7">
              <a:extLst>
                <a:ext uri="{FF2B5EF4-FFF2-40B4-BE49-F238E27FC236}">
                  <a16:creationId xmlns:a16="http://schemas.microsoft.com/office/drawing/2014/main" id="{5E17551D-0658-8B16-1B3F-A72B33CA8450}"/>
                </a:ext>
              </a:extLst>
            </p:cNvPr>
            <p:cNvCxnSpPr>
              <a:cxnSpLocks/>
            </p:cNvCxnSpPr>
            <p:nvPr/>
          </p:nvCxnSpPr>
          <p:spPr>
            <a:xfrm>
              <a:off x="3037716" y="3426106"/>
              <a:ext cx="27583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Lige forbindelse 8">
              <a:extLst>
                <a:ext uri="{FF2B5EF4-FFF2-40B4-BE49-F238E27FC236}">
                  <a16:creationId xmlns:a16="http://schemas.microsoft.com/office/drawing/2014/main" id="{EEFDCB1F-C893-0969-A57C-19676A7AB017}"/>
                </a:ext>
              </a:extLst>
            </p:cNvPr>
            <p:cNvCxnSpPr>
              <a:cxnSpLocks/>
            </p:cNvCxnSpPr>
            <p:nvPr/>
          </p:nvCxnSpPr>
          <p:spPr>
            <a:xfrm>
              <a:off x="2964709" y="3354098"/>
              <a:ext cx="43204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ktangel 9">
              <a:extLst>
                <a:ext uri="{FF2B5EF4-FFF2-40B4-BE49-F238E27FC236}">
                  <a16:creationId xmlns:a16="http://schemas.microsoft.com/office/drawing/2014/main" id="{414CA199-9765-8911-C7A2-D4CECAA521E1}"/>
                </a:ext>
              </a:extLst>
            </p:cNvPr>
            <p:cNvSpPr/>
            <p:nvPr/>
          </p:nvSpPr>
          <p:spPr>
            <a:xfrm>
              <a:off x="5195958" y="3856448"/>
              <a:ext cx="276836" cy="71081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cxnSp>
          <p:nvCxnSpPr>
            <p:cNvPr id="11" name="Lige forbindelse 10">
              <a:extLst>
                <a:ext uri="{FF2B5EF4-FFF2-40B4-BE49-F238E27FC236}">
                  <a16:creationId xmlns:a16="http://schemas.microsoft.com/office/drawing/2014/main" id="{7B773E18-A3E1-E6AA-1F13-F686DE1F63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0493" y="2208072"/>
              <a:ext cx="0" cy="114602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Lige forbindelse 11">
              <a:extLst>
                <a:ext uri="{FF2B5EF4-FFF2-40B4-BE49-F238E27FC236}">
                  <a16:creationId xmlns:a16="http://schemas.microsoft.com/office/drawing/2014/main" id="{B0E4A7A1-D311-21FD-88C4-83A6CE96C245}"/>
                </a:ext>
              </a:extLst>
            </p:cNvPr>
            <p:cNvCxnSpPr/>
            <p:nvPr/>
          </p:nvCxnSpPr>
          <p:spPr>
            <a:xfrm>
              <a:off x="1020493" y="2208072"/>
              <a:ext cx="432048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Lige forbindelse 12">
              <a:extLst>
                <a:ext uri="{FF2B5EF4-FFF2-40B4-BE49-F238E27FC236}">
                  <a16:creationId xmlns:a16="http://schemas.microsoft.com/office/drawing/2014/main" id="{BD58A9D5-4400-0630-DEE8-B80AF3677069}"/>
                </a:ext>
              </a:extLst>
            </p:cNvPr>
            <p:cNvCxnSpPr>
              <a:endCxn id="10" idx="0"/>
            </p:cNvCxnSpPr>
            <p:nvPr/>
          </p:nvCxnSpPr>
          <p:spPr>
            <a:xfrm flipH="1">
              <a:off x="5334376" y="2208072"/>
              <a:ext cx="6597" cy="16483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Lige forbindelse 13">
              <a:extLst>
                <a:ext uri="{FF2B5EF4-FFF2-40B4-BE49-F238E27FC236}">
                  <a16:creationId xmlns:a16="http://schemas.microsoft.com/office/drawing/2014/main" id="{84C460AB-361C-6C54-46CB-B07609E638C7}"/>
                </a:ext>
              </a:extLst>
            </p:cNvPr>
            <p:cNvCxnSpPr/>
            <p:nvPr/>
          </p:nvCxnSpPr>
          <p:spPr>
            <a:xfrm>
              <a:off x="3180733" y="2208072"/>
              <a:ext cx="0" cy="114602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Lige forbindelse 14">
              <a:extLst>
                <a:ext uri="{FF2B5EF4-FFF2-40B4-BE49-F238E27FC236}">
                  <a16:creationId xmlns:a16="http://schemas.microsoft.com/office/drawing/2014/main" id="{0F06EDEF-D886-2283-11FE-FAC091268832}"/>
                </a:ext>
              </a:extLst>
            </p:cNvPr>
            <p:cNvCxnSpPr>
              <a:cxnSpLocks/>
              <a:stCxn id="4" idx="2"/>
            </p:cNvCxnSpPr>
            <p:nvPr/>
          </p:nvCxnSpPr>
          <p:spPr>
            <a:xfrm flipH="1">
              <a:off x="1014895" y="4580345"/>
              <a:ext cx="999" cy="115611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Lige forbindelse 15">
              <a:extLst>
                <a:ext uri="{FF2B5EF4-FFF2-40B4-BE49-F238E27FC236}">
                  <a16:creationId xmlns:a16="http://schemas.microsoft.com/office/drawing/2014/main" id="{9EFCA26E-82EB-6B39-6401-5E31AAC10B0A}"/>
                </a:ext>
              </a:extLst>
            </p:cNvPr>
            <p:cNvCxnSpPr/>
            <p:nvPr/>
          </p:nvCxnSpPr>
          <p:spPr>
            <a:xfrm>
              <a:off x="1014895" y="5736464"/>
              <a:ext cx="432607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Lige forbindelse 16">
              <a:extLst>
                <a:ext uri="{FF2B5EF4-FFF2-40B4-BE49-F238E27FC236}">
                  <a16:creationId xmlns:a16="http://schemas.microsoft.com/office/drawing/2014/main" id="{CBCE0F77-E941-8BE8-D68D-201BF8D641FB}"/>
                </a:ext>
              </a:extLst>
            </p:cNvPr>
            <p:cNvCxnSpPr>
              <a:cxnSpLocks/>
              <a:endCxn id="10" idx="2"/>
            </p:cNvCxnSpPr>
            <p:nvPr/>
          </p:nvCxnSpPr>
          <p:spPr>
            <a:xfrm flipV="1">
              <a:off x="5334376" y="4567263"/>
              <a:ext cx="0" cy="116920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Lige forbindelse 17">
              <a:extLst>
                <a:ext uri="{FF2B5EF4-FFF2-40B4-BE49-F238E27FC236}">
                  <a16:creationId xmlns:a16="http://schemas.microsoft.com/office/drawing/2014/main" id="{82DC5718-FC00-CF0C-D179-429565A9B82C}"/>
                </a:ext>
              </a:extLst>
            </p:cNvPr>
            <p:cNvCxnSpPr>
              <a:cxnSpLocks/>
              <a:endCxn id="7" idx="2"/>
            </p:cNvCxnSpPr>
            <p:nvPr/>
          </p:nvCxnSpPr>
          <p:spPr>
            <a:xfrm flipV="1">
              <a:off x="3175135" y="4589865"/>
              <a:ext cx="0" cy="114659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Bue 18">
              <a:extLst>
                <a:ext uri="{FF2B5EF4-FFF2-40B4-BE49-F238E27FC236}">
                  <a16:creationId xmlns:a16="http://schemas.microsoft.com/office/drawing/2014/main" id="{A8B15762-138F-7FDB-3313-4686FC5081BE}"/>
                </a:ext>
              </a:extLst>
            </p:cNvPr>
            <p:cNvSpPr/>
            <p:nvPr/>
          </p:nvSpPr>
          <p:spPr>
            <a:xfrm rot="10800000">
              <a:off x="1585387" y="2532108"/>
              <a:ext cx="1078121" cy="2880320"/>
            </a:xfrm>
            <a:prstGeom prst="arc">
              <a:avLst>
                <a:gd name="adj1" fmla="val 2854749"/>
                <a:gd name="adj2" fmla="val 19181829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20" name="Tekstfelt 19">
              <a:extLst>
                <a:ext uri="{FF2B5EF4-FFF2-40B4-BE49-F238E27FC236}">
                  <a16:creationId xmlns:a16="http://schemas.microsoft.com/office/drawing/2014/main" id="{8A678FD7-07DA-C73B-62E5-C0163D717D28}"/>
                </a:ext>
              </a:extLst>
            </p:cNvPr>
            <p:cNvSpPr txBox="1"/>
            <p:nvPr/>
          </p:nvSpPr>
          <p:spPr>
            <a:xfrm>
              <a:off x="1934496" y="3805863"/>
              <a:ext cx="2644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/>
                <a:t>1</a:t>
              </a:r>
            </a:p>
          </p:txBody>
        </p:sp>
        <p:sp>
          <p:nvSpPr>
            <p:cNvPr id="21" name="Bue 20">
              <a:extLst>
                <a:ext uri="{FF2B5EF4-FFF2-40B4-BE49-F238E27FC236}">
                  <a16:creationId xmlns:a16="http://schemas.microsoft.com/office/drawing/2014/main" id="{58EF76B8-A605-22B6-F0DB-98D12FE9BA12}"/>
                </a:ext>
              </a:extLst>
            </p:cNvPr>
            <p:cNvSpPr/>
            <p:nvPr/>
          </p:nvSpPr>
          <p:spPr>
            <a:xfrm rot="10800000">
              <a:off x="3745626" y="2507607"/>
              <a:ext cx="1078121" cy="2880320"/>
            </a:xfrm>
            <a:prstGeom prst="arc">
              <a:avLst>
                <a:gd name="adj1" fmla="val 2854749"/>
                <a:gd name="adj2" fmla="val 19181829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22" name="Tekstfelt 21">
              <a:extLst>
                <a:ext uri="{FF2B5EF4-FFF2-40B4-BE49-F238E27FC236}">
                  <a16:creationId xmlns:a16="http://schemas.microsoft.com/office/drawing/2014/main" id="{F539BB6D-DA9C-CA94-0AAA-4AD2A837F00E}"/>
                </a:ext>
              </a:extLst>
            </p:cNvPr>
            <p:cNvSpPr txBox="1"/>
            <p:nvPr/>
          </p:nvSpPr>
          <p:spPr>
            <a:xfrm>
              <a:off x="4094735" y="3781362"/>
              <a:ext cx="2644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/>
                <a:t>2</a:t>
              </a:r>
            </a:p>
          </p:txBody>
        </p:sp>
        <p:sp>
          <p:nvSpPr>
            <p:cNvPr id="23" name="Tekstfelt 22">
              <a:extLst>
                <a:ext uri="{FF2B5EF4-FFF2-40B4-BE49-F238E27FC236}">
                  <a16:creationId xmlns:a16="http://schemas.microsoft.com/office/drawing/2014/main" id="{18F60669-5786-94EF-A509-D02FC9A80AE4}"/>
                </a:ext>
              </a:extLst>
            </p:cNvPr>
            <p:cNvSpPr txBox="1"/>
            <p:nvPr/>
          </p:nvSpPr>
          <p:spPr>
            <a:xfrm>
              <a:off x="3209045" y="2944058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E</a:t>
              </a:r>
              <a:r>
                <a:rPr lang="da-DK" baseline="-25000" dirty="0"/>
                <a:t>2</a:t>
              </a:r>
              <a:endParaRPr lang="da-DK" dirty="0"/>
            </a:p>
          </p:txBody>
        </p:sp>
        <p:sp>
          <p:nvSpPr>
            <p:cNvPr id="24" name="Tekstfelt 23">
              <a:extLst>
                <a:ext uri="{FF2B5EF4-FFF2-40B4-BE49-F238E27FC236}">
                  <a16:creationId xmlns:a16="http://schemas.microsoft.com/office/drawing/2014/main" id="{815C846E-2814-A6AC-9172-3561BBBC8FB1}"/>
                </a:ext>
              </a:extLst>
            </p:cNvPr>
            <p:cNvSpPr txBox="1"/>
            <p:nvPr/>
          </p:nvSpPr>
          <p:spPr>
            <a:xfrm>
              <a:off x="1048541" y="2946503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E</a:t>
              </a:r>
              <a:r>
                <a:rPr lang="da-DK" baseline="-25000" dirty="0"/>
                <a:t>1</a:t>
              </a:r>
              <a:endParaRPr lang="da-DK" dirty="0"/>
            </a:p>
          </p:txBody>
        </p:sp>
        <p:sp>
          <p:nvSpPr>
            <p:cNvPr id="26" name="Tekstfelt 25">
              <a:extLst>
                <a:ext uri="{FF2B5EF4-FFF2-40B4-BE49-F238E27FC236}">
                  <a16:creationId xmlns:a16="http://schemas.microsoft.com/office/drawing/2014/main" id="{06546F02-5C57-68AE-726A-6AE19A09684A}"/>
                </a:ext>
              </a:extLst>
            </p:cNvPr>
            <p:cNvSpPr txBox="1"/>
            <p:nvPr/>
          </p:nvSpPr>
          <p:spPr>
            <a:xfrm>
              <a:off x="3271074" y="4035679"/>
              <a:ext cx="3882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R</a:t>
              </a:r>
              <a:r>
                <a:rPr lang="da-DK" baseline="-25000" dirty="0"/>
                <a:t>2</a:t>
              </a:r>
            </a:p>
          </p:txBody>
        </p:sp>
        <p:sp>
          <p:nvSpPr>
            <p:cNvPr id="27" name="Tekstfelt 26">
              <a:extLst>
                <a:ext uri="{FF2B5EF4-FFF2-40B4-BE49-F238E27FC236}">
                  <a16:creationId xmlns:a16="http://schemas.microsoft.com/office/drawing/2014/main" id="{4200C674-0255-834F-D307-F8DB459214F9}"/>
                </a:ext>
              </a:extLst>
            </p:cNvPr>
            <p:cNvSpPr txBox="1"/>
            <p:nvPr/>
          </p:nvSpPr>
          <p:spPr>
            <a:xfrm>
              <a:off x="1112430" y="4035719"/>
              <a:ext cx="3882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R</a:t>
              </a:r>
              <a:r>
                <a:rPr lang="da-DK" baseline="-25000" dirty="0"/>
                <a:t>1</a:t>
              </a:r>
              <a:endParaRPr lang="da-DK" baseline="30000" dirty="0"/>
            </a:p>
          </p:txBody>
        </p:sp>
        <p:sp>
          <p:nvSpPr>
            <p:cNvPr id="28" name="Tekstfelt 27">
              <a:extLst>
                <a:ext uri="{FF2B5EF4-FFF2-40B4-BE49-F238E27FC236}">
                  <a16:creationId xmlns:a16="http://schemas.microsoft.com/office/drawing/2014/main" id="{8D3C0FBE-35EE-FB3E-4E16-E96AD1710B6F}"/>
                </a:ext>
              </a:extLst>
            </p:cNvPr>
            <p:cNvSpPr txBox="1"/>
            <p:nvPr/>
          </p:nvSpPr>
          <p:spPr>
            <a:xfrm>
              <a:off x="609600" y="3032260"/>
              <a:ext cx="30008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a-DK" dirty="0"/>
                <a:t>+</a:t>
              </a:r>
            </a:p>
            <a:p>
              <a:pPr algn="ctr"/>
              <a:r>
                <a:rPr lang="da-DK" dirty="0"/>
                <a:t>-</a:t>
              </a:r>
            </a:p>
          </p:txBody>
        </p:sp>
        <p:sp>
          <p:nvSpPr>
            <p:cNvPr id="29" name="Tekstfelt 28">
              <a:extLst>
                <a:ext uri="{FF2B5EF4-FFF2-40B4-BE49-F238E27FC236}">
                  <a16:creationId xmlns:a16="http://schemas.microsoft.com/office/drawing/2014/main" id="{979A154A-A9F7-6CD5-CE4E-359B30116613}"/>
                </a:ext>
              </a:extLst>
            </p:cNvPr>
            <p:cNvSpPr txBox="1"/>
            <p:nvPr/>
          </p:nvSpPr>
          <p:spPr>
            <a:xfrm>
              <a:off x="2775378" y="3048099"/>
              <a:ext cx="30008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a-DK" dirty="0"/>
                <a:t>+</a:t>
              </a:r>
            </a:p>
            <a:p>
              <a:pPr algn="ctr"/>
              <a:r>
                <a:rPr lang="da-DK" dirty="0"/>
                <a:t>-</a:t>
              </a:r>
            </a:p>
          </p:txBody>
        </p:sp>
        <p:cxnSp>
          <p:nvCxnSpPr>
            <p:cNvPr id="30" name="Lige forbindelse 29">
              <a:extLst>
                <a:ext uri="{FF2B5EF4-FFF2-40B4-BE49-F238E27FC236}">
                  <a16:creationId xmlns:a16="http://schemas.microsoft.com/office/drawing/2014/main" id="{77E527B8-DB11-6130-D701-4DB2989355E2}"/>
                </a:ext>
              </a:extLst>
            </p:cNvPr>
            <p:cNvCxnSpPr>
              <a:endCxn id="4" idx="0"/>
            </p:cNvCxnSpPr>
            <p:nvPr/>
          </p:nvCxnSpPr>
          <p:spPr>
            <a:xfrm>
              <a:off x="1014895" y="3426106"/>
              <a:ext cx="999" cy="4342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Lige forbindelse 30">
              <a:extLst>
                <a:ext uri="{FF2B5EF4-FFF2-40B4-BE49-F238E27FC236}">
                  <a16:creationId xmlns:a16="http://schemas.microsoft.com/office/drawing/2014/main" id="{C76CF354-6685-7A47-AE56-B122CDE4FE65}"/>
                </a:ext>
              </a:extLst>
            </p:cNvPr>
            <p:cNvCxnSpPr/>
            <p:nvPr/>
          </p:nvCxnSpPr>
          <p:spPr>
            <a:xfrm>
              <a:off x="3169536" y="3430977"/>
              <a:ext cx="999" cy="4342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Pil: højre 31">
              <a:extLst>
                <a:ext uri="{FF2B5EF4-FFF2-40B4-BE49-F238E27FC236}">
                  <a16:creationId xmlns:a16="http://schemas.microsoft.com/office/drawing/2014/main" id="{595836AF-3DF9-ECD1-6574-08A22FE8A819}"/>
                </a:ext>
              </a:extLst>
            </p:cNvPr>
            <p:cNvSpPr/>
            <p:nvPr/>
          </p:nvSpPr>
          <p:spPr>
            <a:xfrm>
              <a:off x="2108352" y="2136609"/>
              <a:ext cx="90636" cy="14292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33" name="Pil: højre 32">
              <a:extLst>
                <a:ext uri="{FF2B5EF4-FFF2-40B4-BE49-F238E27FC236}">
                  <a16:creationId xmlns:a16="http://schemas.microsoft.com/office/drawing/2014/main" id="{7748DBD0-3397-AD13-B01B-A6689E7A5D6E}"/>
                </a:ext>
              </a:extLst>
            </p:cNvPr>
            <p:cNvSpPr/>
            <p:nvPr/>
          </p:nvSpPr>
          <p:spPr>
            <a:xfrm>
              <a:off x="4261994" y="2136609"/>
              <a:ext cx="90636" cy="14292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34" name="Pil: højre 33">
              <a:extLst>
                <a:ext uri="{FF2B5EF4-FFF2-40B4-BE49-F238E27FC236}">
                  <a16:creationId xmlns:a16="http://schemas.microsoft.com/office/drawing/2014/main" id="{28926145-397B-1B0B-4D9A-AF92C48EEF0D}"/>
                </a:ext>
              </a:extLst>
            </p:cNvPr>
            <p:cNvSpPr/>
            <p:nvPr/>
          </p:nvSpPr>
          <p:spPr>
            <a:xfrm rot="16200000">
              <a:off x="3145501" y="2506282"/>
              <a:ext cx="90636" cy="14292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35" name="Tekstfelt 34">
              <a:extLst>
                <a:ext uri="{FF2B5EF4-FFF2-40B4-BE49-F238E27FC236}">
                  <a16:creationId xmlns:a16="http://schemas.microsoft.com/office/drawing/2014/main" id="{EB822B9A-2C80-01CF-D6CD-D57C077E35B5}"/>
                </a:ext>
              </a:extLst>
            </p:cNvPr>
            <p:cNvSpPr txBox="1"/>
            <p:nvPr/>
          </p:nvSpPr>
          <p:spPr>
            <a:xfrm>
              <a:off x="1912823" y="2167812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I</a:t>
              </a:r>
            </a:p>
          </p:txBody>
        </p:sp>
        <p:sp>
          <p:nvSpPr>
            <p:cNvPr id="36" name="Tekstfelt 35">
              <a:extLst>
                <a:ext uri="{FF2B5EF4-FFF2-40B4-BE49-F238E27FC236}">
                  <a16:creationId xmlns:a16="http://schemas.microsoft.com/office/drawing/2014/main" id="{C0E02750-5CBB-C78E-908C-BE3678C2B491}"/>
                </a:ext>
              </a:extLst>
            </p:cNvPr>
            <p:cNvSpPr txBox="1"/>
            <p:nvPr/>
          </p:nvSpPr>
          <p:spPr>
            <a:xfrm>
              <a:off x="2768781" y="2373008"/>
              <a:ext cx="3523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/>
                <a:t>I</a:t>
              </a:r>
              <a:r>
                <a:rPr lang="da-DK" baseline="-25000" dirty="0"/>
                <a:t>1</a:t>
              </a:r>
            </a:p>
          </p:txBody>
        </p:sp>
        <p:sp>
          <p:nvSpPr>
            <p:cNvPr id="37" name="Tekstfelt 36">
              <a:extLst>
                <a:ext uri="{FF2B5EF4-FFF2-40B4-BE49-F238E27FC236}">
                  <a16:creationId xmlns:a16="http://schemas.microsoft.com/office/drawing/2014/main" id="{B1D5AA0D-4B1F-BB16-B32D-27751D0B0F11}"/>
                </a:ext>
              </a:extLst>
            </p:cNvPr>
            <p:cNvSpPr txBox="1"/>
            <p:nvPr/>
          </p:nvSpPr>
          <p:spPr>
            <a:xfrm>
              <a:off x="4067306" y="2166461"/>
              <a:ext cx="3209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I</a:t>
              </a:r>
              <a:r>
                <a:rPr lang="da-DK" baseline="-25000" dirty="0"/>
                <a:t>2</a:t>
              </a:r>
            </a:p>
          </p:txBody>
        </p:sp>
        <p:sp>
          <p:nvSpPr>
            <p:cNvPr id="38" name="Pil: højre 37">
              <a:extLst>
                <a:ext uri="{FF2B5EF4-FFF2-40B4-BE49-F238E27FC236}">
                  <a16:creationId xmlns:a16="http://schemas.microsoft.com/office/drawing/2014/main" id="{FEFD17B4-9C4E-63D5-4612-E44FE5FCEE73}"/>
                </a:ext>
              </a:extLst>
            </p:cNvPr>
            <p:cNvSpPr/>
            <p:nvPr/>
          </p:nvSpPr>
          <p:spPr>
            <a:xfrm rot="16200000">
              <a:off x="1107485" y="3117050"/>
              <a:ext cx="518910" cy="64196"/>
            </a:xfrm>
            <a:prstGeom prst="rightArrow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39" name="Pil: højre 38">
              <a:extLst>
                <a:ext uri="{FF2B5EF4-FFF2-40B4-BE49-F238E27FC236}">
                  <a16:creationId xmlns:a16="http://schemas.microsoft.com/office/drawing/2014/main" id="{D0888C9B-D6CC-67F8-C6D3-0C84B4F4E2B2}"/>
                </a:ext>
              </a:extLst>
            </p:cNvPr>
            <p:cNvSpPr/>
            <p:nvPr/>
          </p:nvSpPr>
          <p:spPr>
            <a:xfrm rot="16200000">
              <a:off x="3279638" y="3103525"/>
              <a:ext cx="518910" cy="64196"/>
            </a:xfrm>
            <a:prstGeom prst="rightArrow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40" name="Tekstfelt 39">
            <a:extLst>
              <a:ext uri="{FF2B5EF4-FFF2-40B4-BE49-F238E27FC236}">
                <a16:creationId xmlns:a16="http://schemas.microsoft.com/office/drawing/2014/main" id="{C448AA97-04A7-E104-5A63-7D15A6EF0E06}"/>
              </a:ext>
            </a:extLst>
          </p:cNvPr>
          <p:cNvSpPr txBox="1"/>
          <p:nvPr/>
        </p:nvSpPr>
        <p:spPr>
          <a:xfrm>
            <a:off x="638910" y="1432963"/>
            <a:ext cx="7730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Så er vi ved at være i mål, og skal lige have fundet resultaterne på de 3 strømme.</a:t>
            </a:r>
          </a:p>
        </p:txBody>
      </p:sp>
      <p:sp>
        <p:nvSpPr>
          <p:cNvPr id="41" name="Tekstfelt 40">
            <a:extLst>
              <a:ext uri="{FF2B5EF4-FFF2-40B4-BE49-F238E27FC236}">
                <a16:creationId xmlns:a16="http://schemas.microsoft.com/office/drawing/2014/main" id="{E7BFCD4F-1AB1-190A-000B-3C49D33FA70A}"/>
              </a:ext>
            </a:extLst>
          </p:cNvPr>
          <p:cNvSpPr txBox="1"/>
          <p:nvPr/>
        </p:nvSpPr>
        <p:spPr>
          <a:xfrm>
            <a:off x="8101041" y="2492074"/>
            <a:ext cx="2061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8 ‧ I = -10 ‧ I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+ 24 </a:t>
            </a:r>
          </a:p>
        </p:txBody>
      </p:sp>
      <p:sp>
        <p:nvSpPr>
          <p:cNvPr id="42" name="Tekstfelt 41">
            <a:extLst>
              <a:ext uri="{FF2B5EF4-FFF2-40B4-BE49-F238E27FC236}">
                <a16:creationId xmlns:a16="http://schemas.microsoft.com/office/drawing/2014/main" id="{7D494BF3-928A-80B5-E246-0E4A0196AC8C}"/>
              </a:ext>
            </a:extLst>
          </p:cNvPr>
          <p:cNvSpPr txBox="1"/>
          <p:nvPr/>
        </p:nvSpPr>
        <p:spPr>
          <a:xfrm>
            <a:off x="6026746" y="2492074"/>
            <a:ext cx="1388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I = 2 ‧ I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+3 </a:t>
            </a:r>
          </a:p>
        </p:txBody>
      </p:sp>
      <p:sp>
        <p:nvSpPr>
          <p:cNvPr id="43" name="Tekstfelt 42">
            <a:extLst>
              <a:ext uri="{FF2B5EF4-FFF2-40B4-BE49-F238E27FC236}">
                <a16:creationId xmlns:a16="http://schemas.microsoft.com/office/drawing/2014/main" id="{D29DFEC2-0314-C169-8F09-952739B8B002}"/>
              </a:ext>
            </a:extLst>
          </p:cNvPr>
          <p:cNvSpPr txBox="1"/>
          <p:nvPr/>
        </p:nvSpPr>
        <p:spPr>
          <a:xfrm>
            <a:off x="6029568" y="2190503"/>
            <a:ext cx="1234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Kredsløb 1:</a:t>
            </a:r>
          </a:p>
        </p:txBody>
      </p:sp>
      <p:sp>
        <p:nvSpPr>
          <p:cNvPr id="44" name="Tekstfelt 43">
            <a:extLst>
              <a:ext uri="{FF2B5EF4-FFF2-40B4-BE49-F238E27FC236}">
                <a16:creationId xmlns:a16="http://schemas.microsoft.com/office/drawing/2014/main" id="{66574554-FF5D-6E80-0E7E-5C3834EF357D}"/>
              </a:ext>
            </a:extLst>
          </p:cNvPr>
          <p:cNvSpPr txBox="1"/>
          <p:nvPr/>
        </p:nvSpPr>
        <p:spPr>
          <a:xfrm>
            <a:off x="8101041" y="2190503"/>
            <a:ext cx="1234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Kredsløb 2:</a:t>
            </a:r>
          </a:p>
        </p:txBody>
      </p:sp>
      <p:sp>
        <p:nvSpPr>
          <p:cNvPr id="2" name="Tekstfelt 1">
            <a:extLst>
              <a:ext uri="{FF2B5EF4-FFF2-40B4-BE49-F238E27FC236}">
                <a16:creationId xmlns:a16="http://schemas.microsoft.com/office/drawing/2014/main" id="{0EB01EE2-6312-B0A7-990C-45864D5076F6}"/>
              </a:ext>
            </a:extLst>
          </p:cNvPr>
          <p:cNvSpPr txBox="1"/>
          <p:nvPr/>
        </p:nvSpPr>
        <p:spPr>
          <a:xfrm>
            <a:off x="6026746" y="3048099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da-DK" b="1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da-DK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0 A </a:t>
            </a:r>
          </a:p>
        </p:txBody>
      </p:sp>
      <p:sp>
        <p:nvSpPr>
          <p:cNvPr id="48" name="Tekstfelt 47">
            <a:extLst>
              <a:ext uri="{FF2B5EF4-FFF2-40B4-BE49-F238E27FC236}">
                <a16:creationId xmlns:a16="http://schemas.microsoft.com/office/drawing/2014/main" id="{54571EFF-7E42-75B7-1010-F12BCEA5C4D0}"/>
              </a:ext>
            </a:extLst>
          </p:cNvPr>
          <p:cNvSpPr txBox="1"/>
          <p:nvPr/>
        </p:nvSpPr>
        <p:spPr>
          <a:xfrm>
            <a:off x="6046211" y="3531714"/>
            <a:ext cx="504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I = 2 ‧ I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+3   ⇒   I = 2 </a:t>
            </a:r>
            <a:r>
              <a:rPr lang="da-DK" i="1" dirty="0">
                <a:latin typeface="Segoe UI Symbol" panose="020B0502040204020203" pitchFamily="34" charset="0"/>
                <a:ea typeface="Segoe UI Symbol" panose="020B0502040204020203" pitchFamily="34" charset="0"/>
              </a:rPr>
              <a:t>‧ 0 + 3   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⇒   </a:t>
            </a:r>
            <a:r>
              <a:rPr lang="da-DK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I = 3 A</a:t>
            </a:r>
          </a:p>
        </p:txBody>
      </p:sp>
      <p:sp>
        <p:nvSpPr>
          <p:cNvPr id="52" name="Tekstfelt 51">
            <a:extLst>
              <a:ext uri="{FF2B5EF4-FFF2-40B4-BE49-F238E27FC236}">
                <a16:creationId xmlns:a16="http://schemas.microsoft.com/office/drawing/2014/main" id="{35A699D5-655E-60B0-87A4-BA8B04B451BD}"/>
              </a:ext>
            </a:extLst>
          </p:cNvPr>
          <p:cNvSpPr txBox="1"/>
          <p:nvPr/>
        </p:nvSpPr>
        <p:spPr>
          <a:xfrm>
            <a:off x="6046211" y="4688259"/>
            <a:ext cx="5706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24 = 2 ‧ I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+ 8 ‧ I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⇒  8 ‧ I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2 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24 – 2 ‧ 0  ⇒   </a:t>
            </a:r>
            <a:r>
              <a:rPr lang="da-DK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da-DK" b="1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2 </a:t>
            </a:r>
            <a:r>
              <a:rPr lang="da-DK" b="1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3 A </a:t>
            </a:r>
          </a:p>
        </p:txBody>
      </p:sp>
      <p:sp>
        <p:nvSpPr>
          <p:cNvPr id="56" name="Tekstfelt 55">
            <a:extLst>
              <a:ext uri="{FF2B5EF4-FFF2-40B4-BE49-F238E27FC236}">
                <a16:creationId xmlns:a16="http://schemas.microsoft.com/office/drawing/2014/main" id="{8D0C4AFA-9C04-4204-8E6B-C8F74D8D2D67}"/>
              </a:ext>
            </a:extLst>
          </p:cNvPr>
          <p:cNvSpPr txBox="1"/>
          <p:nvPr/>
        </p:nvSpPr>
        <p:spPr>
          <a:xfrm>
            <a:off x="6096000" y="3997596"/>
            <a:ext cx="57514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Vi mangler og beregne </a:t>
            </a:r>
            <a:r>
              <a:rPr lang="da-DK" i="1" dirty="0"/>
              <a:t>I2</a:t>
            </a:r>
            <a:r>
              <a:rPr lang="da-DK" dirty="0"/>
              <a:t> så vi hopper lige tilbage til slide 6 </a:t>
            </a:r>
          </a:p>
          <a:p>
            <a:r>
              <a:rPr lang="da-DK" dirty="0"/>
              <a:t>og finder en ligning hvor den indgår, og beregner den.</a:t>
            </a:r>
          </a:p>
        </p:txBody>
      </p:sp>
      <p:sp>
        <p:nvSpPr>
          <p:cNvPr id="57" name="Tekstfelt 56">
            <a:extLst>
              <a:ext uri="{FF2B5EF4-FFF2-40B4-BE49-F238E27FC236}">
                <a16:creationId xmlns:a16="http://schemas.microsoft.com/office/drawing/2014/main" id="{040BC936-EE65-3060-AB61-45717505CEAE}"/>
              </a:ext>
            </a:extLst>
          </p:cNvPr>
          <p:cNvSpPr txBox="1"/>
          <p:nvPr/>
        </p:nvSpPr>
        <p:spPr>
          <a:xfrm>
            <a:off x="6101501" y="5635789"/>
            <a:ext cx="4323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I + I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= I</a:t>
            </a:r>
            <a:r>
              <a: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da-DK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⇒   3 + 0 = 3 </a:t>
            </a:r>
            <a:endParaRPr lang="da-DK" dirty="0"/>
          </a:p>
        </p:txBody>
      </p:sp>
      <p:sp>
        <p:nvSpPr>
          <p:cNvPr id="58" name="Tekstfelt 57">
            <a:extLst>
              <a:ext uri="{FF2B5EF4-FFF2-40B4-BE49-F238E27FC236}">
                <a16:creationId xmlns:a16="http://schemas.microsoft.com/office/drawing/2014/main" id="{41614717-506F-1659-EA14-53D6E3B652BF}"/>
              </a:ext>
            </a:extLst>
          </p:cNvPr>
          <p:cNvSpPr txBox="1"/>
          <p:nvPr/>
        </p:nvSpPr>
        <p:spPr>
          <a:xfrm>
            <a:off x="6046211" y="5240371"/>
            <a:ext cx="4740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Vi kan kontrollere med den første ligning vi skrev</a:t>
            </a:r>
          </a:p>
        </p:txBody>
      </p:sp>
      <p:sp>
        <p:nvSpPr>
          <p:cNvPr id="60" name="Tekstfelt 59">
            <a:extLst>
              <a:ext uri="{FF2B5EF4-FFF2-40B4-BE49-F238E27FC236}">
                <a16:creationId xmlns:a16="http://schemas.microsoft.com/office/drawing/2014/main" id="{BDF3F542-D339-79A7-AC9B-74DC1692CB55}"/>
              </a:ext>
            </a:extLst>
          </p:cNvPr>
          <p:cNvSpPr txBox="1"/>
          <p:nvPr/>
        </p:nvSpPr>
        <p:spPr>
          <a:xfrm>
            <a:off x="6099944" y="6093296"/>
            <a:ext cx="3668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/>
              <a:t>Kontrollere selv med Kirchhoffs 1 lov</a:t>
            </a:r>
          </a:p>
        </p:txBody>
      </p:sp>
      <p:sp>
        <p:nvSpPr>
          <p:cNvPr id="62" name="Tekstfelt 61">
            <a:extLst>
              <a:ext uri="{FF2B5EF4-FFF2-40B4-BE49-F238E27FC236}">
                <a16:creationId xmlns:a16="http://schemas.microsoft.com/office/drawing/2014/main" id="{BB218264-923D-B5B7-0327-62EE2C6C039D}"/>
              </a:ext>
            </a:extLst>
          </p:cNvPr>
          <p:cNvSpPr txBox="1"/>
          <p:nvPr/>
        </p:nvSpPr>
        <p:spPr>
          <a:xfrm>
            <a:off x="10003184" y="6093296"/>
            <a:ext cx="8427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b="0" i="0" dirty="0">
                <a:solidFill>
                  <a:srgbClr val="202122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Σ</a:t>
            </a:r>
            <a:r>
              <a:rPr lang="da-DK" b="0" i="0" dirty="0">
                <a:solidFill>
                  <a:srgbClr val="202122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I = 0</a:t>
            </a:r>
            <a:endParaRPr lang="da-DK" dirty="0"/>
          </a:p>
        </p:txBody>
      </p:sp>
      <p:sp>
        <p:nvSpPr>
          <p:cNvPr id="45" name="Pladsholder til dato 44">
            <a:extLst>
              <a:ext uri="{FF2B5EF4-FFF2-40B4-BE49-F238E27FC236}">
                <a16:creationId xmlns:a16="http://schemas.microsoft.com/office/drawing/2014/main" id="{102B3D24-CC64-4CD1-C484-B8C4EC68F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C8D0A-B841-49D1-96C3-C6BC820AF435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46" name="Pladsholder til sidefod 45">
            <a:extLst>
              <a:ext uri="{FF2B5EF4-FFF2-40B4-BE49-F238E27FC236}">
                <a16:creationId xmlns:a16="http://schemas.microsoft.com/office/drawing/2014/main" id="{275EFBDC-3EDE-A430-A809-F3C3A535D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47" name="Pladsholder til slidenummer 46">
            <a:extLst>
              <a:ext uri="{FF2B5EF4-FFF2-40B4-BE49-F238E27FC236}">
                <a16:creationId xmlns:a16="http://schemas.microsoft.com/office/drawing/2014/main" id="{B10615FA-4184-E534-70F0-41E3863A3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2A73C88-35DB-432F-9FBF-AA3A20422821}" type="slidenum">
              <a:rPr lang="da-DK" smtClean="0"/>
              <a:pPr/>
              <a:t>9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1507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52" grpId="0"/>
      <p:bldP spid="56" grpId="0"/>
      <p:bldP spid="57" grpId="0"/>
      <p:bldP spid="58" grpId="0"/>
      <p:bldP spid="60" grpId="0"/>
      <p:bldP spid="6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2FB873D0-DD6F-7FF0-6082-8998F5802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z="3200" dirty="0"/>
              <a:t>Kirchhoffs love anvendt på DC kredsløb</a:t>
            </a:r>
            <a:endParaRPr lang="da-DK" dirty="0"/>
          </a:p>
        </p:txBody>
      </p:sp>
      <p:grpSp>
        <p:nvGrpSpPr>
          <p:cNvPr id="8" name="Gruppe 7">
            <a:extLst>
              <a:ext uri="{FF2B5EF4-FFF2-40B4-BE49-F238E27FC236}">
                <a16:creationId xmlns:a16="http://schemas.microsoft.com/office/drawing/2014/main" id="{2B57F573-B117-515A-C4A9-BCB817AA5288}"/>
              </a:ext>
            </a:extLst>
          </p:cNvPr>
          <p:cNvGrpSpPr/>
          <p:nvPr/>
        </p:nvGrpSpPr>
        <p:grpSpPr>
          <a:xfrm>
            <a:off x="609600" y="2136609"/>
            <a:ext cx="4863194" cy="3599855"/>
            <a:chOff x="609600" y="2136609"/>
            <a:chExt cx="4863194" cy="3599855"/>
          </a:xfrm>
        </p:grpSpPr>
        <p:sp>
          <p:nvSpPr>
            <p:cNvPr id="9" name="Rektangel 8">
              <a:extLst>
                <a:ext uri="{FF2B5EF4-FFF2-40B4-BE49-F238E27FC236}">
                  <a16:creationId xmlns:a16="http://schemas.microsoft.com/office/drawing/2014/main" id="{3071E4CB-9B5D-440C-27AD-05A5353B47E6}"/>
                </a:ext>
              </a:extLst>
            </p:cNvPr>
            <p:cNvSpPr/>
            <p:nvPr/>
          </p:nvSpPr>
          <p:spPr>
            <a:xfrm>
              <a:off x="877476" y="3860345"/>
              <a:ext cx="276836" cy="7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cxnSp>
          <p:nvCxnSpPr>
            <p:cNvPr id="10" name="Lige forbindelse 9">
              <a:extLst>
                <a:ext uri="{FF2B5EF4-FFF2-40B4-BE49-F238E27FC236}">
                  <a16:creationId xmlns:a16="http://schemas.microsoft.com/office/drawing/2014/main" id="{8FAC8536-17D7-02AE-6A29-3B0A0FF9DB88}"/>
                </a:ext>
              </a:extLst>
            </p:cNvPr>
            <p:cNvCxnSpPr>
              <a:cxnSpLocks/>
            </p:cNvCxnSpPr>
            <p:nvPr/>
          </p:nvCxnSpPr>
          <p:spPr>
            <a:xfrm>
              <a:off x="877476" y="3430977"/>
              <a:ext cx="27583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Lige forbindelse 10">
              <a:extLst>
                <a:ext uri="{FF2B5EF4-FFF2-40B4-BE49-F238E27FC236}">
                  <a16:creationId xmlns:a16="http://schemas.microsoft.com/office/drawing/2014/main" id="{A156F3FC-F774-9769-4F77-5E90722B4E06}"/>
                </a:ext>
              </a:extLst>
            </p:cNvPr>
            <p:cNvCxnSpPr>
              <a:cxnSpLocks/>
            </p:cNvCxnSpPr>
            <p:nvPr/>
          </p:nvCxnSpPr>
          <p:spPr>
            <a:xfrm>
              <a:off x="798871" y="3354098"/>
              <a:ext cx="43204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ktangel 11">
              <a:extLst>
                <a:ext uri="{FF2B5EF4-FFF2-40B4-BE49-F238E27FC236}">
                  <a16:creationId xmlns:a16="http://schemas.microsoft.com/office/drawing/2014/main" id="{B4F0E033-5960-6FB6-8373-E4C5861F11A2}"/>
                </a:ext>
              </a:extLst>
            </p:cNvPr>
            <p:cNvSpPr/>
            <p:nvPr/>
          </p:nvSpPr>
          <p:spPr>
            <a:xfrm>
              <a:off x="3036717" y="3856448"/>
              <a:ext cx="276836" cy="73341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cxnSp>
          <p:nvCxnSpPr>
            <p:cNvPr id="13" name="Lige forbindelse 12">
              <a:extLst>
                <a:ext uri="{FF2B5EF4-FFF2-40B4-BE49-F238E27FC236}">
                  <a16:creationId xmlns:a16="http://schemas.microsoft.com/office/drawing/2014/main" id="{F4C5A0A8-C5BF-23C4-2C42-DCB65E72AB5D}"/>
                </a:ext>
              </a:extLst>
            </p:cNvPr>
            <p:cNvCxnSpPr>
              <a:cxnSpLocks/>
            </p:cNvCxnSpPr>
            <p:nvPr/>
          </p:nvCxnSpPr>
          <p:spPr>
            <a:xfrm>
              <a:off x="3037716" y="3426106"/>
              <a:ext cx="27583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Lige forbindelse 13">
              <a:extLst>
                <a:ext uri="{FF2B5EF4-FFF2-40B4-BE49-F238E27FC236}">
                  <a16:creationId xmlns:a16="http://schemas.microsoft.com/office/drawing/2014/main" id="{F07A0744-E84C-4ADB-2B5A-1CC6067F7352}"/>
                </a:ext>
              </a:extLst>
            </p:cNvPr>
            <p:cNvCxnSpPr>
              <a:cxnSpLocks/>
            </p:cNvCxnSpPr>
            <p:nvPr/>
          </p:nvCxnSpPr>
          <p:spPr>
            <a:xfrm>
              <a:off x="2964709" y="3354098"/>
              <a:ext cx="43204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ktangel 14">
              <a:extLst>
                <a:ext uri="{FF2B5EF4-FFF2-40B4-BE49-F238E27FC236}">
                  <a16:creationId xmlns:a16="http://schemas.microsoft.com/office/drawing/2014/main" id="{5D28A282-63CD-CC18-4F85-14BC718CF18F}"/>
                </a:ext>
              </a:extLst>
            </p:cNvPr>
            <p:cNvSpPr/>
            <p:nvPr/>
          </p:nvSpPr>
          <p:spPr>
            <a:xfrm>
              <a:off x="5195958" y="3856448"/>
              <a:ext cx="276836" cy="71081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cxnSp>
          <p:nvCxnSpPr>
            <p:cNvPr id="16" name="Lige forbindelse 15">
              <a:extLst>
                <a:ext uri="{FF2B5EF4-FFF2-40B4-BE49-F238E27FC236}">
                  <a16:creationId xmlns:a16="http://schemas.microsoft.com/office/drawing/2014/main" id="{5A000AE0-9FEE-8E1A-4F37-56A2411FF6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0493" y="2208072"/>
              <a:ext cx="0" cy="114602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Lige forbindelse 16">
              <a:extLst>
                <a:ext uri="{FF2B5EF4-FFF2-40B4-BE49-F238E27FC236}">
                  <a16:creationId xmlns:a16="http://schemas.microsoft.com/office/drawing/2014/main" id="{C0B7CF63-9F33-D351-1AA4-FD902203C51B}"/>
                </a:ext>
              </a:extLst>
            </p:cNvPr>
            <p:cNvCxnSpPr/>
            <p:nvPr/>
          </p:nvCxnSpPr>
          <p:spPr>
            <a:xfrm>
              <a:off x="1020493" y="2208072"/>
              <a:ext cx="432048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Lige forbindelse 17">
              <a:extLst>
                <a:ext uri="{FF2B5EF4-FFF2-40B4-BE49-F238E27FC236}">
                  <a16:creationId xmlns:a16="http://schemas.microsoft.com/office/drawing/2014/main" id="{B96CE57D-5A6B-0BF1-6973-681F4D8EA6A3}"/>
                </a:ext>
              </a:extLst>
            </p:cNvPr>
            <p:cNvCxnSpPr>
              <a:endCxn id="15" idx="0"/>
            </p:cNvCxnSpPr>
            <p:nvPr/>
          </p:nvCxnSpPr>
          <p:spPr>
            <a:xfrm flipH="1">
              <a:off x="5334376" y="2208072"/>
              <a:ext cx="6597" cy="16483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Lige forbindelse 18">
              <a:extLst>
                <a:ext uri="{FF2B5EF4-FFF2-40B4-BE49-F238E27FC236}">
                  <a16:creationId xmlns:a16="http://schemas.microsoft.com/office/drawing/2014/main" id="{89463AEE-3B6C-CAB1-0F24-014FDC371E69}"/>
                </a:ext>
              </a:extLst>
            </p:cNvPr>
            <p:cNvCxnSpPr/>
            <p:nvPr/>
          </p:nvCxnSpPr>
          <p:spPr>
            <a:xfrm>
              <a:off x="3180733" y="2208072"/>
              <a:ext cx="0" cy="114602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Lige forbindelse 19">
              <a:extLst>
                <a:ext uri="{FF2B5EF4-FFF2-40B4-BE49-F238E27FC236}">
                  <a16:creationId xmlns:a16="http://schemas.microsoft.com/office/drawing/2014/main" id="{29446240-5096-61B1-5DAE-298EF0DAF1DD}"/>
                </a:ext>
              </a:extLst>
            </p:cNvPr>
            <p:cNvCxnSpPr>
              <a:cxnSpLocks/>
              <a:stCxn id="9" idx="2"/>
            </p:cNvCxnSpPr>
            <p:nvPr/>
          </p:nvCxnSpPr>
          <p:spPr>
            <a:xfrm flipH="1">
              <a:off x="1014895" y="4580345"/>
              <a:ext cx="999" cy="115611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Lige forbindelse 20">
              <a:extLst>
                <a:ext uri="{FF2B5EF4-FFF2-40B4-BE49-F238E27FC236}">
                  <a16:creationId xmlns:a16="http://schemas.microsoft.com/office/drawing/2014/main" id="{DC8B5948-E834-0BF5-3E4D-9777BE784AED}"/>
                </a:ext>
              </a:extLst>
            </p:cNvPr>
            <p:cNvCxnSpPr/>
            <p:nvPr/>
          </p:nvCxnSpPr>
          <p:spPr>
            <a:xfrm>
              <a:off x="1014895" y="5736464"/>
              <a:ext cx="432607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Lige forbindelse 21">
              <a:extLst>
                <a:ext uri="{FF2B5EF4-FFF2-40B4-BE49-F238E27FC236}">
                  <a16:creationId xmlns:a16="http://schemas.microsoft.com/office/drawing/2014/main" id="{EEDEDAFD-B520-082A-79D2-9782EAD5FD44}"/>
                </a:ext>
              </a:extLst>
            </p:cNvPr>
            <p:cNvCxnSpPr>
              <a:cxnSpLocks/>
              <a:endCxn id="15" idx="2"/>
            </p:cNvCxnSpPr>
            <p:nvPr/>
          </p:nvCxnSpPr>
          <p:spPr>
            <a:xfrm flipV="1">
              <a:off x="5334376" y="4567263"/>
              <a:ext cx="0" cy="116920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Lige forbindelse 22">
              <a:extLst>
                <a:ext uri="{FF2B5EF4-FFF2-40B4-BE49-F238E27FC236}">
                  <a16:creationId xmlns:a16="http://schemas.microsoft.com/office/drawing/2014/main" id="{48E0703E-A281-9944-22E1-48326C92DF37}"/>
                </a:ext>
              </a:extLst>
            </p:cNvPr>
            <p:cNvCxnSpPr>
              <a:cxnSpLocks/>
              <a:endCxn id="12" idx="2"/>
            </p:cNvCxnSpPr>
            <p:nvPr/>
          </p:nvCxnSpPr>
          <p:spPr>
            <a:xfrm flipV="1">
              <a:off x="3175135" y="4589865"/>
              <a:ext cx="0" cy="114659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Bue 23">
              <a:extLst>
                <a:ext uri="{FF2B5EF4-FFF2-40B4-BE49-F238E27FC236}">
                  <a16:creationId xmlns:a16="http://schemas.microsoft.com/office/drawing/2014/main" id="{145A5D88-B316-42CA-1880-575A56D086E5}"/>
                </a:ext>
              </a:extLst>
            </p:cNvPr>
            <p:cNvSpPr/>
            <p:nvPr/>
          </p:nvSpPr>
          <p:spPr>
            <a:xfrm rot="10800000">
              <a:off x="1585387" y="2532108"/>
              <a:ext cx="1078121" cy="2880320"/>
            </a:xfrm>
            <a:prstGeom prst="arc">
              <a:avLst>
                <a:gd name="adj1" fmla="val 2854749"/>
                <a:gd name="adj2" fmla="val 19181829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25" name="Tekstfelt 24">
              <a:extLst>
                <a:ext uri="{FF2B5EF4-FFF2-40B4-BE49-F238E27FC236}">
                  <a16:creationId xmlns:a16="http://schemas.microsoft.com/office/drawing/2014/main" id="{74DC98DB-8AA9-3C95-10B8-A3A322749BE2}"/>
                </a:ext>
              </a:extLst>
            </p:cNvPr>
            <p:cNvSpPr txBox="1"/>
            <p:nvPr/>
          </p:nvSpPr>
          <p:spPr>
            <a:xfrm>
              <a:off x="1934496" y="3805863"/>
              <a:ext cx="2644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/>
                <a:t>1</a:t>
              </a:r>
            </a:p>
          </p:txBody>
        </p:sp>
        <p:sp>
          <p:nvSpPr>
            <p:cNvPr id="26" name="Bue 25">
              <a:extLst>
                <a:ext uri="{FF2B5EF4-FFF2-40B4-BE49-F238E27FC236}">
                  <a16:creationId xmlns:a16="http://schemas.microsoft.com/office/drawing/2014/main" id="{4248E21F-9474-7371-FB28-8BF35C3C61C2}"/>
                </a:ext>
              </a:extLst>
            </p:cNvPr>
            <p:cNvSpPr/>
            <p:nvPr/>
          </p:nvSpPr>
          <p:spPr>
            <a:xfrm rot="10800000">
              <a:off x="3745626" y="2507607"/>
              <a:ext cx="1078121" cy="2880320"/>
            </a:xfrm>
            <a:prstGeom prst="arc">
              <a:avLst>
                <a:gd name="adj1" fmla="val 2854749"/>
                <a:gd name="adj2" fmla="val 19181829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27" name="Tekstfelt 26">
              <a:extLst>
                <a:ext uri="{FF2B5EF4-FFF2-40B4-BE49-F238E27FC236}">
                  <a16:creationId xmlns:a16="http://schemas.microsoft.com/office/drawing/2014/main" id="{08D40290-526D-9189-E622-CEF398F5795C}"/>
                </a:ext>
              </a:extLst>
            </p:cNvPr>
            <p:cNvSpPr txBox="1"/>
            <p:nvPr/>
          </p:nvSpPr>
          <p:spPr>
            <a:xfrm>
              <a:off x="4094735" y="3781362"/>
              <a:ext cx="2644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/>
                <a:t>2</a:t>
              </a:r>
            </a:p>
          </p:txBody>
        </p:sp>
        <p:sp>
          <p:nvSpPr>
            <p:cNvPr id="28" name="Tekstfelt 27">
              <a:extLst>
                <a:ext uri="{FF2B5EF4-FFF2-40B4-BE49-F238E27FC236}">
                  <a16:creationId xmlns:a16="http://schemas.microsoft.com/office/drawing/2014/main" id="{06E11A73-79DB-21CF-BB92-727FA9C700B2}"/>
                </a:ext>
              </a:extLst>
            </p:cNvPr>
            <p:cNvSpPr txBox="1"/>
            <p:nvPr/>
          </p:nvSpPr>
          <p:spPr>
            <a:xfrm>
              <a:off x="3209045" y="2944058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E</a:t>
              </a:r>
              <a:r>
                <a:rPr lang="da-DK" baseline="-25000" dirty="0"/>
                <a:t>2</a:t>
              </a:r>
              <a:endParaRPr lang="da-DK" dirty="0"/>
            </a:p>
          </p:txBody>
        </p:sp>
        <p:sp>
          <p:nvSpPr>
            <p:cNvPr id="29" name="Tekstfelt 28">
              <a:extLst>
                <a:ext uri="{FF2B5EF4-FFF2-40B4-BE49-F238E27FC236}">
                  <a16:creationId xmlns:a16="http://schemas.microsoft.com/office/drawing/2014/main" id="{367915E1-BD95-4B6B-8827-4A1BA2856E0E}"/>
                </a:ext>
              </a:extLst>
            </p:cNvPr>
            <p:cNvSpPr txBox="1"/>
            <p:nvPr/>
          </p:nvSpPr>
          <p:spPr>
            <a:xfrm>
              <a:off x="1048541" y="2946503"/>
              <a:ext cx="3754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E</a:t>
              </a:r>
              <a:r>
                <a:rPr lang="da-DK" baseline="-25000" dirty="0"/>
                <a:t>1</a:t>
              </a:r>
              <a:endParaRPr lang="da-DK" dirty="0"/>
            </a:p>
          </p:txBody>
        </p:sp>
        <p:sp>
          <p:nvSpPr>
            <p:cNvPr id="30" name="Tekstfelt 29">
              <a:extLst>
                <a:ext uri="{FF2B5EF4-FFF2-40B4-BE49-F238E27FC236}">
                  <a16:creationId xmlns:a16="http://schemas.microsoft.com/office/drawing/2014/main" id="{1470C286-07C3-EA75-76D9-BB038907A745}"/>
                </a:ext>
              </a:extLst>
            </p:cNvPr>
            <p:cNvSpPr txBox="1"/>
            <p:nvPr/>
          </p:nvSpPr>
          <p:spPr>
            <a:xfrm>
              <a:off x="3271074" y="4035679"/>
              <a:ext cx="3882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R</a:t>
              </a:r>
              <a:r>
                <a:rPr lang="da-DK" baseline="-25000" dirty="0"/>
                <a:t>2</a:t>
              </a:r>
            </a:p>
          </p:txBody>
        </p:sp>
        <p:sp>
          <p:nvSpPr>
            <p:cNvPr id="31" name="Tekstfelt 30">
              <a:extLst>
                <a:ext uri="{FF2B5EF4-FFF2-40B4-BE49-F238E27FC236}">
                  <a16:creationId xmlns:a16="http://schemas.microsoft.com/office/drawing/2014/main" id="{3E4D98AA-48DB-3A89-14DA-79492F228251}"/>
                </a:ext>
              </a:extLst>
            </p:cNvPr>
            <p:cNvSpPr txBox="1"/>
            <p:nvPr/>
          </p:nvSpPr>
          <p:spPr>
            <a:xfrm>
              <a:off x="1112430" y="4035719"/>
              <a:ext cx="3882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R</a:t>
              </a:r>
              <a:r>
                <a:rPr lang="da-DK" baseline="-25000" dirty="0"/>
                <a:t>1</a:t>
              </a:r>
              <a:endParaRPr lang="da-DK" baseline="30000" dirty="0"/>
            </a:p>
          </p:txBody>
        </p:sp>
        <p:sp>
          <p:nvSpPr>
            <p:cNvPr id="32" name="Tekstfelt 31">
              <a:extLst>
                <a:ext uri="{FF2B5EF4-FFF2-40B4-BE49-F238E27FC236}">
                  <a16:creationId xmlns:a16="http://schemas.microsoft.com/office/drawing/2014/main" id="{59FB0D00-AB97-B6B7-93A3-6EFC83658D31}"/>
                </a:ext>
              </a:extLst>
            </p:cNvPr>
            <p:cNvSpPr txBox="1"/>
            <p:nvPr/>
          </p:nvSpPr>
          <p:spPr>
            <a:xfrm>
              <a:off x="609600" y="3032260"/>
              <a:ext cx="30008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a-DK" dirty="0"/>
                <a:t>+</a:t>
              </a:r>
            </a:p>
            <a:p>
              <a:pPr algn="ctr"/>
              <a:r>
                <a:rPr lang="da-DK" dirty="0"/>
                <a:t>-</a:t>
              </a:r>
            </a:p>
          </p:txBody>
        </p:sp>
        <p:sp>
          <p:nvSpPr>
            <p:cNvPr id="33" name="Tekstfelt 32">
              <a:extLst>
                <a:ext uri="{FF2B5EF4-FFF2-40B4-BE49-F238E27FC236}">
                  <a16:creationId xmlns:a16="http://schemas.microsoft.com/office/drawing/2014/main" id="{B214D442-7B64-612D-CE7D-548CFAFE36C6}"/>
                </a:ext>
              </a:extLst>
            </p:cNvPr>
            <p:cNvSpPr txBox="1"/>
            <p:nvPr/>
          </p:nvSpPr>
          <p:spPr>
            <a:xfrm>
              <a:off x="2775378" y="3048099"/>
              <a:ext cx="30008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a-DK" dirty="0"/>
                <a:t>+</a:t>
              </a:r>
            </a:p>
            <a:p>
              <a:pPr algn="ctr"/>
              <a:r>
                <a:rPr lang="da-DK" dirty="0"/>
                <a:t>-</a:t>
              </a:r>
            </a:p>
          </p:txBody>
        </p:sp>
        <p:cxnSp>
          <p:nvCxnSpPr>
            <p:cNvPr id="34" name="Lige forbindelse 33">
              <a:extLst>
                <a:ext uri="{FF2B5EF4-FFF2-40B4-BE49-F238E27FC236}">
                  <a16:creationId xmlns:a16="http://schemas.microsoft.com/office/drawing/2014/main" id="{16CB77F9-7685-1A9D-9E77-9242C5A7E3AE}"/>
                </a:ext>
              </a:extLst>
            </p:cNvPr>
            <p:cNvCxnSpPr>
              <a:endCxn id="9" idx="0"/>
            </p:cNvCxnSpPr>
            <p:nvPr/>
          </p:nvCxnSpPr>
          <p:spPr>
            <a:xfrm>
              <a:off x="1014895" y="3426106"/>
              <a:ext cx="999" cy="4342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Lige forbindelse 34">
              <a:extLst>
                <a:ext uri="{FF2B5EF4-FFF2-40B4-BE49-F238E27FC236}">
                  <a16:creationId xmlns:a16="http://schemas.microsoft.com/office/drawing/2014/main" id="{EDC2A494-3FD1-E689-7EB9-B91DA1ECF89B}"/>
                </a:ext>
              </a:extLst>
            </p:cNvPr>
            <p:cNvCxnSpPr/>
            <p:nvPr/>
          </p:nvCxnSpPr>
          <p:spPr>
            <a:xfrm>
              <a:off x="3169536" y="3430977"/>
              <a:ext cx="999" cy="4342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Pil: højre 35">
              <a:extLst>
                <a:ext uri="{FF2B5EF4-FFF2-40B4-BE49-F238E27FC236}">
                  <a16:creationId xmlns:a16="http://schemas.microsoft.com/office/drawing/2014/main" id="{F3E31700-20CF-E95D-4A14-593A19FD9399}"/>
                </a:ext>
              </a:extLst>
            </p:cNvPr>
            <p:cNvSpPr/>
            <p:nvPr/>
          </p:nvSpPr>
          <p:spPr>
            <a:xfrm>
              <a:off x="2108352" y="2136609"/>
              <a:ext cx="90636" cy="14292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37" name="Pil: højre 36">
              <a:extLst>
                <a:ext uri="{FF2B5EF4-FFF2-40B4-BE49-F238E27FC236}">
                  <a16:creationId xmlns:a16="http://schemas.microsoft.com/office/drawing/2014/main" id="{85E69F79-DCB3-0485-2CF2-C88767A5A099}"/>
                </a:ext>
              </a:extLst>
            </p:cNvPr>
            <p:cNvSpPr/>
            <p:nvPr/>
          </p:nvSpPr>
          <p:spPr>
            <a:xfrm>
              <a:off x="4261994" y="2136609"/>
              <a:ext cx="90636" cy="14292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38" name="Pil: højre 37">
              <a:extLst>
                <a:ext uri="{FF2B5EF4-FFF2-40B4-BE49-F238E27FC236}">
                  <a16:creationId xmlns:a16="http://schemas.microsoft.com/office/drawing/2014/main" id="{8D1A66A2-D037-30EE-05F7-EB7C0FBF496B}"/>
                </a:ext>
              </a:extLst>
            </p:cNvPr>
            <p:cNvSpPr/>
            <p:nvPr/>
          </p:nvSpPr>
          <p:spPr>
            <a:xfrm rot="16200000">
              <a:off x="3145501" y="2506282"/>
              <a:ext cx="90636" cy="14292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39" name="Tekstfelt 38">
              <a:extLst>
                <a:ext uri="{FF2B5EF4-FFF2-40B4-BE49-F238E27FC236}">
                  <a16:creationId xmlns:a16="http://schemas.microsoft.com/office/drawing/2014/main" id="{DCBBE2FD-E33B-2123-D24D-27894575867F}"/>
                </a:ext>
              </a:extLst>
            </p:cNvPr>
            <p:cNvSpPr txBox="1"/>
            <p:nvPr/>
          </p:nvSpPr>
          <p:spPr>
            <a:xfrm>
              <a:off x="1912823" y="2167812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I</a:t>
              </a:r>
            </a:p>
          </p:txBody>
        </p:sp>
        <p:sp>
          <p:nvSpPr>
            <p:cNvPr id="40" name="Tekstfelt 39">
              <a:extLst>
                <a:ext uri="{FF2B5EF4-FFF2-40B4-BE49-F238E27FC236}">
                  <a16:creationId xmlns:a16="http://schemas.microsoft.com/office/drawing/2014/main" id="{5D7850B0-CD35-6165-20C6-AE730AFA2BF0}"/>
                </a:ext>
              </a:extLst>
            </p:cNvPr>
            <p:cNvSpPr txBox="1"/>
            <p:nvPr/>
          </p:nvSpPr>
          <p:spPr>
            <a:xfrm>
              <a:off x="2768781" y="2373008"/>
              <a:ext cx="3523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/>
                <a:t>I</a:t>
              </a:r>
              <a:r>
                <a:rPr lang="da-DK" baseline="-25000" dirty="0"/>
                <a:t>1</a:t>
              </a:r>
            </a:p>
          </p:txBody>
        </p:sp>
        <p:sp>
          <p:nvSpPr>
            <p:cNvPr id="41" name="Tekstfelt 40">
              <a:extLst>
                <a:ext uri="{FF2B5EF4-FFF2-40B4-BE49-F238E27FC236}">
                  <a16:creationId xmlns:a16="http://schemas.microsoft.com/office/drawing/2014/main" id="{08BB6A55-D8D7-3DF8-0292-F31CD9898D54}"/>
                </a:ext>
              </a:extLst>
            </p:cNvPr>
            <p:cNvSpPr txBox="1"/>
            <p:nvPr/>
          </p:nvSpPr>
          <p:spPr>
            <a:xfrm>
              <a:off x="4067306" y="2166461"/>
              <a:ext cx="3209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I</a:t>
              </a:r>
              <a:r>
                <a:rPr lang="da-DK" baseline="-25000" dirty="0"/>
                <a:t>2</a:t>
              </a:r>
            </a:p>
          </p:txBody>
        </p:sp>
        <p:sp>
          <p:nvSpPr>
            <p:cNvPr id="42" name="Pil: højre 41">
              <a:extLst>
                <a:ext uri="{FF2B5EF4-FFF2-40B4-BE49-F238E27FC236}">
                  <a16:creationId xmlns:a16="http://schemas.microsoft.com/office/drawing/2014/main" id="{8094F1C2-35C1-60C6-3502-FAE0DB05506A}"/>
                </a:ext>
              </a:extLst>
            </p:cNvPr>
            <p:cNvSpPr/>
            <p:nvPr/>
          </p:nvSpPr>
          <p:spPr>
            <a:xfrm rot="16200000">
              <a:off x="1107485" y="3117050"/>
              <a:ext cx="518910" cy="64196"/>
            </a:xfrm>
            <a:prstGeom prst="rightArrow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43" name="Pil: højre 42">
              <a:extLst>
                <a:ext uri="{FF2B5EF4-FFF2-40B4-BE49-F238E27FC236}">
                  <a16:creationId xmlns:a16="http://schemas.microsoft.com/office/drawing/2014/main" id="{573D871C-B940-17A8-4491-BCD37208899C}"/>
                </a:ext>
              </a:extLst>
            </p:cNvPr>
            <p:cNvSpPr/>
            <p:nvPr/>
          </p:nvSpPr>
          <p:spPr>
            <a:xfrm rot="16200000">
              <a:off x="3279638" y="3103525"/>
              <a:ext cx="518910" cy="64196"/>
            </a:xfrm>
            <a:prstGeom prst="rightArrow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44" name="Tekstfelt 43">
            <a:extLst>
              <a:ext uri="{FF2B5EF4-FFF2-40B4-BE49-F238E27FC236}">
                <a16:creationId xmlns:a16="http://schemas.microsoft.com/office/drawing/2014/main" id="{9941E8B0-46FF-67D3-00C1-9B392D2405D8}"/>
              </a:ext>
            </a:extLst>
          </p:cNvPr>
          <p:cNvSpPr txBox="1"/>
          <p:nvPr/>
        </p:nvSpPr>
        <p:spPr>
          <a:xfrm>
            <a:off x="638910" y="1432963"/>
            <a:ext cx="6905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Her kan i teste om i kan få jeres lommeregner til at vise samme resultat.</a:t>
            </a:r>
          </a:p>
        </p:txBody>
      </p:sp>
      <p:grpSp>
        <p:nvGrpSpPr>
          <p:cNvPr id="3083" name="Gruppe 3082">
            <a:extLst>
              <a:ext uri="{FF2B5EF4-FFF2-40B4-BE49-F238E27FC236}">
                <a16:creationId xmlns:a16="http://schemas.microsoft.com/office/drawing/2014/main" id="{E86B6F32-65CD-8515-8C58-7350C66D3993}"/>
              </a:ext>
            </a:extLst>
          </p:cNvPr>
          <p:cNvGrpSpPr/>
          <p:nvPr/>
        </p:nvGrpSpPr>
        <p:grpSpPr>
          <a:xfrm>
            <a:off x="5769895" y="2747405"/>
            <a:ext cx="5517261" cy="1218623"/>
            <a:chOff x="5759055" y="2166461"/>
            <a:chExt cx="5517261" cy="1218623"/>
          </a:xfrm>
        </p:grpSpPr>
        <p:sp>
          <p:nvSpPr>
            <p:cNvPr id="46" name="Tekstfelt 45">
              <a:extLst>
                <a:ext uri="{FF2B5EF4-FFF2-40B4-BE49-F238E27FC236}">
                  <a16:creationId xmlns:a16="http://schemas.microsoft.com/office/drawing/2014/main" id="{D193653D-F8C5-725D-5293-E170BFA4CC37}"/>
                </a:ext>
              </a:extLst>
            </p:cNvPr>
            <p:cNvSpPr txBox="1"/>
            <p:nvPr/>
          </p:nvSpPr>
          <p:spPr>
            <a:xfrm>
              <a:off x="5765865" y="2580824"/>
              <a:ext cx="27671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(1) E</a:t>
              </a:r>
              <a:r>
                <a:rPr lang="da-DK" i="1" baseline="-250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1</a:t>
              </a:r>
              <a:r>
                <a:rPr lang="da-DK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 – E</a:t>
              </a:r>
              <a:r>
                <a:rPr lang="da-DK" i="1" baseline="-250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2</a:t>
              </a:r>
              <a:r>
                <a:rPr lang="da-DK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 = R</a:t>
              </a:r>
              <a:r>
                <a:rPr lang="da-DK" i="1" baseline="-250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1</a:t>
              </a:r>
              <a:r>
                <a:rPr lang="da-DK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 ‧ I – R</a:t>
              </a:r>
              <a:r>
                <a:rPr lang="da-DK" i="1" baseline="-250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2</a:t>
              </a:r>
              <a:r>
                <a:rPr lang="da-DK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 ‧ I</a:t>
              </a:r>
              <a:r>
                <a:rPr lang="da-DK" i="1" baseline="-250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1</a:t>
              </a:r>
              <a:r>
                <a:rPr lang="da-DK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 </a:t>
              </a:r>
              <a:endPara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47" name="Tekstfelt 46">
              <a:extLst>
                <a:ext uri="{FF2B5EF4-FFF2-40B4-BE49-F238E27FC236}">
                  <a16:creationId xmlns:a16="http://schemas.microsoft.com/office/drawing/2014/main" id="{94210670-BEF5-7A2A-CBE8-86015F33A66B}"/>
                </a:ext>
              </a:extLst>
            </p:cNvPr>
            <p:cNvSpPr txBox="1"/>
            <p:nvPr/>
          </p:nvSpPr>
          <p:spPr>
            <a:xfrm>
              <a:off x="8951641" y="2578068"/>
              <a:ext cx="23246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27 – 24 = 1 ‧ I –  2 ‧ I</a:t>
              </a:r>
              <a:r>
                <a:rPr lang="da-DK" i="1" baseline="-250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1</a:t>
              </a:r>
              <a:r>
                <a:rPr lang="da-DK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 </a:t>
              </a:r>
            </a:p>
          </p:txBody>
        </p:sp>
        <p:sp>
          <p:nvSpPr>
            <p:cNvPr id="48" name="Tekstfelt 47">
              <a:extLst>
                <a:ext uri="{FF2B5EF4-FFF2-40B4-BE49-F238E27FC236}">
                  <a16:creationId xmlns:a16="http://schemas.microsoft.com/office/drawing/2014/main" id="{C8A900C3-E9A1-A337-4DE4-90F6372E1B43}"/>
                </a:ext>
              </a:extLst>
            </p:cNvPr>
            <p:cNvSpPr txBox="1"/>
            <p:nvPr/>
          </p:nvSpPr>
          <p:spPr>
            <a:xfrm>
              <a:off x="5759055" y="3005665"/>
              <a:ext cx="23887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(2) E</a:t>
              </a:r>
              <a:r>
                <a:rPr lang="da-DK" i="1" baseline="-250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2</a:t>
              </a:r>
              <a:r>
                <a:rPr lang="da-DK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 = R</a:t>
              </a:r>
              <a:r>
                <a:rPr lang="da-DK" i="1" baseline="-250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2</a:t>
              </a:r>
              <a:r>
                <a:rPr lang="da-DK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 ‧ I</a:t>
              </a:r>
              <a:r>
                <a:rPr lang="da-DK" i="1" baseline="-250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1</a:t>
              </a:r>
              <a:r>
                <a:rPr lang="da-DK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 + R ‧ I</a:t>
              </a:r>
              <a:r>
                <a:rPr lang="da-DK" i="1" baseline="-250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2</a:t>
              </a:r>
              <a:r>
                <a:rPr lang="da-DK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 </a:t>
              </a:r>
              <a:endParaRPr lang="da-DK" i="1" baseline="-25000" dirty="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49" name="Tekstfelt 48">
              <a:extLst>
                <a:ext uri="{FF2B5EF4-FFF2-40B4-BE49-F238E27FC236}">
                  <a16:creationId xmlns:a16="http://schemas.microsoft.com/office/drawing/2014/main" id="{AC51D88C-0E7A-CA65-7AA4-28E5BCDEA198}"/>
                </a:ext>
              </a:extLst>
            </p:cNvPr>
            <p:cNvSpPr txBox="1"/>
            <p:nvPr/>
          </p:nvSpPr>
          <p:spPr>
            <a:xfrm>
              <a:off x="8938915" y="3015752"/>
              <a:ext cx="19928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24 = 2 ‧ I</a:t>
              </a:r>
              <a:r>
                <a:rPr lang="da-DK" i="1" baseline="-250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1</a:t>
              </a:r>
              <a:r>
                <a:rPr lang="da-DK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 + 8 ‧ I</a:t>
              </a:r>
              <a:r>
                <a:rPr lang="da-DK" i="1" baseline="-250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2</a:t>
              </a:r>
              <a:r>
                <a:rPr lang="da-DK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  </a:t>
              </a:r>
            </a:p>
          </p:txBody>
        </p:sp>
        <p:sp>
          <p:nvSpPr>
            <p:cNvPr id="51" name="Tekstfelt 50">
              <a:extLst>
                <a:ext uri="{FF2B5EF4-FFF2-40B4-BE49-F238E27FC236}">
                  <a16:creationId xmlns:a16="http://schemas.microsoft.com/office/drawing/2014/main" id="{528BED2E-9E3C-2996-D545-913BE04B5EF2}"/>
                </a:ext>
              </a:extLst>
            </p:cNvPr>
            <p:cNvSpPr txBox="1"/>
            <p:nvPr/>
          </p:nvSpPr>
          <p:spPr>
            <a:xfrm>
              <a:off x="6217183" y="2211492"/>
              <a:ext cx="13670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a-DK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I + I</a:t>
              </a:r>
              <a:r>
                <a:rPr lang="da-DK" i="1" baseline="-250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1</a:t>
              </a:r>
              <a:r>
                <a:rPr lang="da-DK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 = I</a:t>
              </a:r>
              <a:r>
                <a:rPr lang="da-DK" i="1" baseline="-250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2</a:t>
              </a:r>
              <a:r>
                <a:rPr lang="da-DK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 </a:t>
              </a:r>
              <a:endParaRPr lang="da-DK" dirty="0"/>
            </a:p>
          </p:txBody>
        </p:sp>
        <p:sp>
          <p:nvSpPr>
            <p:cNvPr id="52" name="Tekstfelt 51">
              <a:extLst>
                <a:ext uri="{FF2B5EF4-FFF2-40B4-BE49-F238E27FC236}">
                  <a16:creationId xmlns:a16="http://schemas.microsoft.com/office/drawing/2014/main" id="{A42EAA8F-5BDD-0AD1-4285-079F7DDCC2A7}"/>
                </a:ext>
              </a:extLst>
            </p:cNvPr>
            <p:cNvSpPr txBox="1"/>
            <p:nvPr/>
          </p:nvSpPr>
          <p:spPr>
            <a:xfrm>
              <a:off x="8951196" y="2166461"/>
              <a:ext cx="13670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a-DK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I + I</a:t>
              </a:r>
              <a:r>
                <a:rPr lang="da-DK" i="1" baseline="-250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1</a:t>
              </a:r>
              <a:r>
                <a:rPr lang="da-DK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 = I</a:t>
              </a:r>
              <a:r>
                <a:rPr lang="da-DK" i="1" baseline="-250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2</a:t>
              </a:r>
              <a:r>
                <a:rPr lang="da-DK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 </a:t>
              </a:r>
              <a:endParaRPr lang="da-DK" dirty="0"/>
            </a:p>
          </p:txBody>
        </p:sp>
      </p:grpSp>
      <p:grpSp>
        <p:nvGrpSpPr>
          <p:cNvPr id="3082" name="Gruppe 3081">
            <a:extLst>
              <a:ext uri="{FF2B5EF4-FFF2-40B4-BE49-F238E27FC236}">
                <a16:creationId xmlns:a16="http://schemas.microsoft.com/office/drawing/2014/main" id="{BBF2801E-D770-288D-DBF6-A69C197C2FE9}"/>
              </a:ext>
            </a:extLst>
          </p:cNvPr>
          <p:cNvGrpSpPr/>
          <p:nvPr/>
        </p:nvGrpSpPr>
        <p:grpSpPr>
          <a:xfrm>
            <a:off x="6145185" y="4690198"/>
            <a:ext cx="4786583" cy="923330"/>
            <a:chOff x="6143690" y="4147232"/>
            <a:chExt cx="4786583" cy="923330"/>
          </a:xfrm>
        </p:grpSpPr>
        <p:sp>
          <p:nvSpPr>
            <p:cNvPr id="54" name="Tekstfelt 53">
              <a:extLst>
                <a:ext uri="{FF2B5EF4-FFF2-40B4-BE49-F238E27FC236}">
                  <a16:creationId xmlns:a16="http://schemas.microsoft.com/office/drawing/2014/main" id="{D8FA8765-6F85-B2D8-6D44-FF5497B78D1B}"/>
                </a:ext>
              </a:extLst>
            </p:cNvPr>
            <p:cNvSpPr txBox="1"/>
            <p:nvPr/>
          </p:nvSpPr>
          <p:spPr>
            <a:xfrm>
              <a:off x="6170169" y="4147232"/>
              <a:ext cx="2270276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a-DK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I + I</a:t>
              </a:r>
              <a:r>
                <a:rPr lang="da-DK" i="1" baseline="-250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1</a:t>
              </a:r>
              <a:r>
                <a:rPr lang="da-DK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 = I</a:t>
              </a:r>
              <a:r>
                <a:rPr lang="da-DK" i="1" baseline="-250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2</a:t>
              </a:r>
            </a:p>
            <a:p>
              <a:r>
                <a:rPr lang="da-DK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27 – 24 = 1 ‧ I –  2 ‧ I</a:t>
              </a:r>
              <a:r>
                <a:rPr lang="da-DK" i="1" baseline="-250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1</a:t>
              </a:r>
            </a:p>
            <a:p>
              <a:r>
                <a:rPr lang="da-DK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24 = 2 ‧ I</a:t>
              </a:r>
              <a:r>
                <a:rPr lang="da-DK" i="1" baseline="-250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1</a:t>
              </a:r>
              <a:r>
                <a:rPr lang="da-DK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 + 8 ‧ I</a:t>
              </a:r>
              <a:r>
                <a:rPr lang="da-DK" i="1" baseline="-250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2</a:t>
              </a:r>
              <a:r>
                <a:rPr lang="da-DK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  </a:t>
              </a:r>
            </a:p>
          </p:txBody>
        </p:sp>
        <p:sp>
          <p:nvSpPr>
            <p:cNvPr id="57" name="Kantet venstreparentes 56">
              <a:extLst>
                <a:ext uri="{FF2B5EF4-FFF2-40B4-BE49-F238E27FC236}">
                  <a16:creationId xmlns:a16="http://schemas.microsoft.com/office/drawing/2014/main" id="{83A7F603-A08B-DD7E-4C29-9EB8E984B312}"/>
                </a:ext>
              </a:extLst>
            </p:cNvPr>
            <p:cNvSpPr/>
            <p:nvPr/>
          </p:nvSpPr>
          <p:spPr>
            <a:xfrm>
              <a:off x="6143690" y="4151697"/>
              <a:ext cx="73152" cy="914400"/>
            </a:xfrm>
            <a:prstGeom prst="leftBracke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58" name="Kantet højreparentes 57">
              <a:extLst>
                <a:ext uri="{FF2B5EF4-FFF2-40B4-BE49-F238E27FC236}">
                  <a16:creationId xmlns:a16="http://schemas.microsoft.com/office/drawing/2014/main" id="{7D7B1116-EB2B-CB76-5C90-423C0A2DDEB6}"/>
                </a:ext>
              </a:extLst>
            </p:cNvPr>
            <p:cNvSpPr/>
            <p:nvPr/>
          </p:nvSpPr>
          <p:spPr>
            <a:xfrm>
              <a:off x="8393773" y="4151697"/>
              <a:ext cx="73152" cy="914400"/>
            </a:xfrm>
            <a:prstGeom prst="rightBracke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sp>
          <p:nvSpPr>
            <p:cNvPr id="59" name="Tekstfelt 58">
              <a:extLst>
                <a:ext uri="{FF2B5EF4-FFF2-40B4-BE49-F238E27FC236}">
                  <a16:creationId xmlns:a16="http://schemas.microsoft.com/office/drawing/2014/main" id="{14D9D8EA-289F-659F-0103-CDFF18616BA0}"/>
                </a:ext>
              </a:extLst>
            </p:cNvPr>
            <p:cNvSpPr txBox="1"/>
            <p:nvPr/>
          </p:nvSpPr>
          <p:spPr>
            <a:xfrm>
              <a:off x="8592789" y="4239565"/>
              <a:ext cx="12676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solve,I,I</a:t>
              </a:r>
              <a:r>
                <a:rPr lang="da-DK" i="1" baseline="-250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1</a:t>
              </a:r>
              <a:r>
                <a:rPr lang="da-DK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,I</a:t>
              </a:r>
              <a:r>
                <a:rPr lang="da-DK" i="1" baseline="-250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2</a:t>
              </a:r>
              <a:r>
                <a:rPr lang="da-DK" i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 </a:t>
              </a:r>
            </a:p>
          </p:txBody>
        </p:sp>
        <p:cxnSp>
          <p:nvCxnSpPr>
            <p:cNvPr id="61" name="Lige pilforbindelse 60">
              <a:extLst>
                <a:ext uri="{FF2B5EF4-FFF2-40B4-BE49-F238E27FC236}">
                  <a16:creationId xmlns:a16="http://schemas.microsoft.com/office/drawing/2014/main" id="{E85FBFED-7373-BA51-48DC-A5C3E2FE9D62}"/>
                </a:ext>
              </a:extLst>
            </p:cNvPr>
            <p:cNvCxnSpPr>
              <a:cxnSpLocks/>
            </p:cNvCxnSpPr>
            <p:nvPr/>
          </p:nvCxnSpPr>
          <p:spPr>
            <a:xfrm>
              <a:off x="8572332" y="4608897"/>
              <a:ext cx="128811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75" name="Tekstfelt 3074">
              <a:extLst>
                <a:ext uri="{FF2B5EF4-FFF2-40B4-BE49-F238E27FC236}">
                  <a16:creationId xmlns:a16="http://schemas.microsoft.com/office/drawing/2014/main" id="{9584DFDB-5F2A-CF23-9BC3-8B96B01EBDD9}"/>
                </a:ext>
              </a:extLst>
            </p:cNvPr>
            <p:cNvSpPr txBox="1"/>
            <p:nvPr/>
          </p:nvSpPr>
          <p:spPr>
            <a:xfrm>
              <a:off x="9936090" y="4424231"/>
              <a:ext cx="9941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a-DK" dirty="0"/>
                <a:t>[ 3  0  3 ]</a:t>
              </a:r>
            </a:p>
          </p:txBody>
        </p:sp>
      </p:grpSp>
      <p:grpSp>
        <p:nvGrpSpPr>
          <p:cNvPr id="3079" name="Gruppe 3078">
            <a:extLst>
              <a:ext uri="{FF2B5EF4-FFF2-40B4-BE49-F238E27FC236}">
                <a16:creationId xmlns:a16="http://schemas.microsoft.com/office/drawing/2014/main" id="{198ACB53-1EC5-A56A-B8C2-31634A9EFC2C}"/>
              </a:ext>
            </a:extLst>
          </p:cNvPr>
          <p:cNvGrpSpPr/>
          <p:nvPr/>
        </p:nvGrpSpPr>
        <p:grpSpPr>
          <a:xfrm>
            <a:off x="7662675" y="1762701"/>
            <a:ext cx="2487297" cy="667307"/>
            <a:chOff x="6561030" y="2136189"/>
            <a:chExt cx="2487297" cy="667307"/>
          </a:xfrm>
        </p:grpSpPr>
        <p:sp>
          <p:nvSpPr>
            <p:cNvPr id="3080" name="Tekstfelt 3079">
              <a:extLst>
                <a:ext uri="{FF2B5EF4-FFF2-40B4-BE49-F238E27FC236}">
                  <a16:creationId xmlns:a16="http://schemas.microsoft.com/office/drawing/2014/main" id="{229AC479-70B9-EB26-FFF3-C45AAA1C86F8}"/>
                </a:ext>
              </a:extLst>
            </p:cNvPr>
            <p:cNvSpPr txBox="1"/>
            <p:nvPr/>
          </p:nvSpPr>
          <p:spPr>
            <a:xfrm>
              <a:off x="6561030" y="2434164"/>
              <a:ext cx="248729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a-DK" b="0" i="1" dirty="0">
                  <a:solidFill>
                    <a:srgbClr val="202122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rPr>
                <a:t>2. Lov: </a:t>
              </a:r>
              <a:r>
                <a:rPr lang="el-GR" b="0" i="1" dirty="0">
                  <a:solidFill>
                    <a:srgbClr val="202122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rPr>
                <a:t>Σ</a:t>
              </a:r>
              <a:r>
                <a:rPr lang="da-DK" i="1" dirty="0">
                  <a:solidFill>
                    <a:srgbClr val="202122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E</a:t>
              </a:r>
              <a:r>
                <a:rPr lang="da-DK" b="0" i="1" dirty="0">
                  <a:solidFill>
                    <a:srgbClr val="202122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rPr>
                <a:t> = </a:t>
              </a:r>
              <a:r>
                <a:rPr lang="el-GR" b="0" i="1" dirty="0">
                  <a:solidFill>
                    <a:srgbClr val="202122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rPr>
                <a:t>Σ</a:t>
              </a:r>
              <a:r>
                <a:rPr lang="da-DK" b="0" i="1" dirty="0">
                  <a:solidFill>
                    <a:srgbClr val="202122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rPr>
                <a:t> (I </a:t>
              </a:r>
              <a:r>
                <a:rPr lang="da-DK" i="1" dirty="0">
                  <a:solidFill>
                    <a:srgbClr val="202122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‧ R)</a:t>
              </a:r>
              <a:endParaRPr lang="da-DK" i="1" dirty="0"/>
            </a:p>
          </p:txBody>
        </p:sp>
        <p:sp>
          <p:nvSpPr>
            <p:cNvPr id="3081" name="Tekstfelt 3080">
              <a:extLst>
                <a:ext uri="{FF2B5EF4-FFF2-40B4-BE49-F238E27FC236}">
                  <a16:creationId xmlns:a16="http://schemas.microsoft.com/office/drawing/2014/main" id="{C2E3C603-01A9-C502-43EF-BC7AAC713459}"/>
                </a:ext>
              </a:extLst>
            </p:cNvPr>
            <p:cNvSpPr txBox="1"/>
            <p:nvPr/>
          </p:nvSpPr>
          <p:spPr>
            <a:xfrm>
              <a:off x="6561031" y="2136189"/>
              <a:ext cx="219132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a-DK" b="0" i="1" dirty="0">
                  <a:solidFill>
                    <a:srgbClr val="202122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rPr>
                <a:t>1. Lov: </a:t>
              </a:r>
              <a:r>
                <a:rPr lang="el-GR" b="0" i="1" dirty="0">
                  <a:solidFill>
                    <a:srgbClr val="202122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rPr>
                <a:t>Σ</a:t>
              </a:r>
              <a:r>
                <a:rPr lang="da-DK" b="0" i="1" dirty="0">
                  <a:solidFill>
                    <a:srgbClr val="202122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rPr>
                <a:t>I = 0</a:t>
              </a:r>
              <a:endParaRPr lang="da-DK" i="1" dirty="0"/>
            </a:p>
          </p:txBody>
        </p:sp>
      </p:grpSp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08EB3498-CF84-F0E8-EBA5-DE46090CB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22062-B50C-4490-9823-F28527DD0B50}" type="datetime1">
              <a:rPr lang="da-DK" smtClean="0"/>
              <a:t>26-01-2026</a:t>
            </a:fld>
            <a:endParaRPr lang="da-DK" dirty="0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B5246FA7-A49D-F726-7ED8-8FCD60CF0E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a-DK" dirty="0"/>
              <a:t>Simon Tran Agerholm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DA8F26E3-DCC5-0767-D285-B0BD33F1D3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2A73C88-35DB-432F-9FBF-AA3A20422821}" type="slidenum">
              <a:rPr lang="da-DK" smtClean="0"/>
              <a:pPr/>
              <a:t>10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707117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1-02 MARTEC_Powerpoint_master.potx" id="{706DAD8C-2ED0-45D8-BBB1-6C355189BD4F}" vid="{C48A9D34-A5E3-4D26-9936-D4D38ABE4CA2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2776432-5f6f-4461-a773-af4277ea9cc4">
      <Terms xmlns="http://schemas.microsoft.com/office/infopath/2007/PartnerControls"/>
    </lcf76f155ced4ddcb4097134ff3c332f>
    <TaxCatchAll xmlns="b112c056-f141-4248-a46f-e5f0219ad1a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A5C8CDECDFE604A9828CFDC608EFB56" ma:contentTypeVersion="15" ma:contentTypeDescription="Opret et nyt dokument." ma:contentTypeScope="" ma:versionID="2d803815c31d0f655e471721038ed57e">
  <xsd:schema xmlns:xsd="http://www.w3.org/2001/XMLSchema" xmlns:xs="http://www.w3.org/2001/XMLSchema" xmlns:p="http://schemas.microsoft.com/office/2006/metadata/properties" xmlns:ns2="52776432-5f6f-4461-a773-af4277ea9cc4" xmlns:ns3="b112c056-f141-4248-a46f-e5f0219ad1a7" targetNamespace="http://schemas.microsoft.com/office/2006/metadata/properties" ma:root="true" ma:fieldsID="04a138fe03453a3fddb840c60d107b87" ns2:_="" ns3:_="">
    <xsd:import namespace="52776432-5f6f-4461-a773-af4277ea9cc4"/>
    <xsd:import namespace="b112c056-f141-4248-a46f-e5f0219ad1a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776432-5f6f-4461-a773-af4277ea9c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Billedmærker" ma:readOnly="false" ma:fieldId="{5cf76f15-5ced-4ddc-b409-7134ff3c332f}" ma:taxonomyMulti="true" ma:sspId="6bcb8b38-6e7a-4c58-8596-3803d9a7ba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12c056-f141-4248-a46f-e5f0219ad1a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c1d1a0f5-b42e-4dcc-a771-72dc4fda9f68}" ma:internalName="TaxCatchAll" ma:showField="CatchAllData" ma:web="b112c056-f141-4248-a46f-e5f0219ad1a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99CC43-302D-4F78-8EFD-41232891410B}">
  <ds:schemaRefs>
    <ds:schemaRef ds:uri="http://purl.org/dc/elements/1.1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microsoft.com/office/2006/metadata/properties"/>
    <ds:schemaRef ds:uri="52776432-5f6f-4461-a773-af4277ea9cc4"/>
    <ds:schemaRef ds:uri="http://schemas.openxmlformats.org/package/2006/metadata/core-properties"/>
    <ds:schemaRef ds:uri="b112c056-f141-4248-a46f-e5f0219ad1a7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593882F-29E5-4A22-A501-0714BF117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2776432-5f6f-4461-a773-af4277ea9cc4"/>
    <ds:schemaRef ds:uri="b112c056-f141-4248-a46f-e5f0219ad1a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A4AA5E2-E064-46F5-94E6-AFCD1EE41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2021-02 MARTEC_Powerpoint_master</Template>
  <TotalTime>453</TotalTime>
  <Words>1080</Words>
  <Application>Microsoft Office PowerPoint</Application>
  <PresentationFormat>Widescreen</PresentationFormat>
  <Paragraphs>236</Paragraphs>
  <Slides>10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5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Cambria Math</vt:lpstr>
      <vt:lpstr>Segoe UI Symbol</vt:lpstr>
      <vt:lpstr>Office-tema</vt:lpstr>
      <vt:lpstr>PowerPoint-præsentation</vt:lpstr>
      <vt:lpstr>Opgaver</vt:lpstr>
      <vt:lpstr>Kirchhoffs love anvendt på DC kredsløb</vt:lpstr>
      <vt:lpstr>Kirchhoffs love anvendt på DC kredsløb</vt:lpstr>
      <vt:lpstr>Kirchhoffs love anvendt på DC kredsløb</vt:lpstr>
      <vt:lpstr>Kirchhoffs love anvendt på DC kredsløb</vt:lpstr>
      <vt:lpstr>Kirchhoffs love anvendt på DC kredsløb</vt:lpstr>
      <vt:lpstr>Kirchhoffs love anvendt på DC kredsløb</vt:lpstr>
      <vt:lpstr>Kirchhoffs love anvendt på DC kredsløb</vt:lpstr>
      <vt:lpstr>Kirchhoffs love anvendt på DC kredsløb</vt:lpstr>
    </vt:vector>
  </TitlesOfParts>
  <Company>MARTEC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Simon Tran Agerholm</dc:creator>
  <cp:lastModifiedBy>Simon Tran Agerholm</cp:lastModifiedBy>
  <cp:revision>2</cp:revision>
  <dcterms:created xsi:type="dcterms:W3CDTF">2022-09-22T12:53:06Z</dcterms:created>
  <dcterms:modified xsi:type="dcterms:W3CDTF">2026-01-26T12:27:31Z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0x0101004A5C8CDECDFE604A9828CFDC608EFB56</vt:lpwstr>
  </property>
  <property fmtid="{D5CDD505-2E9C-101B-9397-08002B2CF9AE}" pid="3" name="MediaServiceImageTags">
    <vt:lpwstr/>
  </property>
</Properties>
</file>