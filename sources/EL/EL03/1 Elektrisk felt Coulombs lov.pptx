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14"/>
  </p:notesMasterIdLst>
  <p:sldIdLst>
    <p:sldId id="257" r:id="rId4"/>
    <p:sldId id="287" r:id="rId5"/>
    <p:sldId id="279" r:id="rId6"/>
    <p:sldId id="271" r:id="rId7"/>
    <p:sldId id="280" r:id="rId8"/>
    <p:sldId id="284" r:id="rId9"/>
    <p:sldId id="282" r:id="rId10"/>
    <p:sldId id="283" r:id="rId11"/>
    <p:sldId id="285" r:id="rId12"/>
    <p:sldId id="286" r:id="rId13"/>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EEA3C8-CF97-1CBF-0C98-7304F97EFB4E}" name="Peter Novrup Kristensen" initials="PNK" userId="S::pete074w@martec.dk::e9830fe9-38b7-45a0-9b60-2e1ca18252c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55B1CC-3ABA-4F2B-BBA7-B6CB922851AA}" v="6" dt="2026-09-22T09:36:03.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72" autoAdjust="0"/>
    <p:restoredTop sz="95065" autoAdjust="0"/>
  </p:normalViewPr>
  <p:slideViewPr>
    <p:cSldViewPr snapToGrid="0">
      <p:cViewPr varScale="1">
        <p:scale>
          <a:sx n="151" d="100"/>
          <a:sy n="151" d="100"/>
        </p:scale>
        <p:origin x="990" y="14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1.xml"/><Relationship Id="rId21"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Tran Agerholm" userId="dd55e2d3-906e-4a4a-90ea-dda6205f875e" providerId="ADAL" clId="{5EFFF862-C165-4C4A-8B20-E280CAF10480}"/>
    <pc:docChg chg="undo custSel addSld modSld sldOrd">
      <pc:chgData name="Simon Tran Agerholm" userId="dd55e2d3-906e-4a4a-90ea-dda6205f875e" providerId="ADAL" clId="{5EFFF862-C165-4C4A-8B20-E280CAF10480}" dt="2026-09-22T09:36:11.919" v="113" actId="20577"/>
      <pc:docMkLst>
        <pc:docMk/>
      </pc:docMkLst>
      <pc:sldChg chg="modSp mod">
        <pc:chgData name="Simon Tran Agerholm" userId="dd55e2d3-906e-4a4a-90ea-dda6205f875e" providerId="ADAL" clId="{5EFFF862-C165-4C4A-8B20-E280CAF10480}" dt="2026-09-22T09:36:11.919" v="113" actId="20577"/>
        <pc:sldMkLst>
          <pc:docMk/>
          <pc:sldMk cId="1383862239" sldId="285"/>
        </pc:sldMkLst>
        <pc:spChg chg="mod">
          <ac:chgData name="Simon Tran Agerholm" userId="dd55e2d3-906e-4a4a-90ea-dda6205f875e" providerId="ADAL" clId="{5EFFF862-C165-4C4A-8B20-E280CAF10480}" dt="2026-09-22T09:36:11.919" v="113" actId="20577"/>
          <ac:spMkLst>
            <pc:docMk/>
            <pc:sldMk cId="1383862239" sldId="285"/>
            <ac:spMk id="9" creationId="{0B71475B-2F28-4176-2EA3-3B210BDFA0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478FD4-A2F1-42AE-8DE7-3B8EE80B0D40}" type="datetimeFigureOut">
              <a:rPr lang="da-DK" smtClean="0"/>
              <a:t>22-09-2026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060A18-D9F1-4E3E-AA4E-6AA2ECDBE7CB}" type="slidenum">
              <a:rPr lang="da-DK" smtClean="0"/>
              <a:t>‹nr.›</a:t>
            </a:fld>
            <a:endParaRPr lang="da-DK"/>
          </a:p>
        </p:txBody>
      </p:sp>
    </p:spTree>
    <p:extLst>
      <p:ext uri="{BB962C8B-B14F-4D97-AF65-F5344CB8AC3E}">
        <p14:creationId xmlns:p14="http://schemas.microsoft.com/office/powerpoint/2010/main" val="3578442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Brugerdefineret layout">
    <p:spTree>
      <p:nvGrpSpPr>
        <p:cNvPr id="1" name=""/>
        <p:cNvGrpSpPr/>
        <p:nvPr/>
      </p:nvGrpSpPr>
      <p:grpSpPr>
        <a:xfrm>
          <a:off x="0" y="0"/>
          <a:ext cx="0" cy="0"/>
          <a:chOff x="0" y="0"/>
          <a:chExt cx="0" cy="0"/>
        </a:xfrm>
      </p:grpSpPr>
      <p:pic>
        <p:nvPicPr>
          <p:cNvPr id="4" name="Billed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76000" cy="6858000"/>
          </a:xfrm>
          <a:prstGeom prst="rect">
            <a:avLst/>
          </a:prstGeom>
        </p:spPr>
      </p:pic>
    </p:spTree>
    <p:extLst>
      <p:ext uri="{BB962C8B-B14F-4D97-AF65-F5344CB8AC3E}">
        <p14:creationId xmlns:p14="http://schemas.microsoft.com/office/powerpoint/2010/main" val="1961626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Brugerdefineret layout">
    <p:spTree>
      <p:nvGrpSpPr>
        <p:cNvPr id="1" name=""/>
        <p:cNvGrpSpPr/>
        <p:nvPr/>
      </p:nvGrpSpPr>
      <p:grpSpPr>
        <a:xfrm>
          <a:off x="0" y="0"/>
          <a:ext cx="0" cy="0"/>
          <a:chOff x="0" y="0"/>
          <a:chExt cx="0" cy="0"/>
        </a:xfrm>
      </p:grpSpPr>
      <p:sp>
        <p:nvSpPr>
          <p:cNvPr id="6" name="Rektangel 5"/>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7" name="Rektangel 6"/>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4001311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7_Brugerdefineret layout">
    <p:spTree>
      <p:nvGrpSpPr>
        <p:cNvPr id="1" name=""/>
        <p:cNvGrpSpPr/>
        <p:nvPr/>
      </p:nvGrpSpPr>
      <p:grpSpPr>
        <a:xfrm>
          <a:off x="0" y="0"/>
          <a:ext cx="0" cy="0"/>
          <a:chOff x="0" y="0"/>
          <a:chExt cx="0" cy="0"/>
        </a:xfrm>
      </p:grpSpPr>
      <p:sp>
        <p:nvSpPr>
          <p:cNvPr id="5"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6"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F5614241-DB6F-4FEF-B668-382A5E7371DD}" type="datetime1">
              <a:rPr lang="da-DK" smtClean="0"/>
              <a:t>22-09-2026</a:t>
            </a:fld>
            <a:endParaRPr lang="da-DK" dirty="0"/>
          </a:p>
        </p:txBody>
      </p:sp>
      <p:sp>
        <p:nvSpPr>
          <p:cNvPr id="7"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8"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9" name="Rektangel 8"/>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1" name="Billed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2"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878448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5459" y="4732846"/>
            <a:ext cx="10874062" cy="1641367"/>
          </a:xfrm>
          <a:prstGeom prst="rect">
            <a:avLst/>
          </a:prstGeom>
        </p:spPr>
      </p:pic>
      <p:sp>
        <p:nvSpPr>
          <p:cNvPr id="14" name="Rektangel 13"/>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5" name="Rektangel 14"/>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7"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8"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AED7BE61-E481-4C35-A400-09C35F819DB5}" type="datetime1">
              <a:rPr lang="da-DK" smtClean="0"/>
              <a:t>22-09-2026</a:t>
            </a:fld>
            <a:endParaRPr lang="da-DK" dirty="0"/>
          </a:p>
        </p:txBody>
      </p:sp>
      <p:sp>
        <p:nvSpPr>
          <p:cNvPr id="19"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20"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21" name="Billede 2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22"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77216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337" y="4734791"/>
            <a:ext cx="10861183" cy="1639422"/>
          </a:xfrm>
          <a:prstGeom prst="rect">
            <a:avLst/>
          </a:prstGeom>
        </p:spPr>
      </p:pic>
      <p:sp>
        <p:nvSpPr>
          <p:cNvPr id="12" name="Rektangel 11"/>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5"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6"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F960F046-5E61-4021-8EB4-8234883452A4}" type="datetime1">
              <a:rPr lang="da-DK" smtClean="0"/>
              <a:t>22-09-2026</a:t>
            </a:fld>
            <a:endParaRPr lang="da-DK" dirty="0"/>
          </a:p>
        </p:txBody>
      </p:sp>
      <p:sp>
        <p:nvSpPr>
          <p:cNvPr id="17"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8"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19" name="Billed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20"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76372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ugerdefineret layout">
    <p:spTree>
      <p:nvGrpSpPr>
        <p:cNvPr id="1" name=""/>
        <p:cNvGrpSpPr/>
        <p:nvPr/>
      </p:nvGrpSpPr>
      <p:grpSpPr>
        <a:xfrm>
          <a:off x="0" y="0"/>
          <a:ext cx="0" cy="0"/>
          <a:chOff x="0" y="0"/>
          <a:chExt cx="0" cy="0"/>
        </a:xfrm>
      </p:grpSpPr>
      <p:sp>
        <p:nvSpPr>
          <p:cNvPr id="7" name="Pladsholder til billede 2"/>
          <p:cNvSpPr>
            <a:spLocks noGrp="1"/>
          </p:cNvSpPr>
          <p:nvPr>
            <p:ph type="pic" idx="1"/>
          </p:nvPr>
        </p:nvSpPr>
        <p:spPr>
          <a:xfrm>
            <a:off x="8610599" y="1489656"/>
            <a:ext cx="3581400" cy="524040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a:t>Klik på ikonet for at tilføje et billede</a:t>
            </a:r>
            <a:endParaRPr lang="da-DK" dirty="0"/>
          </a:p>
        </p:txBody>
      </p:sp>
      <p:sp>
        <p:nvSpPr>
          <p:cNvPr id="12" name="Rektangel 11"/>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6" name="Pladsholder til tekst 3"/>
          <p:cNvSpPr>
            <a:spLocks noGrp="1"/>
          </p:cNvSpPr>
          <p:nvPr>
            <p:ph type="body" sz="half" idx="2"/>
          </p:nvPr>
        </p:nvSpPr>
        <p:spPr>
          <a:xfrm>
            <a:off x="609600" y="1863143"/>
            <a:ext cx="7543800"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8866D48E-B968-40EE-903A-BB3DF93974FE}" type="datetime1">
              <a:rPr lang="da-DK" smtClean="0"/>
              <a:t>22-09-2026</a:t>
            </a:fld>
            <a:endParaRPr lang="da-DK" dirty="0"/>
          </a:p>
        </p:txBody>
      </p:sp>
      <p:sp>
        <p:nvSpPr>
          <p:cNvPr id="1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20" name="Billed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2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023964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Brugerdefineret layout">
    <p:spTree>
      <p:nvGrpSpPr>
        <p:cNvPr id="1" name=""/>
        <p:cNvGrpSpPr/>
        <p:nvPr/>
      </p:nvGrpSpPr>
      <p:grpSpPr>
        <a:xfrm>
          <a:off x="0" y="0"/>
          <a:ext cx="0" cy="0"/>
          <a:chOff x="0" y="0"/>
          <a:chExt cx="0" cy="0"/>
        </a:xfrm>
      </p:grpSpPr>
      <p:sp>
        <p:nvSpPr>
          <p:cNvPr id="4" name="Rektangel 3"/>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tekst 3"/>
          <p:cNvSpPr>
            <a:spLocks noGrp="1"/>
          </p:cNvSpPr>
          <p:nvPr>
            <p:ph type="body" sz="half" idx="2"/>
          </p:nvPr>
        </p:nvSpPr>
        <p:spPr>
          <a:xfrm>
            <a:off x="609600" y="1863143"/>
            <a:ext cx="1095992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F901FFC2-E1B4-406C-B9C6-06E831737E52}" type="datetime1">
              <a:rPr lang="da-DK" smtClean="0"/>
              <a:t>22-09-2026</a:t>
            </a:fld>
            <a:endParaRPr lang="da-DK" dirty="0"/>
          </a:p>
        </p:txBody>
      </p:sp>
      <p:sp>
        <p:nvSpPr>
          <p:cNvPr id="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10" name="Billed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926787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892174"/>
            <a:ext cx="12192000" cy="1840301"/>
          </a:xfrm>
          <a:prstGeom prst="rect">
            <a:avLst/>
          </a:prstGeom>
        </p:spPr>
      </p:pic>
      <p:sp>
        <p:nvSpPr>
          <p:cNvPr id="4" name="Rektangel 3"/>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indhold 2"/>
          <p:cNvSpPr>
            <a:spLocks noGrp="1"/>
          </p:cNvSpPr>
          <p:nvPr>
            <p:ph idx="1"/>
          </p:nvPr>
        </p:nvSpPr>
        <p:spPr>
          <a:xfrm>
            <a:off x="609600" y="1840200"/>
            <a:ext cx="10959921" cy="294215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7"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fld id="{44539E85-0054-430F-8665-797E7D439211}" type="datetime1">
              <a:rPr lang="da-DK" smtClean="0"/>
              <a:t>22-09-2026</a:t>
            </a:fld>
            <a:endParaRPr lang="da-DK" dirty="0"/>
          </a:p>
        </p:txBody>
      </p:sp>
      <p:sp>
        <p:nvSpPr>
          <p:cNvPr id="8"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r>
              <a:rPr lang="da-DK" dirty="0"/>
              <a:t>Simon Tran Agerholm</a:t>
            </a:r>
          </a:p>
        </p:txBody>
      </p:sp>
      <p:sp>
        <p:nvSpPr>
          <p:cNvPr id="9"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10" name="Billed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1"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329941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6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9" name="Rektangel 8"/>
          <p:cNvSpPr/>
          <p:nvPr userDrawn="1"/>
        </p:nvSpPr>
        <p:spPr>
          <a:xfrm>
            <a:off x="665411" y="4537656"/>
            <a:ext cx="9757892" cy="1264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fld id="{A4222F7B-A322-401B-AEA7-A99A1998507B}" type="datetime1">
              <a:rPr lang="da-DK" smtClean="0"/>
              <a:t>22-09-2026</a:t>
            </a:fld>
            <a:endParaRPr lang="da-DK" dirty="0"/>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r>
              <a:rPr lang="da-DK" dirty="0"/>
              <a:t>Simon Tran Agerholm</a:t>
            </a:r>
          </a:p>
        </p:txBody>
      </p:sp>
      <p:sp>
        <p:nvSpPr>
          <p:cNvPr id="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7" name="Rektangel 6"/>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Titel 1"/>
          <p:cNvSpPr>
            <a:spLocks noGrp="1"/>
          </p:cNvSpPr>
          <p:nvPr>
            <p:ph type="title"/>
          </p:nvPr>
        </p:nvSpPr>
        <p:spPr>
          <a:xfrm>
            <a:off x="772736" y="4702765"/>
            <a:ext cx="9624810" cy="534645"/>
          </a:xfrm>
        </p:spPr>
        <p:txBody>
          <a:bodyPr>
            <a:noAutofit/>
          </a:bodyPr>
          <a:lstStyle>
            <a:lvl1pPr>
              <a:defRPr sz="3400">
                <a:solidFill>
                  <a:schemeClr val="tx1"/>
                </a:solidFill>
              </a:defRPr>
            </a:lvl1pPr>
          </a:lstStyle>
          <a:p>
            <a:r>
              <a:rPr lang="da-DK"/>
              <a:t>Klik for at redigere titeltypografien i masteren</a:t>
            </a:r>
            <a:endParaRPr lang="da-DK" dirty="0"/>
          </a:p>
        </p:txBody>
      </p:sp>
      <p:sp>
        <p:nvSpPr>
          <p:cNvPr id="14" name="Pladsholder til tekst 3"/>
          <p:cNvSpPr>
            <a:spLocks noGrp="1"/>
          </p:cNvSpPr>
          <p:nvPr>
            <p:ph type="body" sz="half" idx="10"/>
          </p:nvPr>
        </p:nvSpPr>
        <p:spPr>
          <a:xfrm>
            <a:off x="781318" y="5318975"/>
            <a:ext cx="9594763" cy="356315"/>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pic>
        <p:nvPicPr>
          <p:cNvPr id="15" name="Billed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2807587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rugerdefineret layout">
    <p:spTree>
      <p:nvGrpSpPr>
        <p:cNvPr id="1" name=""/>
        <p:cNvGrpSpPr/>
        <p:nvPr/>
      </p:nvGrpSpPr>
      <p:grpSpPr>
        <a:xfrm>
          <a:off x="0" y="0"/>
          <a:ext cx="0" cy="0"/>
          <a:chOff x="0" y="0"/>
          <a:chExt cx="0" cy="0"/>
        </a:xfrm>
      </p:grpSpPr>
      <p:sp>
        <p:nvSpPr>
          <p:cNvPr id="3" name="Pladsholder til indhold 2"/>
          <p:cNvSpPr>
            <a:spLocks noGrp="1"/>
          </p:cNvSpPr>
          <p:nvPr>
            <p:ph idx="1"/>
          </p:nvPr>
        </p:nvSpPr>
        <p:spPr>
          <a:xfrm>
            <a:off x="609600" y="1854602"/>
            <a:ext cx="5452056"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59D427CA-F5A5-4900-A680-2C7A87E7188D}" type="datetime1">
              <a:rPr lang="da-DK" smtClean="0"/>
              <a:t>22-09-2026</a:t>
            </a:fld>
            <a:endParaRPr lang="da-DK" dirty="0"/>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7" name="Rektangel 6"/>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9" name="Billed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1" name="Pladsholder til indhold 2"/>
          <p:cNvSpPr>
            <a:spLocks noGrp="1"/>
          </p:cNvSpPr>
          <p:nvPr>
            <p:ph idx="10"/>
          </p:nvPr>
        </p:nvSpPr>
        <p:spPr>
          <a:xfrm>
            <a:off x="6216204" y="1854601"/>
            <a:ext cx="5353318"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20071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snitsoverskrift">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1" y="134225"/>
            <a:ext cx="12191352" cy="6595983"/>
          </a:xfrm>
          <a:prstGeom prst="rect">
            <a:avLst/>
          </a:prstGeom>
        </p:spPr>
      </p:pic>
      <p:sp>
        <p:nvSpPr>
          <p:cNvPr id="11" name="Rektangel 10"/>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Rektangel 11"/>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0D624882-5CC6-4ACF-9138-333F500587E1}" type="datetime1">
              <a:rPr lang="da-DK" smtClean="0"/>
              <a:t>22-09-2026</a:t>
            </a:fld>
            <a:endParaRPr lang="da-DK" dirty="0"/>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17" name="Billed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3289214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rugerdefineret layout">
    <p:spTree>
      <p:nvGrpSpPr>
        <p:cNvPr id="1" name=""/>
        <p:cNvGrpSpPr/>
        <p:nvPr/>
      </p:nvGrpSpPr>
      <p:grpSpPr>
        <a:xfrm>
          <a:off x="0" y="0"/>
          <a:ext cx="0" cy="0"/>
          <a:chOff x="0" y="0"/>
          <a:chExt cx="0" cy="0"/>
        </a:xfrm>
      </p:grpSpPr>
      <p:pic>
        <p:nvPicPr>
          <p:cNvPr id="12" name="Billed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1" y="133618"/>
            <a:ext cx="12191352" cy="6597197"/>
          </a:xfrm>
          <a:prstGeom prst="rect">
            <a:avLst/>
          </a:prstGeom>
        </p:spPr>
      </p:pic>
      <p:sp>
        <p:nvSpPr>
          <p:cNvPr id="9" name="Rektangel 8"/>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1" name="Billed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fld id="{D6ABDD90-F726-4AC4-A3AD-5ADC754A197E}" type="datetime1">
              <a:rPr lang="da-DK" smtClean="0"/>
              <a:t>22-09-2026</a:t>
            </a:fld>
            <a:endParaRPr lang="da-DK" dirty="0"/>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r>
              <a:rPr lang="da-DK" dirty="0"/>
              <a:t>Simon Tran Agerholm</a:t>
            </a: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Tree>
    <p:extLst>
      <p:ext uri="{BB962C8B-B14F-4D97-AF65-F5344CB8AC3E}">
        <p14:creationId xmlns:p14="http://schemas.microsoft.com/office/powerpoint/2010/main" val="2972891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7" name="Rektangel 6"/>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fld id="{9B1DE6B6-1D79-45D6-BC90-85FD17B7842F}" type="datetime1">
              <a:rPr lang="da-DK" smtClean="0"/>
              <a:t>22-09-2026</a:t>
            </a:fld>
            <a:endParaRPr lang="da-DK" dirty="0"/>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r>
              <a:rPr lang="da-DK" dirty="0"/>
              <a:t>Simon Tran Agerholm</a:t>
            </a: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Tree>
    <p:extLst>
      <p:ext uri="{BB962C8B-B14F-4D97-AF65-F5344CB8AC3E}">
        <p14:creationId xmlns:p14="http://schemas.microsoft.com/office/powerpoint/2010/main" val="2493210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7" name="Rektangel 6"/>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fld id="{C6939E03-7E79-4E6E-B66F-950EAAAE1933}" type="datetime1">
              <a:rPr lang="da-DK" smtClean="0"/>
              <a:t>22-09-2026</a:t>
            </a:fld>
            <a:endParaRPr lang="da-DK" dirty="0"/>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r>
              <a:rPr lang="da-DK" dirty="0"/>
              <a:t>Simon Tran Agerholm</a:t>
            </a: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Tree>
    <p:extLst>
      <p:ext uri="{BB962C8B-B14F-4D97-AF65-F5344CB8AC3E}">
        <p14:creationId xmlns:p14="http://schemas.microsoft.com/office/powerpoint/2010/main" val="3251614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7" name="Rektangel 6"/>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fld id="{3D4C7813-0BEF-49CB-8C96-D0ED45D339B9}" type="datetime1">
              <a:rPr lang="da-DK" smtClean="0"/>
              <a:t>22-09-2026</a:t>
            </a:fld>
            <a:endParaRPr lang="da-DK" dirty="0"/>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r>
              <a:rPr lang="da-DK" dirty="0"/>
              <a:t>Simon Tran Agerholm</a:t>
            </a: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Tree>
    <p:extLst>
      <p:ext uri="{BB962C8B-B14F-4D97-AF65-F5344CB8AC3E}">
        <p14:creationId xmlns:p14="http://schemas.microsoft.com/office/powerpoint/2010/main" val="2174703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Brugerdefineret layout">
    <p:spTree>
      <p:nvGrpSpPr>
        <p:cNvPr id="1" name=""/>
        <p:cNvGrpSpPr/>
        <p:nvPr/>
      </p:nvGrpSpPr>
      <p:grpSpPr>
        <a:xfrm>
          <a:off x="0" y="0"/>
          <a:ext cx="0" cy="0"/>
          <a:chOff x="0" y="0"/>
          <a:chExt cx="0" cy="0"/>
        </a:xfrm>
      </p:grpSpPr>
      <p:pic>
        <p:nvPicPr>
          <p:cNvPr id="11" name="Billed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12428" y="127383"/>
            <a:ext cx="3979572" cy="6602675"/>
          </a:xfrm>
          <a:prstGeom prst="rect">
            <a:avLst/>
          </a:prstGeom>
        </p:spPr>
      </p:pic>
      <p:sp>
        <p:nvSpPr>
          <p:cNvPr id="3" name="Rektangel 2"/>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6"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54A0949A-A68A-4559-B751-ADDD2F24E08B}" type="datetime1">
              <a:rPr lang="da-DK" smtClean="0"/>
              <a:t>22-09-2026</a:t>
            </a:fld>
            <a:endParaRPr lang="da-DK" dirty="0"/>
          </a:p>
        </p:txBody>
      </p:sp>
      <p:sp>
        <p:nvSpPr>
          <p:cNvPr id="7"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8"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30347910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12428" y="127383"/>
            <a:ext cx="3979571" cy="6602675"/>
          </a:xfrm>
          <a:prstGeom prst="rect">
            <a:avLst/>
          </a:prstGeom>
        </p:spPr>
      </p:pic>
      <p:sp>
        <p:nvSpPr>
          <p:cNvPr id="4" name="Rektangel 3"/>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4280A0AF-DB9F-43E7-8091-4EDF1D864019}" type="datetime1">
              <a:rPr lang="da-DK" smtClean="0"/>
              <a:t>22-09-2026</a:t>
            </a:fld>
            <a:endParaRPr lang="da-DK" dirty="0"/>
          </a:p>
        </p:txBody>
      </p:sp>
      <p:sp>
        <p:nvSpPr>
          <p:cNvPr id="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10" name="Billed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2"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39458840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12428" y="127383"/>
            <a:ext cx="3979571" cy="6602674"/>
          </a:xfrm>
          <a:prstGeom prst="rect">
            <a:avLst/>
          </a:prstGeom>
        </p:spPr>
      </p:pic>
      <p:sp>
        <p:nvSpPr>
          <p:cNvPr id="4" name="Rektangel 3"/>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5FD0B836-D907-4725-AD76-AC1CA3CB6DBF}" type="datetime1">
              <a:rPr lang="da-DK" smtClean="0"/>
              <a:t>22-09-2026</a:t>
            </a:fld>
            <a:endParaRPr lang="da-DK" dirty="0"/>
          </a:p>
        </p:txBody>
      </p:sp>
      <p:sp>
        <p:nvSpPr>
          <p:cNvPr id="7"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8"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9" name="Billed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1"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1195564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 indholdsobjekter">
    <p:spTree>
      <p:nvGrpSpPr>
        <p:cNvPr id="1" name=""/>
        <p:cNvGrpSpPr/>
        <p:nvPr/>
      </p:nvGrpSpPr>
      <p:grpSpPr>
        <a:xfrm>
          <a:off x="0" y="0"/>
          <a:ext cx="0" cy="0"/>
          <a:chOff x="0" y="0"/>
          <a:chExt cx="0" cy="0"/>
        </a:xfrm>
      </p:grpSpPr>
      <p:pic>
        <p:nvPicPr>
          <p:cNvPr id="18" name="Billed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13104" y="127383"/>
            <a:ext cx="3978217" cy="6602674"/>
          </a:xfrm>
          <a:prstGeom prst="rect">
            <a:avLst/>
          </a:prstGeom>
        </p:spPr>
      </p:pic>
      <p:sp>
        <p:nvSpPr>
          <p:cNvPr id="19" name="Rektangel 18"/>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20" name="Rektangel 19"/>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21"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861F1D41-392A-4672-8EEF-70507AA86F95}" type="datetime1">
              <a:rPr lang="da-DK" smtClean="0"/>
              <a:t>22-09-2026</a:t>
            </a:fld>
            <a:endParaRPr lang="da-DK" dirty="0"/>
          </a:p>
        </p:txBody>
      </p:sp>
      <p:sp>
        <p:nvSpPr>
          <p:cNvPr id="2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2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24" name="Billed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25"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26"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1521897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9" y="134225"/>
            <a:ext cx="12191347" cy="6595980"/>
          </a:xfrm>
          <a:prstGeom prst="rect">
            <a:avLst/>
          </a:prstGeom>
        </p:spPr>
      </p:pic>
      <p:sp>
        <p:nvSpPr>
          <p:cNvPr id="9" name="Rektangel 8"/>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3"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6053B9CB-5A8B-44EA-8E70-A54996FF4018}" type="datetime1">
              <a:rPr lang="da-DK" smtClean="0"/>
              <a:t>22-09-2026</a:t>
            </a:fld>
            <a:endParaRPr lang="da-DK" dirty="0"/>
          </a:p>
        </p:txBody>
      </p:sp>
      <p:sp>
        <p:nvSpPr>
          <p:cNvPr id="14"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5"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16" name="Billed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7"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4050438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Brugerdefineret layout">
    <p:spTree>
      <p:nvGrpSpPr>
        <p:cNvPr id="1" name=""/>
        <p:cNvGrpSpPr/>
        <p:nvPr/>
      </p:nvGrpSpPr>
      <p:grpSpPr>
        <a:xfrm>
          <a:off x="0" y="0"/>
          <a:ext cx="0" cy="0"/>
          <a:chOff x="0" y="0"/>
          <a:chExt cx="0" cy="0"/>
        </a:xfrm>
      </p:grpSpPr>
      <p:pic>
        <p:nvPicPr>
          <p:cNvPr id="12" name="Billed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72" y="130415"/>
            <a:ext cx="12210981" cy="6606603"/>
          </a:xfrm>
          <a:prstGeom prst="rect">
            <a:avLst/>
          </a:prstGeom>
        </p:spPr>
      </p:pic>
      <p:sp>
        <p:nvSpPr>
          <p:cNvPr id="7" name="Rektangel 6"/>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1095992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281C334C-53DB-4EC7-B2FD-0ED848CFD337}" type="datetime1">
              <a:rPr lang="da-DK" smtClean="0"/>
              <a:t>22-09-2026</a:t>
            </a:fld>
            <a:endParaRPr lang="da-DK" dirty="0"/>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pic>
        <p:nvPicPr>
          <p:cNvPr id="18" name="Billed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402361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Brugerdefineret layout">
    <p:spTree>
      <p:nvGrpSpPr>
        <p:cNvPr id="1" name=""/>
        <p:cNvGrpSpPr/>
        <p:nvPr/>
      </p:nvGrpSpPr>
      <p:grpSpPr>
        <a:xfrm>
          <a:off x="0" y="0"/>
          <a:ext cx="0" cy="0"/>
          <a:chOff x="0" y="0"/>
          <a:chExt cx="0" cy="0"/>
        </a:xfrm>
      </p:grpSpPr>
      <p:pic>
        <p:nvPicPr>
          <p:cNvPr id="3" name="Billed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1" y="137375"/>
            <a:ext cx="3581400" cy="6607840"/>
          </a:xfrm>
          <a:prstGeom prst="rect">
            <a:avLst/>
          </a:prstGeom>
        </p:spPr>
      </p:pic>
      <p:sp>
        <p:nvSpPr>
          <p:cNvPr id="8" name="Rektangel 7"/>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4"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711B9D03-24F7-4F51-BE1D-E99145596D38}" type="datetime1">
              <a:rPr lang="da-DK" smtClean="0"/>
              <a:t>22-09-2026</a:t>
            </a:fld>
            <a:endParaRPr lang="da-DK" dirty="0"/>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18"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9637394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Brugerdefineret layout">
    <p:spTree>
      <p:nvGrpSpPr>
        <p:cNvPr id="1" name=""/>
        <p:cNvGrpSpPr/>
        <p:nvPr/>
      </p:nvGrpSpPr>
      <p:grpSpPr>
        <a:xfrm>
          <a:off x="0" y="0"/>
          <a:ext cx="0" cy="0"/>
          <a:chOff x="0" y="0"/>
          <a:chExt cx="0" cy="0"/>
        </a:xfrm>
      </p:grpSpPr>
      <p:pic>
        <p:nvPicPr>
          <p:cNvPr id="11" name="Billed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1" y="137375"/>
            <a:ext cx="3581399" cy="6607840"/>
          </a:xfrm>
          <a:prstGeom prst="rect">
            <a:avLst/>
          </a:prstGeom>
        </p:spPr>
      </p:pic>
      <p:sp>
        <p:nvSpPr>
          <p:cNvPr id="8" name="Rektangel 7"/>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75239D22-855C-40E4-A2EC-1E499E905B19}" type="datetime1">
              <a:rPr lang="da-DK" smtClean="0"/>
              <a:t>22-09-2026</a:t>
            </a:fld>
            <a:endParaRPr lang="da-DK" dirty="0"/>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3563992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Brugerdefineret layout">
    <p:spTree>
      <p:nvGrpSpPr>
        <p:cNvPr id="1" name=""/>
        <p:cNvGrpSpPr/>
        <p:nvPr/>
      </p:nvGrpSpPr>
      <p:grpSpPr>
        <a:xfrm>
          <a:off x="0" y="0"/>
          <a:ext cx="0" cy="0"/>
          <a:chOff x="0" y="0"/>
          <a:chExt cx="0" cy="0"/>
        </a:xfrm>
      </p:grpSpPr>
      <p:pic>
        <p:nvPicPr>
          <p:cNvPr id="11" name="Billed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1" y="137376"/>
            <a:ext cx="3581399" cy="6607838"/>
          </a:xfrm>
          <a:prstGeom prst="rect">
            <a:avLst/>
          </a:prstGeom>
        </p:spPr>
      </p:pic>
      <p:sp>
        <p:nvSpPr>
          <p:cNvPr id="8" name="Rektangel 7"/>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F3B45E4E-47AB-4836-ACFE-D5CC804FC628}" type="datetime1">
              <a:rPr lang="da-DK" smtClean="0"/>
              <a:t>22-09-2026</a:t>
            </a:fld>
            <a:endParaRPr lang="da-DK" dirty="0"/>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6447793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Brugerdefineret layout">
    <p:spTree>
      <p:nvGrpSpPr>
        <p:cNvPr id="1" name=""/>
        <p:cNvGrpSpPr/>
        <p:nvPr/>
      </p:nvGrpSpPr>
      <p:grpSpPr>
        <a:xfrm>
          <a:off x="0" y="0"/>
          <a:ext cx="0" cy="0"/>
          <a:chOff x="0" y="0"/>
          <a:chExt cx="0" cy="0"/>
        </a:xfrm>
      </p:grpSpPr>
      <p:pic>
        <p:nvPicPr>
          <p:cNvPr id="11" name="Billed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1" y="137376"/>
            <a:ext cx="3581398" cy="6607838"/>
          </a:xfrm>
          <a:prstGeom prst="rect">
            <a:avLst/>
          </a:prstGeom>
        </p:spPr>
      </p:pic>
      <p:sp>
        <p:nvSpPr>
          <p:cNvPr id="8" name="Rektangel 7"/>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C5B32A11-257E-47D3-BC97-7F2F315C4513}" type="datetime1">
              <a:rPr lang="da-DK" smtClean="0"/>
              <a:t>22-09-2026</a:t>
            </a:fld>
            <a:endParaRPr lang="da-DK" dirty="0"/>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248389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Brugerdefineret layout">
    <p:spTree>
      <p:nvGrpSpPr>
        <p:cNvPr id="1" name=""/>
        <p:cNvGrpSpPr/>
        <p:nvPr/>
      </p:nvGrpSpPr>
      <p:grpSpPr>
        <a:xfrm>
          <a:off x="0" y="0"/>
          <a:ext cx="0" cy="0"/>
          <a:chOff x="0" y="0"/>
          <a:chExt cx="0" cy="0"/>
        </a:xfrm>
      </p:grpSpPr>
      <p:pic>
        <p:nvPicPr>
          <p:cNvPr id="11" name="Billed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1" y="137377"/>
            <a:ext cx="3581398" cy="6607836"/>
          </a:xfrm>
          <a:prstGeom prst="rect">
            <a:avLst/>
          </a:prstGeom>
        </p:spPr>
      </p:pic>
      <p:sp>
        <p:nvSpPr>
          <p:cNvPr id="8" name="Rektangel 7"/>
          <p:cNvSpPr/>
          <p:nvPr userDrawn="1"/>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userDrawn="1"/>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fld id="{0A34FA1A-6F29-42D0-AD58-DB3F23111E37}" type="datetime1">
              <a:rPr lang="da-DK" smtClean="0"/>
              <a:t>22-09-2026</a:t>
            </a:fld>
            <a:endParaRPr lang="da-DK" dirty="0"/>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r>
              <a:rPr lang="da-DK" dirty="0"/>
              <a:t>Simon Tran Agerholm</a:t>
            </a: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fld id="{62A73C88-35DB-432F-9FBF-AA3A20422821}" type="slidenum">
              <a:rPr lang="da-DK" smtClean="0"/>
              <a:pPr/>
              <a:t>‹nr.›</a:t>
            </a:fld>
            <a:endParaRPr lang="da-DK" dirty="0"/>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698229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ladsholder til titel 1"/>
          <p:cNvSpPr>
            <a:spLocks noGrp="1"/>
          </p:cNvSpPr>
          <p:nvPr>
            <p:ph type="title"/>
          </p:nvPr>
        </p:nvSpPr>
        <p:spPr>
          <a:xfrm>
            <a:off x="459346" y="1064655"/>
            <a:ext cx="10894454" cy="823511"/>
          </a:xfrm>
          <a:prstGeom prst="rect">
            <a:avLst/>
          </a:prstGeom>
        </p:spPr>
        <p:txBody>
          <a:bodyPr vert="horz" lIns="91440" tIns="45720" rIns="91440" bIns="45720" rtlCol="0" anchor="ctr">
            <a:normAutofit/>
          </a:bodyPr>
          <a:lstStyle/>
          <a:p>
            <a:r>
              <a:rPr lang="da-DK" dirty="0"/>
              <a:t>Klik for at redigere i master</a:t>
            </a:r>
          </a:p>
        </p:txBody>
      </p:sp>
      <p:sp>
        <p:nvSpPr>
          <p:cNvPr id="12" name="Pladsholder til tekst 2"/>
          <p:cNvSpPr>
            <a:spLocks noGrp="1"/>
          </p:cNvSpPr>
          <p:nvPr>
            <p:ph type="body" idx="1"/>
          </p:nvPr>
        </p:nvSpPr>
        <p:spPr>
          <a:xfrm>
            <a:off x="510862" y="2369713"/>
            <a:ext cx="10842938" cy="3807250"/>
          </a:xfrm>
          <a:prstGeom prst="rect">
            <a:avLst/>
          </a:prstGeom>
        </p:spPr>
        <p:txBody>
          <a:bodyPr vert="horz" lIns="91440" tIns="45720" rIns="91440" bIns="45720" rtlCol="0">
            <a:normAutofit/>
          </a:bodyPr>
          <a:lstStyle/>
          <a:p>
            <a:pPr lvl="0"/>
            <a:r>
              <a:rPr lang="da-DK" dirty="0"/>
              <a:t>Rediger typografien i masterens</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1885492732"/>
      </p:ext>
    </p:extLst>
  </p:cSld>
  <p:clrMap bg1="lt1" tx1="dk1" bg2="lt2" tx2="dk2" accent1="accent1" accent2="accent2" accent3="accent3" accent4="accent4" accent5="accent5" accent6="accent6" hlink="hlink" folHlink="folHlink"/>
  <p:sldLayoutIdLst>
    <p:sldLayoutId id="2147483662" r:id="rId1"/>
    <p:sldLayoutId id="2147483686" r:id="rId2"/>
    <p:sldLayoutId id="2147483677" r:id="rId3"/>
    <p:sldLayoutId id="2147483654" r:id="rId4"/>
    <p:sldLayoutId id="2147483655" r:id="rId5"/>
    <p:sldLayoutId id="2147483660" r:id="rId6"/>
    <p:sldLayoutId id="2147483688" r:id="rId7"/>
    <p:sldLayoutId id="2147483692" r:id="rId8"/>
    <p:sldLayoutId id="2147483676" r:id="rId9"/>
    <p:sldLayoutId id="2147483687" r:id="rId10"/>
    <p:sldLayoutId id="2147483651" r:id="rId11"/>
    <p:sldLayoutId id="2147483661" r:id="rId12"/>
    <p:sldLayoutId id="2147483670" r:id="rId13"/>
    <p:sldLayoutId id="2147483671" r:id="rId14"/>
    <p:sldLayoutId id="2147483679" r:id="rId15"/>
    <p:sldLayoutId id="2147483689" r:id="rId16"/>
    <p:sldLayoutId id="2147483690" r:id="rId17"/>
    <p:sldLayoutId id="2147483691" r:id="rId18"/>
    <p:sldLayoutId id="2147483652" r:id="rId19"/>
    <p:sldLayoutId id="2147483678" r:id="rId20"/>
    <p:sldLayoutId id="2147483680" r:id="rId21"/>
    <p:sldLayoutId id="2147483681" r:id="rId22"/>
    <p:sldLayoutId id="2147483682" r:id="rId23"/>
    <p:sldLayoutId id="2147483683" r:id="rId24"/>
    <p:sldLayoutId id="2147483684" r:id="rId25"/>
    <p:sldLayoutId id="2147483685" r:id="rId26"/>
  </p:sldLayoutIdLst>
  <p:hf hdr="0"/>
  <p:txStyles>
    <p:titleStyle>
      <a:lvl1pPr algn="l" defTabSz="914400" rtl="0" eaLnBrk="1" latinLnBrk="0" hangingPunct="1">
        <a:lnSpc>
          <a:spcPct val="90000"/>
        </a:lnSpc>
        <a:spcBef>
          <a:spcPct val="0"/>
        </a:spcBef>
        <a:buNone/>
        <a:defRPr sz="4400" b="1" kern="1200">
          <a:solidFill>
            <a:schemeClr val="tx1"/>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2.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0515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1">
            <a:extLst>
              <a:ext uri="{FF2B5EF4-FFF2-40B4-BE49-F238E27FC236}">
                <a16:creationId xmlns:a16="http://schemas.microsoft.com/office/drawing/2014/main" id="{FEF8CD93-81EA-3CC5-FD14-F9721BF3EE91}"/>
              </a:ext>
            </a:extLst>
          </p:cNvPr>
          <p:cNvSpPr>
            <a:spLocks noGrp="1"/>
          </p:cNvSpPr>
          <p:nvPr>
            <p:ph type="body" sz="half" idx="2"/>
          </p:nvPr>
        </p:nvSpPr>
        <p:spPr/>
        <p:txBody>
          <a:bodyPr/>
          <a:lstStyle/>
          <a:p>
            <a:r>
              <a:rPr lang="da-DK"/>
              <a:t>4.1 + 4.2 + 4.3 + 4.4 + 4.5 </a:t>
            </a:r>
            <a:endParaRPr lang="da-DK" dirty="0"/>
          </a:p>
        </p:txBody>
      </p:sp>
      <p:sp>
        <p:nvSpPr>
          <p:cNvPr id="3" name="Pladsholder til dato 2">
            <a:extLst>
              <a:ext uri="{FF2B5EF4-FFF2-40B4-BE49-F238E27FC236}">
                <a16:creationId xmlns:a16="http://schemas.microsoft.com/office/drawing/2014/main" id="{3494E860-1662-6475-9A6A-AFC6284D1FA9}"/>
              </a:ext>
            </a:extLst>
          </p:cNvPr>
          <p:cNvSpPr>
            <a:spLocks noGrp="1"/>
          </p:cNvSpPr>
          <p:nvPr>
            <p:ph type="dt" sz="half" idx="10"/>
          </p:nvPr>
        </p:nvSpPr>
        <p:spPr/>
        <p:txBody>
          <a:bodyPr/>
          <a:lstStyle/>
          <a:p>
            <a:fld id="{F901FFC2-E1B4-406C-B9C6-06E831737E52}" type="datetime1">
              <a:rPr lang="da-DK" smtClean="0"/>
              <a:t>22-09-2026</a:t>
            </a:fld>
            <a:endParaRPr lang="da-DK" dirty="0"/>
          </a:p>
        </p:txBody>
      </p:sp>
      <p:sp>
        <p:nvSpPr>
          <p:cNvPr id="4" name="Pladsholder til sidefod 3">
            <a:extLst>
              <a:ext uri="{FF2B5EF4-FFF2-40B4-BE49-F238E27FC236}">
                <a16:creationId xmlns:a16="http://schemas.microsoft.com/office/drawing/2014/main" id="{67CD69F5-7E17-B1DA-EA50-BFCDC0F7BB3B}"/>
              </a:ext>
            </a:extLst>
          </p:cNvPr>
          <p:cNvSpPr>
            <a:spLocks noGrp="1"/>
          </p:cNvSpPr>
          <p:nvPr>
            <p:ph type="ftr" sz="quarter" idx="3"/>
          </p:nvPr>
        </p:nvSpPr>
        <p:spPr/>
        <p:txBody>
          <a:bodyPr/>
          <a:lstStyle/>
          <a:p>
            <a:r>
              <a:rPr lang="da-DK"/>
              <a:t>Simon Tran Agerholm</a:t>
            </a:r>
            <a:endParaRPr lang="da-DK" dirty="0"/>
          </a:p>
        </p:txBody>
      </p:sp>
      <p:sp>
        <p:nvSpPr>
          <p:cNvPr id="5" name="Pladsholder til slidenummer 4">
            <a:extLst>
              <a:ext uri="{FF2B5EF4-FFF2-40B4-BE49-F238E27FC236}">
                <a16:creationId xmlns:a16="http://schemas.microsoft.com/office/drawing/2014/main" id="{CC88796B-DF14-CFE7-2749-E64A9E478C98}"/>
              </a:ext>
            </a:extLst>
          </p:cNvPr>
          <p:cNvSpPr>
            <a:spLocks noGrp="1"/>
          </p:cNvSpPr>
          <p:nvPr>
            <p:ph type="sldNum" sz="quarter" idx="4"/>
          </p:nvPr>
        </p:nvSpPr>
        <p:spPr/>
        <p:txBody>
          <a:bodyPr/>
          <a:lstStyle/>
          <a:p>
            <a:fld id="{62A73C88-35DB-432F-9FBF-AA3A20422821}" type="slidenum">
              <a:rPr lang="da-DK" smtClean="0"/>
              <a:pPr/>
              <a:t>2</a:t>
            </a:fld>
            <a:endParaRPr lang="da-DK" dirty="0"/>
          </a:p>
        </p:txBody>
      </p:sp>
      <p:sp>
        <p:nvSpPr>
          <p:cNvPr id="6" name="Titel 5">
            <a:extLst>
              <a:ext uri="{FF2B5EF4-FFF2-40B4-BE49-F238E27FC236}">
                <a16:creationId xmlns:a16="http://schemas.microsoft.com/office/drawing/2014/main" id="{21589055-136C-604E-07E5-9521CBAECB76}"/>
              </a:ext>
            </a:extLst>
          </p:cNvPr>
          <p:cNvSpPr>
            <a:spLocks noGrp="1"/>
          </p:cNvSpPr>
          <p:nvPr>
            <p:ph type="title"/>
          </p:nvPr>
        </p:nvSpPr>
        <p:spPr/>
        <p:txBody>
          <a:bodyPr/>
          <a:lstStyle/>
          <a:p>
            <a:r>
              <a:rPr lang="da-DK" dirty="0"/>
              <a:t>Opgaver </a:t>
            </a:r>
          </a:p>
        </p:txBody>
      </p:sp>
    </p:spTree>
    <p:extLst>
      <p:ext uri="{BB962C8B-B14F-4D97-AF65-F5344CB8AC3E}">
        <p14:creationId xmlns:p14="http://schemas.microsoft.com/office/powerpoint/2010/main" val="1847668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lede 3">
            <a:extLst>
              <a:ext uri="{FF2B5EF4-FFF2-40B4-BE49-F238E27FC236}">
                <a16:creationId xmlns:a16="http://schemas.microsoft.com/office/drawing/2014/main" id="{BCE24862-AF82-B6D2-8EE6-61FB60CD52FA}"/>
              </a:ext>
            </a:extLst>
          </p:cNvPr>
          <p:cNvPicPr>
            <a:picLocks noChangeAspect="1"/>
          </p:cNvPicPr>
          <p:nvPr/>
        </p:nvPicPr>
        <p:blipFill rotWithShape="1">
          <a:blip r:embed="rId2"/>
          <a:srcRect l="8117" t="3162" r="35526" b="10959"/>
          <a:stretch/>
        </p:blipFill>
        <p:spPr>
          <a:xfrm>
            <a:off x="983307" y="3249828"/>
            <a:ext cx="2457332" cy="2696067"/>
          </a:xfrm>
          <a:prstGeom prst="rect">
            <a:avLst/>
          </a:prstGeom>
        </p:spPr>
      </p:pic>
      <p:sp>
        <p:nvSpPr>
          <p:cNvPr id="3" name="Titel 2">
            <a:extLst>
              <a:ext uri="{FF2B5EF4-FFF2-40B4-BE49-F238E27FC236}">
                <a16:creationId xmlns:a16="http://schemas.microsoft.com/office/drawing/2014/main" id="{3A70944D-48E2-EE33-3F1E-B048BCE12A3D}"/>
              </a:ext>
            </a:extLst>
          </p:cNvPr>
          <p:cNvSpPr>
            <a:spLocks noGrp="1"/>
          </p:cNvSpPr>
          <p:nvPr>
            <p:ph type="title"/>
          </p:nvPr>
        </p:nvSpPr>
        <p:spPr/>
        <p:txBody>
          <a:bodyPr/>
          <a:lstStyle/>
          <a:p>
            <a:r>
              <a:rPr lang="da-DK" dirty="0">
                <a:solidFill>
                  <a:srgbClr val="005F72"/>
                </a:solidFill>
              </a:rPr>
              <a:t>Atom</a:t>
            </a:r>
          </a:p>
        </p:txBody>
      </p:sp>
      <p:grpSp>
        <p:nvGrpSpPr>
          <p:cNvPr id="67" name="Gruppe 66">
            <a:extLst>
              <a:ext uri="{FF2B5EF4-FFF2-40B4-BE49-F238E27FC236}">
                <a16:creationId xmlns:a16="http://schemas.microsoft.com/office/drawing/2014/main" id="{1BECCADF-0C33-66A3-243C-6FFB76AF5E22}"/>
              </a:ext>
            </a:extLst>
          </p:cNvPr>
          <p:cNvGrpSpPr/>
          <p:nvPr/>
        </p:nvGrpSpPr>
        <p:grpSpPr>
          <a:xfrm>
            <a:off x="3462958" y="4307367"/>
            <a:ext cx="1090255" cy="857316"/>
            <a:chOff x="3836043" y="3000342"/>
            <a:chExt cx="1090255" cy="857316"/>
          </a:xfrm>
        </p:grpSpPr>
        <p:pic>
          <p:nvPicPr>
            <p:cNvPr id="6" name="Billede 5">
              <a:extLst>
                <a:ext uri="{FF2B5EF4-FFF2-40B4-BE49-F238E27FC236}">
                  <a16:creationId xmlns:a16="http://schemas.microsoft.com/office/drawing/2014/main" id="{FFD7AA8E-0BE7-3ABA-BEF1-E5DAA8E948C9}"/>
                </a:ext>
              </a:extLst>
            </p:cNvPr>
            <p:cNvPicPr>
              <a:picLocks noChangeAspect="1"/>
            </p:cNvPicPr>
            <p:nvPr/>
          </p:nvPicPr>
          <p:blipFill>
            <a:blip r:embed="rId3"/>
            <a:stretch>
              <a:fillRect/>
            </a:stretch>
          </p:blipFill>
          <p:spPr>
            <a:xfrm>
              <a:off x="3836043" y="3000342"/>
              <a:ext cx="295774" cy="857316"/>
            </a:xfrm>
            <a:prstGeom prst="rect">
              <a:avLst/>
            </a:prstGeom>
          </p:spPr>
        </p:pic>
        <p:sp>
          <p:nvSpPr>
            <p:cNvPr id="8" name="Tekstfelt 7">
              <a:extLst>
                <a:ext uri="{FF2B5EF4-FFF2-40B4-BE49-F238E27FC236}">
                  <a16:creationId xmlns:a16="http://schemas.microsoft.com/office/drawing/2014/main" id="{384810B1-23C7-7B2B-EDD7-2E1E54A546F9}"/>
                </a:ext>
              </a:extLst>
            </p:cNvPr>
            <p:cNvSpPr txBox="1"/>
            <p:nvPr/>
          </p:nvSpPr>
          <p:spPr>
            <a:xfrm>
              <a:off x="4131464" y="3000342"/>
              <a:ext cx="680186" cy="307777"/>
            </a:xfrm>
            <a:prstGeom prst="rect">
              <a:avLst/>
            </a:prstGeom>
            <a:noFill/>
          </p:spPr>
          <p:txBody>
            <a:bodyPr wrap="none" rtlCol="0">
              <a:spAutoFit/>
            </a:bodyPr>
            <a:lstStyle/>
            <a:p>
              <a:r>
                <a:rPr lang="da-DK" sz="1400" dirty="0"/>
                <a:t>Proton</a:t>
              </a:r>
            </a:p>
          </p:txBody>
        </p:sp>
        <p:sp>
          <p:nvSpPr>
            <p:cNvPr id="9" name="Tekstfelt 8">
              <a:extLst>
                <a:ext uri="{FF2B5EF4-FFF2-40B4-BE49-F238E27FC236}">
                  <a16:creationId xmlns:a16="http://schemas.microsoft.com/office/drawing/2014/main" id="{6258CBB9-4894-36A3-6529-0D6BA15D6DFA}"/>
                </a:ext>
              </a:extLst>
            </p:cNvPr>
            <p:cNvSpPr txBox="1"/>
            <p:nvPr/>
          </p:nvSpPr>
          <p:spPr>
            <a:xfrm>
              <a:off x="4131817" y="3249828"/>
              <a:ext cx="794128" cy="307777"/>
            </a:xfrm>
            <a:prstGeom prst="rect">
              <a:avLst/>
            </a:prstGeom>
            <a:noFill/>
          </p:spPr>
          <p:txBody>
            <a:bodyPr wrap="none" rtlCol="0">
              <a:spAutoFit/>
            </a:bodyPr>
            <a:lstStyle/>
            <a:p>
              <a:r>
                <a:rPr lang="da-DK" sz="1400" dirty="0"/>
                <a:t>Neutron</a:t>
              </a:r>
            </a:p>
          </p:txBody>
        </p:sp>
        <p:sp>
          <p:nvSpPr>
            <p:cNvPr id="10" name="Tekstfelt 9">
              <a:extLst>
                <a:ext uri="{FF2B5EF4-FFF2-40B4-BE49-F238E27FC236}">
                  <a16:creationId xmlns:a16="http://schemas.microsoft.com/office/drawing/2014/main" id="{90B2E197-B796-C69E-DEEF-649BC3922388}"/>
                </a:ext>
              </a:extLst>
            </p:cNvPr>
            <p:cNvSpPr txBox="1"/>
            <p:nvPr/>
          </p:nvSpPr>
          <p:spPr>
            <a:xfrm>
              <a:off x="4131465" y="3523536"/>
              <a:ext cx="794833" cy="307777"/>
            </a:xfrm>
            <a:prstGeom prst="rect">
              <a:avLst/>
            </a:prstGeom>
            <a:noFill/>
          </p:spPr>
          <p:txBody>
            <a:bodyPr wrap="none" rtlCol="0">
              <a:spAutoFit/>
            </a:bodyPr>
            <a:lstStyle/>
            <a:p>
              <a:r>
                <a:rPr lang="da-DK" sz="1400" dirty="0"/>
                <a:t>Elektron</a:t>
              </a:r>
            </a:p>
          </p:txBody>
        </p:sp>
      </p:grpSp>
      <p:grpSp>
        <p:nvGrpSpPr>
          <p:cNvPr id="68" name="Gruppe 67">
            <a:extLst>
              <a:ext uri="{FF2B5EF4-FFF2-40B4-BE49-F238E27FC236}">
                <a16:creationId xmlns:a16="http://schemas.microsoft.com/office/drawing/2014/main" id="{2BF4EC04-A545-067D-7862-321815B3CC0F}"/>
              </a:ext>
            </a:extLst>
          </p:cNvPr>
          <p:cNvGrpSpPr/>
          <p:nvPr/>
        </p:nvGrpSpPr>
        <p:grpSpPr>
          <a:xfrm>
            <a:off x="7774311" y="3599340"/>
            <a:ext cx="1216819" cy="2273370"/>
            <a:chOff x="5487590" y="3597918"/>
            <a:chExt cx="1216819" cy="2273370"/>
          </a:xfrm>
        </p:grpSpPr>
        <p:grpSp>
          <p:nvGrpSpPr>
            <p:cNvPr id="52" name="Gruppe 51">
              <a:extLst>
                <a:ext uri="{FF2B5EF4-FFF2-40B4-BE49-F238E27FC236}">
                  <a16:creationId xmlns:a16="http://schemas.microsoft.com/office/drawing/2014/main" id="{974855ED-EF17-3840-3329-F64ABEFD60D0}"/>
                </a:ext>
              </a:extLst>
            </p:cNvPr>
            <p:cNvGrpSpPr/>
            <p:nvPr/>
          </p:nvGrpSpPr>
          <p:grpSpPr>
            <a:xfrm>
              <a:off x="5487590" y="4033217"/>
              <a:ext cx="1216819" cy="1252538"/>
              <a:chOff x="8486354" y="4346878"/>
              <a:chExt cx="1216819" cy="1252538"/>
            </a:xfrm>
          </p:grpSpPr>
          <p:pic>
            <p:nvPicPr>
              <p:cNvPr id="20" name="Billede 19">
                <a:extLst>
                  <a:ext uri="{FF2B5EF4-FFF2-40B4-BE49-F238E27FC236}">
                    <a16:creationId xmlns:a16="http://schemas.microsoft.com/office/drawing/2014/main" id="{D33C48FD-4274-3E39-E112-184DE7E583E0}"/>
                  </a:ext>
                </a:extLst>
              </p:cNvPr>
              <p:cNvPicPr>
                <a:picLocks noChangeAspect="1"/>
              </p:cNvPicPr>
              <p:nvPr/>
            </p:nvPicPr>
            <p:blipFill>
              <a:blip r:embed="rId4"/>
              <a:stretch>
                <a:fillRect/>
              </a:stretch>
            </p:blipFill>
            <p:spPr>
              <a:xfrm>
                <a:off x="8963934" y="4835951"/>
                <a:ext cx="255292" cy="270534"/>
              </a:xfrm>
              <a:prstGeom prst="rect">
                <a:avLst/>
              </a:prstGeom>
            </p:spPr>
          </p:pic>
          <p:cxnSp>
            <p:nvCxnSpPr>
              <p:cNvPr id="43" name="Lige pilforbindelse 42">
                <a:extLst>
                  <a:ext uri="{FF2B5EF4-FFF2-40B4-BE49-F238E27FC236}">
                    <a16:creationId xmlns:a16="http://schemas.microsoft.com/office/drawing/2014/main" id="{2732F561-9F81-C5E9-4492-8663F2A14B94}"/>
                  </a:ext>
                </a:extLst>
              </p:cNvPr>
              <p:cNvCxnSpPr>
                <a:cxnSpLocks/>
              </p:cNvCxnSpPr>
              <p:nvPr/>
            </p:nvCxnSpPr>
            <p:spPr>
              <a:xfrm flipH="1" flipV="1">
                <a:off x="8664553" y="4530308"/>
                <a:ext cx="289691" cy="302832"/>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4" name="Lige pilforbindelse 43">
                <a:extLst>
                  <a:ext uri="{FF2B5EF4-FFF2-40B4-BE49-F238E27FC236}">
                    <a16:creationId xmlns:a16="http://schemas.microsoft.com/office/drawing/2014/main" id="{1796DEFA-EEFC-FB9E-3414-41F0C5A35A95}"/>
                  </a:ext>
                </a:extLst>
              </p:cNvPr>
              <p:cNvCxnSpPr>
                <a:cxnSpLocks/>
              </p:cNvCxnSpPr>
              <p:nvPr/>
            </p:nvCxnSpPr>
            <p:spPr>
              <a:xfrm flipH="1" flipV="1">
                <a:off x="9094764" y="4346878"/>
                <a:ext cx="1" cy="42826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5" name="Lige pilforbindelse 44">
                <a:extLst>
                  <a:ext uri="{FF2B5EF4-FFF2-40B4-BE49-F238E27FC236}">
                    <a16:creationId xmlns:a16="http://schemas.microsoft.com/office/drawing/2014/main" id="{EF1C5D65-1781-E165-40A2-492AF77C621B}"/>
                  </a:ext>
                </a:extLst>
              </p:cNvPr>
              <p:cNvCxnSpPr>
                <a:cxnSpLocks/>
              </p:cNvCxnSpPr>
              <p:nvPr/>
            </p:nvCxnSpPr>
            <p:spPr>
              <a:xfrm flipV="1">
                <a:off x="9251359" y="4530308"/>
                <a:ext cx="273615" cy="29870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6" name="Lige pilforbindelse 45">
                <a:extLst>
                  <a:ext uri="{FF2B5EF4-FFF2-40B4-BE49-F238E27FC236}">
                    <a16:creationId xmlns:a16="http://schemas.microsoft.com/office/drawing/2014/main" id="{7C7CFD86-3E11-ED67-616C-2E6F1D9032DB}"/>
                  </a:ext>
                </a:extLst>
              </p:cNvPr>
              <p:cNvCxnSpPr>
                <a:cxnSpLocks/>
              </p:cNvCxnSpPr>
              <p:nvPr/>
            </p:nvCxnSpPr>
            <p:spPr>
              <a:xfrm>
                <a:off x="9293491" y="4973147"/>
                <a:ext cx="409682" cy="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7" name="Lige pilforbindelse 46">
                <a:extLst>
                  <a:ext uri="{FF2B5EF4-FFF2-40B4-BE49-F238E27FC236}">
                    <a16:creationId xmlns:a16="http://schemas.microsoft.com/office/drawing/2014/main" id="{EB13B954-C0B6-09C9-3133-7DAF2EDD9E87}"/>
                  </a:ext>
                </a:extLst>
              </p:cNvPr>
              <p:cNvCxnSpPr>
                <a:cxnSpLocks/>
              </p:cNvCxnSpPr>
              <p:nvPr/>
            </p:nvCxnSpPr>
            <p:spPr>
              <a:xfrm flipH="1">
                <a:off x="8486354" y="4973147"/>
                <a:ext cx="409684" cy="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8" name="Lige pilforbindelse 47">
                <a:extLst>
                  <a:ext uri="{FF2B5EF4-FFF2-40B4-BE49-F238E27FC236}">
                    <a16:creationId xmlns:a16="http://schemas.microsoft.com/office/drawing/2014/main" id="{C29B7C23-3928-CB48-7AC1-9188DF4F6099}"/>
                  </a:ext>
                </a:extLst>
              </p:cNvPr>
              <p:cNvCxnSpPr>
                <a:cxnSpLocks/>
              </p:cNvCxnSpPr>
              <p:nvPr/>
            </p:nvCxnSpPr>
            <p:spPr>
              <a:xfrm flipH="1">
                <a:off x="8664553" y="5113154"/>
                <a:ext cx="289691" cy="302832"/>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Lige pilforbindelse 48">
                <a:extLst>
                  <a:ext uri="{FF2B5EF4-FFF2-40B4-BE49-F238E27FC236}">
                    <a16:creationId xmlns:a16="http://schemas.microsoft.com/office/drawing/2014/main" id="{A240218E-4618-9457-F22C-79B6DBBF81E4}"/>
                  </a:ext>
                </a:extLst>
              </p:cNvPr>
              <p:cNvCxnSpPr>
                <a:cxnSpLocks/>
              </p:cNvCxnSpPr>
              <p:nvPr/>
            </p:nvCxnSpPr>
            <p:spPr>
              <a:xfrm flipH="1">
                <a:off x="9094764" y="5171147"/>
                <a:ext cx="1" cy="42826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0" name="Lige pilforbindelse 49">
                <a:extLst>
                  <a:ext uri="{FF2B5EF4-FFF2-40B4-BE49-F238E27FC236}">
                    <a16:creationId xmlns:a16="http://schemas.microsoft.com/office/drawing/2014/main" id="{130D9A65-C576-B516-551D-44B14604B49D}"/>
                  </a:ext>
                </a:extLst>
              </p:cNvPr>
              <p:cNvCxnSpPr>
                <a:cxnSpLocks/>
              </p:cNvCxnSpPr>
              <p:nvPr/>
            </p:nvCxnSpPr>
            <p:spPr>
              <a:xfrm>
                <a:off x="9235285" y="5113154"/>
                <a:ext cx="289689" cy="302832"/>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53" name="Tekstfelt 52">
              <a:extLst>
                <a:ext uri="{FF2B5EF4-FFF2-40B4-BE49-F238E27FC236}">
                  <a16:creationId xmlns:a16="http://schemas.microsoft.com/office/drawing/2014/main" id="{C5333706-C359-356F-4884-3A8F36446AD4}"/>
                </a:ext>
              </a:extLst>
            </p:cNvPr>
            <p:cNvSpPr txBox="1"/>
            <p:nvPr/>
          </p:nvSpPr>
          <p:spPr>
            <a:xfrm>
              <a:off x="5692432" y="3597918"/>
              <a:ext cx="794833" cy="307777"/>
            </a:xfrm>
            <a:prstGeom prst="rect">
              <a:avLst/>
            </a:prstGeom>
            <a:noFill/>
          </p:spPr>
          <p:txBody>
            <a:bodyPr wrap="none" rtlCol="0">
              <a:spAutoFit/>
            </a:bodyPr>
            <a:lstStyle/>
            <a:p>
              <a:r>
                <a:rPr lang="da-DK" sz="1400" dirty="0"/>
                <a:t>Elektron</a:t>
              </a:r>
            </a:p>
          </p:txBody>
        </p:sp>
        <p:sp>
          <p:nvSpPr>
            <p:cNvPr id="56" name="Tekstfelt 55">
              <a:extLst>
                <a:ext uri="{FF2B5EF4-FFF2-40B4-BE49-F238E27FC236}">
                  <a16:creationId xmlns:a16="http://schemas.microsoft.com/office/drawing/2014/main" id="{F0F0FFA7-D847-20E6-AFA4-AA83B068F171}"/>
                </a:ext>
              </a:extLst>
            </p:cNvPr>
            <p:cNvSpPr txBox="1"/>
            <p:nvPr/>
          </p:nvSpPr>
          <p:spPr>
            <a:xfrm>
              <a:off x="5928204" y="5501956"/>
              <a:ext cx="346570" cy="369332"/>
            </a:xfrm>
            <a:prstGeom prst="rect">
              <a:avLst/>
            </a:prstGeom>
            <a:noFill/>
          </p:spPr>
          <p:txBody>
            <a:bodyPr wrap="none" rtlCol="0">
              <a:spAutoFit/>
            </a:bodyPr>
            <a:lstStyle/>
            <a:p>
              <a:r>
                <a:rPr lang="da-DK" i="1" dirty="0"/>
                <a:t>e</a:t>
              </a:r>
              <a:r>
                <a:rPr lang="da-DK" i="1" baseline="30000" dirty="0"/>
                <a:t>-</a:t>
              </a:r>
            </a:p>
          </p:txBody>
        </p:sp>
      </p:grpSp>
      <p:grpSp>
        <p:nvGrpSpPr>
          <p:cNvPr id="69" name="Gruppe 68">
            <a:extLst>
              <a:ext uri="{FF2B5EF4-FFF2-40B4-BE49-F238E27FC236}">
                <a16:creationId xmlns:a16="http://schemas.microsoft.com/office/drawing/2014/main" id="{71A809BA-7F78-0AEC-C6BC-32085DD01D62}"/>
              </a:ext>
            </a:extLst>
          </p:cNvPr>
          <p:cNvGrpSpPr/>
          <p:nvPr/>
        </p:nvGrpSpPr>
        <p:grpSpPr>
          <a:xfrm>
            <a:off x="5351765" y="3600015"/>
            <a:ext cx="1216819" cy="2272020"/>
            <a:chOff x="7671022" y="3599268"/>
            <a:chExt cx="1216819" cy="2272020"/>
          </a:xfrm>
        </p:grpSpPr>
        <p:grpSp>
          <p:nvGrpSpPr>
            <p:cNvPr id="51" name="Gruppe 50">
              <a:extLst>
                <a:ext uri="{FF2B5EF4-FFF2-40B4-BE49-F238E27FC236}">
                  <a16:creationId xmlns:a16="http://schemas.microsoft.com/office/drawing/2014/main" id="{41F73AEC-7EA6-F8E2-DE50-9B13288ED2E5}"/>
                </a:ext>
              </a:extLst>
            </p:cNvPr>
            <p:cNvGrpSpPr/>
            <p:nvPr/>
          </p:nvGrpSpPr>
          <p:grpSpPr>
            <a:xfrm>
              <a:off x="7671022" y="4031288"/>
              <a:ext cx="1216819" cy="1252538"/>
              <a:chOff x="8198929" y="2725405"/>
              <a:chExt cx="1216819" cy="1252538"/>
            </a:xfrm>
          </p:grpSpPr>
          <p:pic>
            <p:nvPicPr>
              <p:cNvPr id="14" name="Billede 13">
                <a:extLst>
                  <a:ext uri="{FF2B5EF4-FFF2-40B4-BE49-F238E27FC236}">
                    <a16:creationId xmlns:a16="http://schemas.microsoft.com/office/drawing/2014/main" id="{6C1755C5-ADB9-F8CD-639F-28751CD7C5E6}"/>
                  </a:ext>
                </a:extLst>
              </p:cNvPr>
              <p:cNvPicPr>
                <a:picLocks noChangeAspect="1"/>
              </p:cNvPicPr>
              <p:nvPr/>
            </p:nvPicPr>
            <p:blipFill>
              <a:blip r:embed="rId5"/>
              <a:stretch>
                <a:fillRect/>
              </a:stretch>
            </p:blipFill>
            <p:spPr>
              <a:xfrm>
                <a:off x="8630159" y="3178304"/>
                <a:ext cx="354361" cy="346740"/>
              </a:xfrm>
              <a:prstGeom prst="rect">
                <a:avLst/>
              </a:prstGeom>
            </p:spPr>
          </p:pic>
          <p:cxnSp>
            <p:nvCxnSpPr>
              <p:cNvPr id="22" name="Lige pilforbindelse 21">
                <a:extLst>
                  <a:ext uri="{FF2B5EF4-FFF2-40B4-BE49-F238E27FC236}">
                    <a16:creationId xmlns:a16="http://schemas.microsoft.com/office/drawing/2014/main" id="{3AFCC9EA-78F2-DE3B-667F-A8B62F316765}"/>
                  </a:ext>
                </a:extLst>
              </p:cNvPr>
              <p:cNvCxnSpPr>
                <a:cxnSpLocks/>
              </p:cNvCxnSpPr>
              <p:nvPr/>
            </p:nvCxnSpPr>
            <p:spPr>
              <a:xfrm flipH="1" flipV="1">
                <a:off x="8377128" y="2908835"/>
                <a:ext cx="289691" cy="302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Lige pilforbindelse 25">
                <a:extLst>
                  <a:ext uri="{FF2B5EF4-FFF2-40B4-BE49-F238E27FC236}">
                    <a16:creationId xmlns:a16="http://schemas.microsoft.com/office/drawing/2014/main" id="{AA7758C3-BC4D-DF69-2864-ECC75DA544EE}"/>
                  </a:ext>
                </a:extLst>
              </p:cNvPr>
              <p:cNvCxnSpPr>
                <a:cxnSpLocks/>
              </p:cNvCxnSpPr>
              <p:nvPr/>
            </p:nvCxnSpPr>
            <p:spPr>
              <a:xfrm flipH="1" flipV="1">
                <a:off x="8807339" y="2725405"/>
                <a:ext cx="1" cy="428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Lige pilforbindelse 30">
                <a:extLst>
                  <a:ext uri="{FF2B5EF4-FFF2-40B4-BE49-F238E27FC236}">
                    <a16:creationId xmlns:a16="http://schemas.microsoft.com/office/drawing/2014/main" id="{ECDA2FE0-FA1A-FCEC-281B-2AA1E2BF4BA6}"/>
                  </a:ext>
                </a:extLst>
              </p:cNvPr>
              <p:cNvCxnSpPr>
                <a:cxnSpLocks/>
              </p:cNvCxnSpPr>
              <p:nvPr/>
            </p:nvCxnSpPr>
            <p:spPr>
              <a:xfrm flipV="1">
                <a:off x="8963934" y="2908835"/>
                <a:ext cx="273615" cy="298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Lige pilforbindelse 32">
                <a:extLst>
                  <a:ext uri="{FF2B5EF4-FFF2-40B4-BE49-F238E27FC236}">
                    <a16:creationId xmlns:a16="http://schemas.microsoft.com/office/drawing/2014/main" id="{B4DC0514-A1FA-D8D1-50C8-A6873435DF5B}"/>
                  </a:ext>
                </a:extLst>
              </p:cNvPr>
              <p:cNvCxnSpPr>
                <a:cxnSpLocks/>
              </p:cNvCxnSpPr>
              <p:nvPr/>
            </p:nvCxnSpPr>
            <p:spPr>
              <a:xfrm>
                <a:off x="9006066" y="3351674"/>
                <a:ext cx="4096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Lige pilforbindelse 34">
                <a:extLst>
                  <a:ext uri="{FF2B5EF4-FFF2-40B4-BE49-F238E27FC236}">
                    <a16:creationId xmlns:a16="http://schemas.microsoft.com/office/drawing/2014/main" id="{A9A6E5B9-55AC-4A16-701E-182FCB230192}"/>
                  </a:ext>
                </a:extLst>
              </p:cNvPr>
              <p:cNvCxnSpPr>
                <a:cxnSpLocks/>
              </p:cNvCxnSpPr>
              <p:nvPr/>
            </p:nvCxnSpPr>
            <p:spPr>
              <a:xfrm flipH="1">
                <a:off x="8198929" y="3351674"/>
                <a:ext cx="4096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Lige pilforbindelse 36">
                <a:extLst>
                  <a:ext uri="{FF2B5EF4-FFF2-40B4-BE49-F238E27FC236}">
                    <a16:creationId xmlns:a16="http://schemas.microsoft.com/office/drawing/2014/main" id="{5AF9B064-D54E-7E49-2214-777DE2DFBE47}"/>
                  </a:ext>
                </a:extLst>
              </p:cNvPr>
              <p:cNvCxnSpPr>
                <a:cxnSpLocks/>
              </p:cNvCxnSpPr>
              <p:nvPr/>
            </p:nvCxnSpPr>
            <p:spPr>
              <a:xfrm flipH="1">
                <a:off x="8377128" y="3491681"/>
                <a:ext cx="289691" cy="302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Lige pilforbindelse 38">
                <a:extLst>
                  <a:ext uri="{FF2B5EF4-FFF2-40B4-BE49-F238E27FC236}">
                    <a16:creationId xmlns:a16="http://schemas.microsoft.com/office/drawing/2014/main" id="{99958A40-E911-2B6B-35CD-42917B4B5A76}"/>
                  </a:ext>
                </a:extLst>
              </p:cNvPr>
              <p:cNvCxnSpPr>
                <a:cxnSpLocks/>
              </p:cNvCxnSpPr>
              <p:nvPr/>
            </p:nvCxnSpPr>
            <p:spPr>
              <a:xfrm flipH="1">
                <a:off x="8807339" y="3549674"/>
                <a:ext cx="1" cy="428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Lige pilforbindelse 40">
                <a:extLst>
                  <a:ext uri="{FF2B5EF4-FFF2-40B4-BE49-F238E27FC236}">
                    <a16:creationId xmlns:a16="http://schemas.microsoft.com/office/drawing/2014/main" id="{9416137C-C436-3096-1B3D-185644910682}"/>
                  </a:ext>
                </a:extLst>
              </p:cNvPr>
              <p:cNvCxnSpPr>
                <a:cxnSpLocks/>
              </p:cNvCxnSpPr>
              <p:nvPr/>
            </p:nvCxnSpPr>
            <p:spPr>
              <a:xfrm>
                <a:off x="8947860" y="3491681"/>
                <a:ext cx="289689" cy="302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4" name="Tekstfelt 53">
              <a:extLst>
                <a:ext uri="{FF2B5EF4-FFF2-40B4-BE49-F238E27FC236}">
                  <a16:creationId xmlns:a16="http://schemas.microsoft.com/office/drawing/2014/main" id="{7CE7D325-26C9-6F22-60F1-6208E8B4E557}"/>
                </a:ext>
              </a:extLst>
            </p:cNvPr>
            <p:cNvSpPr txBox="1"/>
            <p:nvPr/>
          </p:nvSpPr>
          <p:spPr>
            <a:xfrm>
              <a:off x="7916499" y="3599268"/>
              <a:ext cx="680186" cy="307777"/>
            </a:xfrm>
            <a:prstGeom prst="rect">
              <a:avLst/>
            </a:prstGeom>
            <a:noFill/>
          </p:spPr>
          <p:txBody>
            <a:bodyPr wrap="none" rtlCol="0">
              <a:spAutoFit/>
            </a:bodyPr>
            <a:lstStyle/>
            <a:p>
              <a:r>
                <a:rPr lang="da-DK" sz="1400" dirty="0"/>
                <a:t>Proton</a:t>
              </a:r>
            </a:p>
          </p:txBody>
        </p:sp>
        <p:sp>
          <p:nvSpPr>
            <p:cNvPr id="57" name="Tekstfelt 56">
              <a:extLst>
                <a:ext uri="{FF2B5EF4-FFF2-40B4-BE49-F238E27FC236}">
                  <a16:creationId xmlns:a16="http://schemas.microsoft.com/office/drawing/2014/main" id="{4B05A893-0466-9F46-51D8-AE82C5B05E0B}"/>
                </a:ext>
              </a:extLst>
            </p:cNvPr>
            <p:cNvSpPr txBox="1"/>
            <p:nvPr/>
          </p:nvSpPr>
          <p:spPr>
            <a:xfrm>
              <a:off x="8138912" y="5501956"/>
              <a:ext cx="372218" cy="369332"/>
            </a:xfrm>
            <a:prstGeom prst="rect">
              <a:avLst/>
            </a:prstGeom>
            <a:noFill/>
          </p:spPr>
          <p:txBody>
            <a:bodyPr wrap="none" rtlCol="0">
              <a:spAutoFit/>
            </a:bodyPr>
            <a:lstStyle/>
            <a:p>
              <a:r>
                <a:rPr lang="da-DK" i="1" dirty="0"/>
                <a:t>e</a:t>
              </a:r>
              <a:r>
                <a:rPr lang="da-DK" i="1" baseline="30000" dirty="0"/>
                <a:t>+</a:t>
              </a:r>
            </a:p>
          </p:txBody>
        </p:sp>
      </p:grpSp>
      <p:grpSp>
        <p:nvGrpSpPr>
          <p:cNvPr id="70" name="Gruppe 69">
            <a:extLst>
              <a:ext uri="{FF2B5EF4-FFF2-40B4-BE49-F238E27FC236}">
                <a16:creationId xmlns:a16="http://schemas.microsoft.com/office/drawing/2014/main" id="{142F3033-4DBB-DB19-6278-831BFCD0DF06}"/>
              </a:ext>
            </a:extLst>
          </p:cNvPr>
          <p:cNvGrpSpPr/>
          <p:nvPr/>
        </p:nvGrpSpPr>
        <p:grpSpPr>
          <a:xfrm>
            <a:off x="10094839" y="3597918"/>
            <a:ext cx="794128" cy="2211815"/>
            <a:chOff x="10094839" y="3597918"/>
            <a:chExt cx="794128" cy="2211815"/>
          </a:xfrm>
        </p:grpSpPr>
        <p:pic>
          <p:nvPicPr>
            <p:cNvPr id="18" name="Billede 17">
              <a:extLst>
                <a:ext uri="{FF2B5EF4-FFF2-40B4-BE49-F238E27FC236}">
                  <a16:creationId xmlns:a16="http://schemas.microsoft.com/office/drawing/2014/main" id="{8C4208DB-0823-BA05-029B-D524D3D3BA52}"/>
                </a:ext>
              </a:extLst>
            </p:cNvPr>
            <p:cNvPicPr>
              <a:picLocks noChangeAspect="1"/>
            </p:cNvPicPr>
            <p:nvPr/>
          </p:nvPicPr>
          <p:blipFill>
            <a:blip r:embed="rId6"/>
            <a:stretch>
              <a:fillRect/>
            </a:stretch>
          </p:blipFill>
          <p:spPr>
            <a:xfrm>
              <a:off x="10322343" y="4459557"/>
              <a:ext cx="339120" cy="331499"/>
            </a:xfrm>
            <a:prstGeom prst="rect">
              <a:avLst/>
            </a:prstGeom>
          </p:spPr>
        </p:pic>
        <p:sp>
          <p:nvSpPr>
            <p:cNvPr id="55" name="Tekstfelt 54">
              <a:extLst>
                <a:ext uri="{FF2B5EF4-FFF2-40B4-BE49-F238E27FC236}">
                  <a16:creationId xmlns:a16="http://schemas.microsoft.com/office/drawing/2014/main" id="{F33A886B-697B-39FF-2D65-0E7841F6C054}"/>
                </a:ext>
              </a:extLst>
            </p:cNvPr>
            <p:cNvSpPr txBox="1"/>
            <p:nvPr/>
          </p:nvSpPr>
          <p:spPr>
            <a:xfrm>
              <a:off x="10094839" y="3597918"/>
              <a:ext cx="794128" cy="307777"/>
            </a:xfrm>
            <a:prstGeom prst="rect">
              <a:avLst/>
            </a:prstGeom>
            <a:noFill/>
          </p:spPr>
          <p:txBody>
            <a:bodyPr wrap="none" rtlCol="0">
              <a:spAutoFit/>
            </a:bodyPr>
            <a:lstStyle/>
            <a:p>
              <a:r>
                <a:rPr lang="da-DK" sz="1400" dirty="0"/>
                <a:t>Neutron</a:t>
              </a:r>
            </a:p>
          </p:txBody>
        </p:sp>
        <p:sp>
          <p:nvSpPr>
            <p:cNvPr id="58" name="Tekstfelt 57">
              <a:extLst>
                <a:ext uri="{FF2B5EF4-FFF2-40B4-BE49-F238E27FC236}">
                  <a16:creationId xmlns:a16="http://schemas.microsoft.com/office/drawing/2014/main" id="{966DABFE-D6AD-8F4A-0E4A-7DE6D139699B}"/>
                </a:ext>
              </a:extLst>
            </p:cNvPr>
            <p:cNvSpPr txBox="1"/>
            <p:nvPr/>
          </p:nvSpPr>
          <p:spPr>
            <a:xfrm>
              <a:off x="10137817" y="5501956"/>
              <a:ext cx="712054" cy="307777"/>
            </a:xfrm>
            <a:prstGeom prst="rect">
              <a:avLst/>
            </a:prstGeom>
            <a:noFill/>
          </p:spPr>
          <p:txBody>
            <a:bodyPr wrap="none" rtlCol="0">
              <a:spAutoFit/>
            </a:bodyPr>
            <a:lstStyle/>
            <a:p>
              <a:r>
                <a:rPr lang="da-DK" sz="1400" i="1" dirty="0"/>
                <a:t>neutral</a:t>
              </a:r>
            </a:p>
          </p:txBody>
        </p:sp>
      </p:grpSp>
      <p:sp>
        <p:nvSpPr>
          <p:cNvPr id="59" name="Tekstfelt 58">
            <a:extLst>
              <a:ext uri="{FF2B5EF4-FFF2-40B4-BE49-F238E27FC236}">
                <a16:creationId xmlns:a16="http://schemas.microsoft.com/office/drawing/2014/main" id="{1E80410C-F35C-A0F1-E282-336F126F5A1A}"/>
              </a:ext>
            </a:extLst>
          </p:cNvPr>
          <p:cNvSpPr txBox="1"/>
          <p:nvPr/>
        </p:nvSpPr>
        <p:spPr>
          <a:xfrm>
            <a:off x="7486249" y="2302243"/>
            <a:ext cx="3772532" cy="584775"/>
          </a:xfrm>
          <a:prstGeom prst="rect">
            <a:avLst/>
          </a:prstGeom>
          <a:noFill/>
        </p:spPr>
        <p:txBody>
          <a:bodyPr wrap="square" rtlCol="0">
            <a:spAutoFit/>
          </a:bodyPr>
          <a:lstStyle/>
          <a:p>
            <a:r>
              <a:rPr lang="da-DK" sz="1600" dirty="0"/>
              <a:t>Omkring de elektriske ladede partikler er der et elektrisk felt felt</a:t>
            </a:r>
          </a:p>
        </p:txBody>
      </p:sp>
      <p:cxnSp>
        <p:nvCxnSpPr>
          <p:cNvPr id="61" name="Lige pilforbindelse 60">
            <a:extLst>
              <a:ext uri="{FF2B5EF4-FFF2-40B4-BE49-F238E27FC236}">
                <a16:creationId xmlns:a16="http://schemas.microsoft.com/office/drawing/2014/main" id="{0CAEA220-D874-1E07-8C91-5F95C6C6AF1A}"/>
              </a:ext>
            </a:extLst>
          </p:cNvPr>
          <p:cNvCxnSpPr>
            <a:cxnSpLocks/>
            <a:stCxn id="59" idx="2"/>
          </p:cNvCxnSpPr>
          <p:nvPr/>
        </p:nvCxnSpPr>
        <p:spPr>
          <a:xfrm flipH="1">
            <a:off x="8533519" y="2887018"/>
            <a:ext cx="838996" cy="123730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6" name="Tekstfelt 65">
            <a:extLst>
              <a:ext uri="{FF2B5EF4-FFF2-40B4-BE49-F238E27FC236}">
                <a16:creationId xmlns:a16="http://schemas.microsoft.com/office/drawing/2014/main" id="{CEB57179-1AC3-2145-08B4-A32447F452A2}"/>
              </a:ext>
            </a:extLst>
          </p:cNvPr>
          <p:cNvSpPr txBox="1"/>
          <p:nvPr/>
        </p:nvSpPr>
        <p:spPr>
          <a:xfrm>
            <a:off x="609600" y="1472058"/>
            <a:ext cx="7792792" cy="923330"/>
          </a:xfrm>
          <a:prstGeom prst="rect">
            <a:avLst/>
          </a:prstGeom>
          <a:noFill/>
        </p:spPr>
        <p:txBody>
          <a:bodyPr wrap="square">
            <a:spAutoFit/>
          </a:bodyPr>
          <a:lstStyle/>
          <a:p>
            <a:r>
              <a:rPr lang="da-DK" dirty="0"/>
              <a:t>Protonen i en atomkerne har en positiv elektrisk ladning, og en elektron har en lige så stor negativ ladning. Et atom, der indeholder lige så mange elektroner, som der er protoner i dets kerne, optræder udadtil som elektrisk </a:t>
            </a:r>
            <a:r>
              <a:rPr lang="da-DK" dirty="0" err="1"/>
              <a:t>uladet</a:t>
            </a:r>
            <a:r>
              <a:rPr lang="da-DK" dirty="0"/>
              <a:t>.</a:t>
            </a:r>
          </a:p>
        </p:txBody>
      </p:sp>
      <p:sp>
        <p:nvSpPr>
          <p:cNvPr id="2" name="Pladsholder til dato 1">
            <a:extLst>
              <a:ext uri="{FF2B5EF4-FFF2-40B4-BE49-F238E27FC236}">
                <a16:creationId xmlns:a16="http://schemas.microsoft.com/office/drawing/2014/main" id="{7064E6B6-29F4-8101-C490-BFE428972F4E}"/>
              </a:ext>
            </a:extLst>
          </p:cNvPr>
          <p:cNvSpPr>
            <a:spLocks noGrp="1"/>
          </p:cNvSpPr>
          <p:nvPr>
            <p:ph type="dt" sz="half" idx="10"/>
          </p:nvPr>
        </p:nvSpPr>
        <p:spPr/>
        <p:txBody>
          <a:bodyPr/>
          <a:lstStyle/>
          <a:p>
            <a:fld id="{475E1767-CE70-4B43-8C83-54A81C47018D}" type="datetime1">
              <a:rPr lang="da-DK" smtClean="0"/>
              <a:t>22-09-2026</a:t>
            </a:fld>
            <a:endParaRPr lang="da-DK" dirty="0"/>
          </a:p>
        </p:txBody>
      </p:sp>
      <p:sp>
        <p:nvSpPr>
          <p:cNvPr id="5" name="Pladsholder til sidefod 4">
            <a:extLst>
              <a:ext uri="{FF2B5EF4-FFF2-40B4-BE49-F238E27FC236}">
                <a16:creationId xmlns:a16="http://schemas.microsoft.com/office/drawing/2014/main" id="{CC6B6431-7481-3A66-7834-549B533FE15A}"/>
              </a:ext>
            </a:extLst>
          </p:cNvPr>
          <p:cNvSpPr>
            <a:spLocks noGrp="1"/>
          </p:cNvSpPr>
          <p:nvPr>
            <p:ph type="ftr" sz="quarter" idx="3"/>
          </p:nvPr>
        </p:nvSpPr>
        <p:spPr/>
        <p:txBody>
          <a:bodyPr/>
          <a:lstStyle/>
          <a:p>
            <a:r>
              <a:rPr lang="da-DK" dirty="0"/>
              <a:t>Simon Tran Agerholm</a:t>
            </a:r>
          </a:p>
        </p:txBody>
      </p:sp>
      <p:sp>
        <p:nvSpPr>
          <p:cNvPr id="7" name="Pladsholder til slidenummer 6">
            <a:extLst>
              <a:ext uri="{FF2B5EF4-FFF2-40B4-BE49-F238E27FC236}">
                <a16:creationId xmlns:a16="http://schemas.microsoft.com/office/drawing/2014/main" id="{8711DD6A-9230-06C5-D8CD-5B0A01F9693E}"/>
              </a:ext>
            </a:extLst>
          </p:cNvPr>
          <p:cNvSpPr>
            <a:spLocks noGrp="1"/>
          </p:cNvSpPr>
          <p:nvPr>
            <p:ph type="sldNum" sz="quarter" idx="4"/>
          </p:nvPr>
        </p:nvSpPr>
        <p:spPr/>
        <p:txBody>
          <a:bodyPr/>
          <a:lstStyle/>
          <a:p>
            <a:fld id="{62A73C88-35DB-432F-9FBF-AA3A20422821}" type="slidenum">
              <a:rPr lang="da-DK" smtClean="0"/>
              <a:pPr/>
              <a:t>3</a:t>
            </a:fld>
            <a:endParaRPr lang="da-DK" dirty="0"/>
          </a:p>
        </p:txBody>
      </p:sp>
    </p:spTree>
    <p:extLst>
      <p:ext uri="{BB962C8B-B14F-4D97-AF65-F5344CB8AC3E}">
        <p14:creationId xmlns:p14="http://schemas.microsoft.com/office/powerpoint/2010/main" val="63406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56F6618-FCD5-7EC6-C7FF-821FF0C724AD}"/>
              </a:ext>
            </a:extLst>
          </p:cNvPr>
          <p:cNvSpPr>
            <a:spLocks noGrp="1"/>
          </p:cNvSpPr>
          <p:nvPr>
            <p:ph type="title"/>
          </p:nvPr>
        </p:nvSpPr>
        <p:spPr/>
        <p:txBody>
          <a:bodyPr/>
          <a:lstStyle/>
          <a:p>
            <a:r>
              <a:rPr lang="da-DK" dirty="0"/>
              <a:t>Husker I elektrisk strøm</a:t>
            </a:r>
          </a:p>
        </p:txBody>
      </p:sp>
      <p:sp>
        <p:nvSpPr>
          <p:cNvPr id="7" name="Rektangel 6">
            <a:extLst>
              <a:ext uri="{FF2B5EF4-FFF2-40B4-BE49-F238E27FC236}">
                <a16:creationId xmlns:a16="http://schemas.microsoft.com/office/drawing/2014/main" id="{4FA24BEE-A26E-8209-64E0-CA1ED4AA6B77}"/>
              </a:ext>
            </a:extLst>
          </p:cNvPr>
          <p:cNvSpPr/>
          <p:nvPr/>
        </p:nvSpPr>
        <p:spPr>
          <a:xfrm>
            <a:off x="3079334" y="2373485"/>
            <a:ext cx="5439747" cy="305910"/>
          </a:xfrm>
          <a:prstGeom prst="rect">
            <a:avLst/>
          </a:prstGeom>
          <a:solidFill>
            <a:schemeClr val="accent4"/>
          </a:solidFill>
          <a:ln>
            <a:solidFill>
              <a:schemeClr val="accent4">
                <a:shade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a-DK" dirty="0"/>
          </a:p>
        </p:txBody>
      </p:sp>
      <p:sp>
        <p:nvSpPr>
          <p:cNvPr id="434" name="Tekstfelt 433">
            <a:extLst>
              <a:ext uri="{FF2B5EF4-FFF2-40B4-BE49-F238E27FC236}">
                <a16:creationId xmlns:a16="http://schemas.microsoft.com/office/drawing/2014/main" id="{6E1D83C2-67EB-75A8-6D0A-7A192428C4E4}"/>
              </a:ext>
            </a:extLst>
          </p:cNvPr>
          <p:cNvSpPr txBox="1"/>
          <p:nvPr/>
        </p:nvSpPr>
        <p:spPr>
          <a:xfrm>
            <a:off x="609589" y="1447748"/>
            <a:ext cx="4787273" cy="369332"/>
          </a:xfrm>
          <a:prstGeom prst="rect">
            <a:avLst/>
          </a:prstGeom>
          <a:noFill/>
        </p:spPr>
        <p:txBody>
          <a:bodyPr wrap="none" rtlCol="0">
            <a:spAutoFit/>
          </a:bodyPr>
          <a:lstStyle/>
          <a:p>
            <a:r>
              <a:rPr lang="da-DK" dirty="0"/>
              <a:t>Vi ser lidt nærmere på den elektriske strøm [A].</a:t>
            </a:r>
          </a:p>
        </p:txBody>
      </p:sp>
      <p:sp>
        <p:nvSpPr>
          <p:cNvPr id="439" name="Tekstfelt 438">
            <a:extLst>
              <a:ext uri="{FF2B5EF4-FFF2-40B4-BE49-F238E27FC236}">
                <a16:creationId xmlns:a16="http://schemas.microsoft.com/office/drawing/2014/main" id="{D7EECE7E-E1F5-C748-726B-90BD72F10A8A}"/>
              </a:ext>
            </a:extLst>
          </p:cNvPr>
          <p:cNvSpPr txBox="1"/>
          <p:nvPr/>
        </p:nvSpPr>
        <p:spPr>
          <a:xfrm>
            <a:off x="625767" y="2341774"/>
            <a:ext cx="1347485" cy="369332"/>
          </a:xfrm>
          <a:prstGeom prst="rect">
            <a:avLst/>
          </a:prstGeom>
          <a:noFill/>
        </p:spPr>
        <p:txBody>
          <a:bodyPr wrap="none" rtlCol="0">
            <a:spAutoFit/>
          </a:bodyPr>
          <a:lstStyle/>
          <a:p>
            <a:r>
              <a:rPr lang="da-DK" dirty="0"/>
              <a:t>Kobberleder</a:t>
            </a:r>
          </a:p>
        </p:txBody>
      </p:sp>
      <mc:AlternateContent xmlns:mc="http://schemas.openxmlformats.org/markup-compatibility/2006" xmlns:a14="http://schemas.microsoft.com/office/drawing/2010/main">
        <mc:Choice Requires="a14">
          <p:sp>
            <p:nvSpPr>
              <p:cNvPr id="456" name="Tekstfelt 455">
                <a:extLst>
                  <a:ext uri="{FF2B5EF4-FFF2-40B4-BE49-F238E27FC236}">
                    <a16:creationId xmlns:a16="http://schemas.microsoft.com/office/drawing/2014/main" id="{BA0BC020-ECC1-6C71-CA3D-FDB9AC2F0A2A}"/>
                  </a:ext>
                </a:extLst>
              </p:cNvPr>
              <p:cNvSpPr txBox="1"/>
              <p:nvPr/>
            </p:nvSpPr>
            <p:spPr>
              <a:xfrm>
                <a:off x="5797463" y="4447360"/>
                <a:ext cx="1067609" cy="612732"/>
              </a:xfrm>
              <a:prstGeom prst="rect">
                <a:avLst/>
              </a:prstGeom>
              <a:noFill/>
            </p:spPr>
            <p:txBody>
              <a:bodyPr wrap="square">
                <a:spAutoFit/>
              </a:bodyPr>
              <a:lstStyle/>
              <a:p>
                <a:pPr/>
                <a14:m>
                  <m:oMathPara xmlns:m="http://schemas.openxmlformats.org/officeDocument/2006/math">
                    <m:oMath>
                      <m:r>
                        <a:rPr lang="da-DK" i="1" smtClean="0">
                          <a:latin typeface="Cambria Math" panose="02040503050406030204" pitchFamily="18" charset="0"/>
                        </a:rPr>
                        <m:t>𝐼</m:t>
                      </m:r>
                      <m:r>
                        <a:rPr lang="da-DK" i="0">
                          <a:latin typeface="Cambria Math" panose="02040503050406030204" pitchFamily="18" charset="0"/>
                        </a:rPr>
                        <m:t>=</m:t>
                      </m:r>
                      <m:f>
                        <m:fPr>
                          <m:ctrlPr>
                            <a:rPr lang="da-DK" i="1">
                              <a:latin typeface="Cambria Math" panose="02040503050406030204" pitchFamily="18" charset="0"/>
                            </a:rPr>
                          </m:ctrlPr>
                        </m:fPr>
                        <m:num>
                          <m:r>
                            <a:rPr lang="da-DK" i="1">
                              <a:latin typeface="Cambria Math" panose="02040503050406030204" pitchFamily="18" charset="0"/>
                            </a:rPr>
                            <m:t>𝑄</m:t>
                          </m:r>
                        </m:num>
                        <m:den>
                          <m:r>
                            <a:rPr lang="da-DK" i="1">
                              <a:latin typeface="Cambria Math" panose="02040503050406030204" pitchFamily="18" charset="0"/>
                            </a:rPr>
                            <m:t>𝑡</m:t>
                          </m:r>
                        </m:den>
                      </m:f>
                    </m:oMath>
                  </m:oMathPara>
                </a14:m>
                <a:endParaRPr lang="da-DK" dirty="0"/>
              </a:p>
            </p:txBody>
          </p:sp>
        </mc:Choice>
        <mc:Fallback xmlns="">
          <p:sp>
            <p:nvSpPr>
              <p:cNvPr id="456" name="Tekstfelt 455">
                <a:extLst>
                  <a:ext uri="{FF2B5EF4-FFF2-40B4-BE49-F238E27FC236}">
                    <a16:creationId xmlns:a16="http://schemas.microsoft.com/office/drawing/2014/main" id="{BA0BC020-ECC1-6C71-CA3D-FDB9AC2F0A2A}"/>
                  </a:ext>
                </a:extLst>
              </p:cNvPr>
              <p:cNvSpPr txBox="1">
                <a:spLocks noRot="1" noChangeAspect="1" noMove="1" noResize="1" noEditPoints="1" noAdjustHandles="1" noChangeArrowheads="1" noChangeShapeType="1" noTextEdit="1"/>
              </p:cNvSpPr>
              <p:nvPr/>
            </p:nvSpPr>
            <p:spPr>
              <a:xfrm>
                <a:off x="5797463" y="4447360"/>
                <a:ext cx="1067609" cy="612732"/>
              </a:xfrm>
              <a:prstGeom prst="rect">
                <a:avLst/>
              </a:prstGeom>
              <a:blipFill>
                <a:blip r:embed="rId2"/>
                <a:stretch>
                  <a:fillRect/>
                </a:stretch>
              </a:blipFill>
            </p:spPr>
            <p:txBody>
              <a:bodyPr/>
              <a:lstStyle/>
              <a:p>
                <a:r>
                  <a:rPr lang="da-DK">
                    <a:noFill/>
                  </a:rPr>
                  <a:t> </a:t>
                </a:r>
              </a:p>
            </p:txBody>
          </p:sp>
        </mc:Fallback>
      </mc:AlternateContent>
      <mc:AlternateContent xmlns:mc="http://schemas.openxmlformats.org/markup-compatibility/2006" xmlns:a14="http://schemas.microsoft.com/office/drawing/2010/main">
        <mc:Choice Requires="a14">
          <p:sp>
            <p:nvSpPr>
              <p:cNvPr id="462" name="Tekstfelt 461">
                <a:extLst>
                  <a:ext uri="{FF2B5EF4-FFF2-40B4-BE49-F238E27FC236}">
                    <a16:creationId xmlns:a16="http://schemas.microsoft.com/office/drawing/2014/main" id="{4DCFE6EF-8FA9-4937-E194-65679E6CF03B}"/>
                  </a:ext>
                </a:extLst>
              </p:cNvPr>
              <p:cNvSpPr txBox="1"/>
              <p:nvPr/>
            </p:nvSpPr>
            <p:spPr>
              <a:xfrm>
                <a:off x="7241854" y="4473528"/>
                <a:ext cx="3795716" cy="618246"/>
              </a:xfrm>
              <a:prstGeom prst="rect">
                <a:avLst/>
              </a:prstGeom>
              <a:noFill/>
            </p:spPr>
            <p:txBody>
              <a:bodyPr wrap="square">
                <a:spAutoFit/>
              </a:bodyPr>
              <a:lstStyle/>
              <a:p>
                <a:pPr/>
                <a14:m>
                  <m:oMathPara xmlns:m="http://schemas.openxmlformats.org/officeDocument/2006/math">
                    <m:oMath>
                      <m:r>
                        <a:rPr lang="da-DK" i="1" smtClean="0">
                          <a:latin typeface="Cambria Math" panose="02040503050406030204" pitchFamily="18" charset="0"/>
                        </a:rPr>
                        <m:t>𝑆𝑡</m:t>
                      </m:r>
                      <m:r>
                        <a:rPr lang="da-DK" i="0">
                          <a:latin typeface="Cambria Math" panose="02040503050406030204" pitchFamily="18" charset="0"/>
                        </a:rPr>
                        <m:t>ø</m:t>
                      </m:r>
                      <m:r>
                        <a:rPr lang="da-DK" i="1">
                          <a:latin typeface="Cambria Math" panose="02040503050406030204" pitchFamily="18" charset="0"/>
                        </a:rPr>
                        <m:t>𝑚𝑠𝑡𝑦𝑟𝑘𝑒𝑛</m:t>
                      </m:r>
                      <m:r>
                        <a:rPr lang="da-DK" i="0">
                          <a:latin typeface="Cambria Math" panose="02040503050406030204" pitchFamily="18" charset="0"/>
                        </a:rPr>
                        <m:t>=</m:t>
                      </m:r>
                      <m:f>
                        <m:fPr>
                          <m:ctrlPr>
                            <a:rPr lang="da-DK" i="1">
                              <a:latin typeface="Cambria Math" panose="02040503050406030204" pitchFamily="18" charset="0"/>
                            </a:rPr>
                          </m:ctrlPr>
                        </m:fPr>
                        <m:num>
                          <m:r>
                            <a:rPr lang="da-DK" i="1">
                              <a:latin typeface="Cambria Math" panose="02040503050406030204" pitchFamily="18" charset="0"/>
                            </a:rPr>
                            <m:t>𝐿𝑎𝑑𝑛𝑖𝑛𝑔𝑠𝑚</m:t>
                          </m:r>
                          <m:r>
                            <a:rPr lang="da-DK" i="0">
                              <a:latin typeface="Cambria Math" panose="02040503050406030204" pitchFamily="18" charset="0"/>
                            </a:rPr>
                            <m:t>æ</m:t>
                          </m:r>
                          <m:r>
                            <a:rPr lang="da-DK" i="1">
                              <a:latin typeface="Cambria Math" panose="02040503050406030204" pitchFamily="18" charset="0"/>
                            </a:rPr>
                            <m:t>𝑛𝑔𝑑𝑒𝑛</m:t>
                          </m:r>
                        </m:num>
                        <m:den>
                          <m:r>
                            <a:rPr lang="da-DK" i="1">
                              <a:latin typeface="Cambria Math" panose="02040503050406030204" pitchFamily="18" charset="0"/>
                            </a:rPr>
                            <m:t>𝑡𝑖𝑑𝑒𝑛</m:t>
                          </m:r>
                        </m:den>
                      </m:f>
                    </m:oMath>
                  </m:oMathPara>
                </a14:m>
                <a:endParaRPr lang="da-DK" dirty="0"/>
              </a:p>
            </p:txBody>
          </p:sp>
        </mc:Choice>
        <mc:Fallback xmlns="">
          <p:sp>
            <p:nvSpPr>
              <p:cNvPr id="462" name="Tekstfelt 461">
                <a:extLst>
                  <a:ext uri="{FF2B5EF4-FFF2-40B4-BE49-F238E27FC236}">
                    <a16:creationId xmlns:a16="http://schemas.microsoft.com/office/drawing/2014/main" id="{4DCFE6EF-8FA9-4937-E194-65679E6CF03B}"/>
                  </a:ext>
                </a:extLst>
              </p:cNvPr>
              <p:cNvSpPr txBox="1">
                <a:spLocks noRot="1" noChangeAspect="1" noMove="1" noResize="1" noEditPoints="1" noAdjustHandles="1" noChangeArrowheads="1" noChangeShapeType="1" noTextEdit="1"/>
              </p:cNvSpPr>
              <p:nvPr/>
            </p:nvSpPr>
            <p:spPr>
              <a:xfrm>
                <a:off x="7241854" y="4473528"/>
                <a:ext cx="3795716" cy="618246"/>
              </a:xfrm>
              <a:prstGeom prst="rect">
                <a:avLst/>
              </a:prstGeom>
              <a:blipFill>
                <a:blip r:embed="rId3"/>
                <a:stretch>
                  <a:fillRect/>
                </a:stretch>
              </a:blipFill>
            </p:spPr>
            <p:txBody>
              <a:bodyPr/>
              <a:lstStyle/>
              <a:p>
                <a:r>
                  <a:rPr lang="da-DK">
                    <a:noFill/>
                  </a:rPr>
                  <a:t> </a:t>
                </a:r>
              </a:p>
            </p:txBody>
          </p:sp>
        </mc:Fallback>
      </mc:AlternateContent>
      <mc:AlternateContent xmlns:mc="http://schemas.openxmlformats.org/markup-compatibility/2006" xmlns:a14="http://schemas.microsoft.com/office/drawing/2010/main">
        <mc:Choice Requires="a14">
          <p:sp>
            <p:nvSpPr>
              <p:cNvPr id="458" name="Tekstfelt 457">
                <a:extLst>
                  <a:ext uri="{FF2B5EF4-FFF2-40B4-BE49-F238E27FC236}">
                    <a16:creationId xmlns:a16="http://schemas.microsoft.com/office/drawing/2014/main" id="{47E9C624-E662-48E6-045C-A83AE9F6522E}"/>
                  </a:ext>
                </a:extLst>
              </p:cNvPr>
              <p:cNvSpPr txBox="1"/>
              <p:nvPr/>
            </p:nvSpPr>
            <p:spPr>
              <a:xfrm>
                <a:off x="5797463" y="5235465"/>
                <a:ext cx="1149391" cy="670183"/>
              </a:xfrm>
              <a:prstGeom prst="rect">
                <a:avLst/>
              </a:prstGeom>
              <a:noFill/>
            </p:spPr>
            <p:txBody>
              <a:bodyPr wrap="square">
                <a:spAutoFit/>
              </a:bodyPr>
              <a:lstStyle/>
              <a:p>
                <a:pPr/>
                <a14:m>
                  <m:oMathPara xmlns:m="http://schemas.openxmlformats.org/officeDocument/2006/math">
                    <m:oMath>
                      <m:d>
                        <m:dPr>
                          <m:begChr m:val="["/>
                          <m:endChr m:val="]"/>
                          <m:ctrlPr>
                            <a:rPr lang="da-DK" i="1">
                              <a:latin typeface="Cambria Math" panose="02040503050406030204" pitchFamily="18" charset="0"/>
                            </a:rPr>
                          </m:ctrlPr>
                        </m:dPr>
                        <m:e>
                          <m:r>
                            <a:rPr lang="da-DK" i="1">
                              <a:latin typeface="Cambria Math" panose="02040503050406030204" pitchFamily="18" charset="0"/>
                            </a:rPr>
                            <m:t>𝐴</m:t>
                          </m:r>
                        </m:e>
                      </m:d>
                      <m:r>
                        <a:rPr lang="da-DK" i="0">
                          <a:latin typeface="Cambria Math" panose="02040503050406030204" pitchFamily="18" charset="0"/>
                        </a:rPr>
                        <m:t>=</m:t>
                      </m:r>
                      <m:f>
                        <m:fPr>
                          <m:ctrlPr>
                            <a:rPr lang="da-DK" i="1">
                              <a:latin typeface="Cambria Math" panose="02040503050406030204" pitchFamily="18" charset="0"/>
                            </a:rPr>
                          </m:ctrlPr>
                        </m:fPr>
                        <m:num>
                          <m:d>
                            <m:dPr>
                              <m:begChr m:val="["/>
                              <m:endChr m:val="]"/>
                              <m:ctrlPr>
                                <a:rPr lang="da-DK" i="1">
                                  <a:latin typeface="Cambria Math" panose="02040503050406030204" pitchFamily="18" charset="0"/>
                                </a:rPr>
                              </m:ctrlPr>
                            </m:dPr>
                            <m:e>
                              <m:r>
                                <a:rPr lang="da-DK" i="1">
                                  <a:latin typeface="Cambria Math" panose="02040503050406030204" pitchFamily="18" charset="0"/>
                                </a:rPr>
                                <m:t>𝐶</m:t>
                              </m:r>
                            </m:e>
                          </m:d>
                        </m:num>
                        <m:den>
                          <m:d>
                            <m:dPr>
                              <m:begChr m:val="["/>
                              <m:endChr m:val="]"/>
                              <m:ctrlPr>
                                <a:rPr lang="da-DK" i="1">
                                  <a:latin typeface="Cambria Math" panose="02040503050406030204" pitchFamily="18" charset="0"/>
                                </a:rPr>
                              </m:ctrlPr>
                            </m:dPr>
                            <m:e>
                              <m:r>
                                <a:rPr lang="da-DK" i="1">
                                  <a:latin typeface="Cambria Math" panose="02040503050406030204" pitchFamily="18" charset="0"/>
                                </a:rPr>
                                <m:t>𝑠</m:t>
                              </m:r>
                            </m:e>
                          </m:d>
                        </m:den>
                      </m:f>
                    </m:oMath>
                  </m:oMathPara>
                </a14:m>
                <a:endParaRPr lang="da-DK" dirty="0"/>
              </a:p>
            </p:txBody>
          </p:sp>
        </mc:Choice>
        <mc:Fallback xmlns="">
          <p:sp>
            <p:nvSpPr>
              <p:cNvPr id="458" name="Tekstfelt 457">
                <a:extLst>
                  <a:ext uri="{FF2B5EF4-FFF2-40B4-BE49-F238E27FC236}">
                    <a16:creationId xmlns:a16="http://schemas.microsoft.com/office/drawing/2014/main" id="{47E9C624-E662-48E6-045C-A83AE9F6522E}"/>
                  </a:ext>
                </a:extLst>
              </p:cNvPr>
              <p:cNvSpPr txBox="1">
                <a:spLocks noRot="1" noChangeAspect="1" noMove="1" noResize="1" noEditPoints="1" noAdjustHandles="1" noChangeArrowheads="1" noChangeShapeType="1" noTextEdit="1"/>
              </p:cNvSpPr>
              <p:nvPr/>
            </p:nvSpPr>
            <p:spPr>
              <a:xfrm>
                <a:off x="5797463" y="5235465"/>
                <a:ext cx="1149391" cy="670183"/>
              </a:xfrm>
              <a:prstGeom prst="rect">
                <a:avLst/>
              </a:prstGeom>
              <a:blipFill>
                <a:blip r:embed="rId4"/>
                <a:stretch>
                  <a:fillRect/>
                </a:stretch>
              </a:blipFill>
            </p:spPr>
            <p:txBody>
              <a:bodyPr/>
              <a:lstStyle/>
              <a:p>
                <a:r>
                  <a:rPr lang="da-DK">
                    <a:noFill/>
                  </a:rPr>
                  <a:t> </a:t>
                </a:r>
              </a:p>
            </p:txBody>
          </p:sp>
        </mc:Fallback>
      </mc:AlternateContent>
      <mc:AlternateContent xmlns:mc="http://schemas.openxmlformats.org/markup-compatibility/2006" xmlns:a14="http://schemas.microsoft.com/office/drawing/2010/main">
        <mc:Choice Requires="a14">
          <p:sp>
            <p:nvSpPr>
              <p:cNvPr id="463" name="Tekstfelt 462">
                <a:extLst>
                  <a:ext uri="{FF2B5EF4-FFF2-40B4-BE49-F238E27FC236}">
                    <a16:creationId xmlns:a16="http://schemas.microsoft.com/office/drawing/2014/main" id="{73F9FC0D-0087-6C07-EAA7-CE5523E787BE}"/>
                  </a:ext>
                </a:extLst>
              </p:cNvPr>
              <p:cNvSpPr txBox="1"/>
              <p:nvPr/>
            </p:nvSpPr>
            <p:spPr>
              <a:xfrm>
                <a:off x="7237264" y="5235465"/>
                <a:ext cx="2627680" cy="670183"/>
              </a:xfrm>
              <a:prstGeom prst="rect">
                <a:avLst/>
              </a:prstGeom>
              <a:noFill/>
            </p:spPr>
            <p:txBody>
              <a:bodyPr wrap="square">
                <a:spAutoFit/>
              </a:bodyPr>
              <a:lstStyle/>
              <a:p>
                <a:pPr/>
                <a14:m>
                  <m:oMathPara xmlns:m="http://schemas.openxmlformats.org/officeDocument/2006/math">
                    <m:oMath>
                      <m:d>
                        <m:dPr>
                          <m:begChr m:val="["/>
                          <m:endChr m:val="]"/>
                          <m:ctrlPr>
                            <a:rPr lang="da-DK" i="1">
                              <a:latin typeface="Cambria Math" panose="02040503050406030204" pitchFamily="18" charset="0"/>
                            </a:rPr>
                          </m:ctrlPr>
                        </m:dPr>
                        <m:e>
                          <m:r>
                            <a:rPr lang="da-DK" i="1">
                              <a:latin typeface="Cambria Math" panose="02040503050406030204" pitchFamily="18" charset="0"/>
                            </a:rPr>
                            <m:t>𝐴</m:t>
                          </m:r>
                          <m:r>
                            <a:rPr lang="da-DK" b="0" i="1" smtClean="0">
                              <a:latin typeface="Cambria Math" panose="02040503050406030204" pitchFamily="18" charset="0"/>
                            </a:rPr>
                            <m:t>𝑚𝑝𝑒𝑟𝑒</m:t>
                          </m:r>
                        </m:e>
                      </m:d>
                      <m:r>
                        <a:rPr lang="da-DK" i="0">
                          <a:latin typeface="Cambria Math" panose="02040503050406030204" pitchFamily="18" charset="0"/>
                        </a:rPr>
                        <m:t>=</m:t>
                      </m:r>
                      <m:f>
                        <m:fPr>
                          <m:ctrlPr>
                            <a:rPr lang="da-DK" i="1">
                              <a:latin typeface="Cambria Math" panose="02040503050406030204" pitchFamily="18" charset="0"/>
                            </a:rPr>
                          </m:ctrlPr>
                        </m:fPr>
                        <m:num>
                          <m:d>
                            <m:dPr>
                              <m:begChr m:val="["/>
                              <m:endChr m:val="]"/>
                              <m:ctrlPr>
                                <a:rPr lang="da-DK" i="1">
                                  <a:latin typeface="Cambria Math" panose="02040503050406030204" pitchFamily="18" charset="0"/>
                                </a:rPr>
                              </m:ctrlPr>
                            </m:dPr>
                            <m:e>
                              <m:r>
                                <a:rPr lang="da-DK" i="1">
                                  <a:latin typeface="Cambria Math" panose="02040503050406030204" pitchFamily="18" charset="0"/>
                                </a:rPr>
                                <m:t>𝐶</m:t>
                              </m:r>
                              <m:r>
                                <a:rPr lang="da-DK" b="0" i="1" smtClean="0">
                                  <a:latin typeface="Cambria Math" panose="02040503050406030204" pitchFamily="18" charset="0"/>
                                </a:rPr>
                                <m:t>𝑜𝑢𝑙𝑜𝑚𝑏</m:t>
                              </m:r>
                            </m:e>
                          </m:d>
                        </m:num>
                        <m:den>
                          <m:d>
                            <m:dPr>
                              <m:begChr m:val="["/>
                              <m:endChr m:val="]"/>
                              <m:ctrlPr>
                                <a:rPr lang="da-DK" i="1">
                                  <a:latin typeface="Cambria Math" panose="02040503050406030204" pitchFamily="18" charset="0"/>
                                </a:rPr>
                              </m:ctrlPr>
                            </m:dPr>
                            <m:e>
                              <m:r>
                                <a:rPr lang="da-DK" i="1">
                                  <a:latin typeface="Cambria Math" panose="02040503050406030204" pitchFamily="18" charset="0"/>
                                </a:rPr>
                                <m:t>𝑠</m:t>
                              </m:r>
                              <m:r>
                                <a:rPr lang="da-DK" b="0" i="1" smtClean="0">
                                  <a:latin typeface="Cambria Math" panose="02040503050406030204" pitchFamily="18" charset="0"/>
                                </a:rPr>
                                <m:t>𝑒𝑘𝑢𝑛𝑑𝑒𝑟</m:t>
                              </m:r>
                            </m:e>
                          </m:d>
                        </m:den>
                      </m:f>
                    </m:oMath>
                  </m:oMathPara>
                </a14:m>
                <a:endParaRPr lang="da-DK" dirty="0">
                  <a:latin typeface="Amasis MT Pro Black" panose="020B0604020202020204" pitchFamily="18" charset="0"/>
                </a:endParaRPr>
              </a:p>
            </p:txBody>
          </p:sp>
        </mc:Choice>
        <mc:Fallback xmlns="">
          <p:sp>
            <p:nvSpPr>
              <p:cNvPr id="463" name="Tekstfelt 462">
                <a:extLst>
                  <a:ext uri="{FF2B5EF4-FFF2-40B4-BE49-F238E27FC236}">
                    <a16:creationId xmlns:a16="http://schemas.microsoft.com/office/drawing/2014/main" id="{73F9FC0D-0087-6C07-EAA7-CE5523E787BE}"/>
                  </a:ext>
                </a:extLst>
              </p:cNvPr>
              <p:cNvSpPr txBox="1">
                <a:spLocks noRot="1" noChangeAspect="1" noMove="1" noResize="1" noEditPoints="1" noAdjustHandles="1" noChangeArrowheads="1" noChangeShapeType="1" noTextEdit="1"/>
              </p:cNvSpPr>
              <p:nvPr/>
            </p:nvSpPr>
            <p:spPr>
              <a:xfrm>
                <a:off x="7237264" y="5235465"/>
                <a:ext cx="2627680" cy="670183"/>
              </a:xfrm>
              <a:prstGeom prst="rect">
                <a:avLst/>
              </a:prstGeom>
              <a:blipFill>
                <a:blip r:embed="rId5"/>
                <a:stretch>
                  <a:fillRect/>
                </a:stretch>
              </a:blipFill>
            </p:spPr>
            <p:txBody>
              <a:bodyPr/>
              <a:lstStyle/>
              <a:p>
                <a:r>
                  <a:rPr lang="da-DK">
                    <a:noFill/>
                  </a:rPr>
                  <a:t> </a:t>
                </a:r>
              </a:p>
            </p:txBody>
          </p:sp>
        </mc:Fallback>
      </mc:AlternateContent>
      <p:grpSp>
        <p:nvGrpSpPr>
          <p:cNvPr id="464" name="Gruppe 463">
            <a:extLst>
              <a:ext uri="{FF2B5EF4-FFF2-40B4-BE49-F238E27FC236}">
                <a16:creationId xmlns:a16="http://schemas.microsoft.com/office/drawing/2014/main" id="{DB3C668C-770B-E820-1599-049E8FC5F7F6}"/>
              </a:ext>
            </a:extLst>
          </p:cNvPr>
          <p:cNvGrpSpPr/>
          <p:nvPr/>
        </p:nvGrpSpPr>
        <p:grpSpPr>
          <a:xfrm>
            <a:off x="2327056" y="2134091"/>
            <a:ext cx="2369807" cy="3970759"/>
            <a:chOff x="2327056" y="2134091"/>
            <a:chExt cx="2369807" cy="3970759"/>
          </a:xfrm>
        </p:grpSpPr>
        <p:pic>
          <p:nvPicPr>
            <p:cNvPr id="4" name="Billede 3">
              <a:extLst>
                <a:ext uri="{FF2B5EF4-FFF2-40B4-BE49-F238E27FC236}">
                  <a16:creationId xmlns:a16="http://schemas.microsoft.com/office/drawing/2014/main" id="{978B8158-2B9C-8FBD-E9DE-FAFCC57815E6}"/>
                </a:ext>
              </a:extLst>
            </p:cNvPr>
            <p:cNvPicPr>
              <a:picLocks noChangeAspect="1"/>
            </p:cNvPicPr>
            <p:nvPr/>
          </p:nvPicPr>
          <p:blipFill>
            <a:blip r:embed="rId6"/>
            <a:stretch>
              <a:fillRect/>
            </a:stretch>
          </p:blipFill>
          <p:spPr>
            <a:xfrm>
              <a:off x="2327056" y="4612192"/>
              <a:ext cx="2000736" cy="1492658"/>
            </a:xfrm>
            <a:prstGeom prst="rect">
              <a:avLst/>
            </a:prstGeom>
          </p:spPr>
        </p:pic>
        <p:sp>
          <p:nvSpPr>
            <p:cNvPr id="10" name="Ellipse 9">
              <a:extLst>
                <a:ext uri="{FF2B5EF4-FFF2-40B4-BE49-F238E27FC236}">
                  <a16:creationId xmlns:a16="http://schemas.microsoft.com/office/drawing/2014/main" id="{2F24BDAE-A721-2A88-4463-E6D0E29C0EB0}"/>
                </a:ext>
              </a:extLst>
            </p:cNvPr>
            <p:cNvSpPr/>
            <p:nvPr/>
          </p:nvSpPr>
          <p:spPr>
            <a:xfrm>
              <a:off x="3766475" y="2134091"/>
              <a:ext cx="930388" cy="8679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cxnSp>
          <p:nvCxnSpPr>
            <p:cNvPr id="12" name="Lige pilforbindelse 11">
              <a:extLst>
                <a:ext uri="{FF2B5EF4-FFF2-40B4-BE49-F238E27FC236}">
                  <a16:creationId xmlns:a16="http://schemas.microsoft.com/office/drawing/2014/main" id="{9C8E9362-122C-687B-26C0-307576FDE09A}"/>
                </a:ext>
              </a:extLst>
            </p:cNvPr>
            <p:cNvCxnSpPr>
              <a:cxnSpLocks/>
              <a:stCxn id="10" idx="4"/>
              <a:endCxn id="4" idx="0"/>
            </p:cNvCxnSpPr>
            <p:nvPr/>
          </p:nvCxnSpPr>
          <p:spPr>
            <a:xfrm flipH="1">
              <a:off x="3327424" y="3002017"/>
              <a:ext cx="904245" cy="1610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67" name="Ellipse 466">
            <a:extLst>
              <a:ext uri="{FF2B5EF4-FFF2-40B4-BE49-F238E27FC236}">
                <a16:creationId xmlns:a16="http://schemas.microsoft.com/office/drawing/2014/main" id="{62B64DED-4635-9B4B-AEF3-973AC5DC3E86}"/>
              </a:ext>
            </a:extLst>
          </p:cNvPr>
          <p:cNvSpPr/>
          <p:nvPr/>
        </p:nvSpPr>
        <p:spPr>
          <a:xfrm>
            <a:off x="2990565" y="2367280"/>
            <a:ext cx="168164" cy="30591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68" name="Ellipse 467">
            <a:extLst>
              <a:ext uri="{FF2B5EF4-FFF2-40B4-BE49-F238E27FC236}">
                <a16:creationId xmlns:a16="http://schemas.microsoft.com/office/drawing/2014/main" id="{0A829AB6-305E-33E5-85D6-1EA4FD07263B}"/>
              </a:ext>
            </a:extLst>
          </p:cNvPr>
          <p:cNvSpPr/>
          <p:nvPr/>
        </p:nvSpPr>
        <p:spPr>
          <a:xfrm>
            <a:off x="8439686" y="2373485"/>
            <a:ext cx="168164" cy="305910"/>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470" name="Gruppe 469">
            <a:extLst>
              <a:ext uri="{FF2B5EF4-FFF2-40B4-BE49-F238E27FC236}">
                <a16:creationId xmlns:a16="http://schemas.microsoft.com/office/drawing/2014/main" id="{992C98E0-6177-76E1-E192-39B6C1225402}"/>
              </a:ext>
            </a:extLst>
          </p:cNvPr>
          <p:cNvGrpSpPr/>
          <p:nvPr/>
        </p:nvGrpSpPr>
        <p:grpSpPr>
          <a:xfrm>
            <a:off x="1497330" y="1597880"/>
            <a:ext cx="7110576" cy="3637585"/>
            <a:chOff x="1497330" y="1597880"/>
            <a:chExt cx="7110576" cy="3637585"/>
          </a:xfrm>
        </p:grpSpPr>
        <p:cxnSp>
          <p:nvCxnSpPr>
            <p:cNvPr id="444" name="Lige pilforbindelse 443">
              <a:extLst>
                <a:ext uri="{FF2B5EF4-FFF2-40B4-BE49-F238E27FC236}">
                  <a16:creationId xmlns:a16="http://schemas.microsoft.com/office/drawing/2014/main" id="{043E6FFF-6DAE-86EB-7D6C-4FA2A5408F19}"/>
                </a:ext>
              </a:extLst>
            </p:cNvPr>
            <p:cNvCxnSpPr>
              <a:cxnSpLocks/>
            </p:cNvCxnSpPr>
            <p:nvPr/>
          </p:nvCxnSpPr>
          <p:spPr>
            <a:xfrm>
              <a:off x="5514372" y="2526440"/>
              <a:ext cx="566183" cy="0"/>
            </a:xfrm>
            <a:prstGeom prst="straightConnector1">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46" name="Tekstfelt 445">
              <a:extLst>
                <a:ext uri="{FF2B5EF4-FFF2-40B4-BE49-F238E27FC236}">
                  <a16:creationId xmlns:a16="http://schemas.microsoft.com/office/drawing/2014/main" id="{8B673B6A-0804-FEF5-E82B-AEE93C290902}"/>
                </a:ext>
              </a:extLst>
            </p:cNvPr>
            <p:cNvSpPr txBox="1"/>
            <p:nvPr/>
          </p:nvSpPr>
          <p:spPr>
            <a:xfrm>
              <a:off x="4728180" y="2329319"/>
              <a:ext cx="346570" cy="369332"/>
            </a:xfrm>
            <a:prstGeom prst="rect">
              <a:avLst/>
            </a:prstGeom>
            <a:noFill/>
          </p:spPr>
          <p:txBody>
            <a:bodyPr wrap="none" rtlCol="0">
              <a:spAutoFit/>
            </a:bodyPr>
            <a:lstStyle/>
            <a:p>
              <a:r>
                <a:rPr lang="da-DK" dirty="0"/>
                <a:t>e</a:t>
              </a:r>
              <a:r>
                <a:rPr lang="da-DK" baseline="30000" dirty="0"/>
                <a:t>-</a:t>
              </a:r>
              <a:endParaRPr lang="da-DK" dirty="0"/>
            </a:p>
          </p:txBody>
        </p:sp>
        <p:sp>
          <p:nvSpPr>
            <p:cNvPr id="447" name="Ellipse 446">
              <a:extLst>
                <a:ext uri="{FF2B5EF4-FFF2-40B4-BE49-F238E27FC236}">
                  <a16:creationId xmlns:a16="http://schemas.microsoft.com/office/drawing/2014/main" id="{1B219F38-250E-A5B0-2720-185AC4A6E936}"/>
                </a:ext>
              </a:extLst>
            </p:cNvPr>
            <p:cNvSpPr/>
            <p:nvPr/>
          </p:nvSpPr>
          <p:spPr>
            <a:xfrm>
              <a:off x="5125541" y="2482303"/>
              <a:ext cx="64800" cy="63363"/>
            </a:xfrm>
            <a:prstGeom prst="ellipse">
              <a:avLst/>
            </a:prstGeom>
            <a:solidFill>
              <a:schemeClr val="accent1">
                <a:lumMod val="75000"/>
              </a:schemeClr>
            </a:solidFill>
            <a:ln>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a-DK" sz="800" dirty="0">
                <a:solidFill>
                  <a:schemeClr val="tx1"/>
                </a:solidFill>
              </a:endParaRPr>
            </a:p>
          </p:txBody>
        </p:sp>
        <p:sp>
          <p:nvSpPr>
            <p:cNvPr id="451" name="Tekstfelt 450">
              <a:extLst>
                <a:ext uri="{FF2B5EF4-FFF2-40B4-BE49-F238E27FC236}">
                  <a16:creationId xmlns:a16="http://schemas.microsoft.com/office/drawing/2014/main" id="{EBF22A9E-2902-573A-5BA5-B7D4F45E6BB5}"/>
                </a:ext>
              </a:extLst>
            </p:cNvPr>
            <p:cNvSpPr txBox="1"/>
            <p:nvPr/>
          </p:nvSpPr>
          <p:spPr>
            <a:xfrm>
              <a:off x="3021882" y="1597880"/>
              <a:ext cx="420308" cy="1015663"/>
            </a:xfrm>
            <a:prstGeom prst="rect">
              <a:avLst/>
            </a:prstGeom>
            <a:noFill/>
          </p:spPr>
          <p:txBody>
            <a:bodyPr wrap="none" rtlCol="0">
              <a:spAutoFit/>
            </a:bodyPr>
            <a:lstStyle/>
            <a:p>
              <a:r>
                <a:rPr lang="da-DK" sz="6000" dirty="0">
                  <a:solidFill>
                    <a:schemeClr val="accent5"/>
                  </a:solidFill>
                </a:rPr>
                <a:t>-</a:t>
              </a:r>
            </a:p>
          </p:txBody>
        </p:sp>
        <p:sp>
          <p:nvSpPr>
            <p:cNvPr id="452" name="Tekstfelt 451">
              <a:extLst>
                <a:ext uri="{FF2B5EF4-FFF2-40B4-BE49-F238E27FC236}">
                  <a16:creationId xmlns:a16="http://schemas.microsoft.com/office/drawing/2014/main" id="{6C936942-7FBB-9A9C-E00C-B6C08F7C8CF6}"/>
                </a:ext>
              </a:extLst>
            </p:cNvPr>
            <p:cNvSpPr txBox="1"/>
            <p:nvPr/>
          </p:nvSpPr>
          <p:spPr>
            <a:xfrm>
              <a:off x="7915083" y="1726325"/>
              <a:ext cx="465192" cy="769441"/>
            </a:xfrm>
            <a:prstGeom prst="rect">
              <a:avLst/>
            </a:prstGeom>
            <a:noFill/>
          </p:spPr>
          <p:txBody>
            <a:bodyPr wrap="none" rtlCol="0">
              <a:spAutoFit/>
            </a:bodyPr>
            <a:lstStyle/>
            <a:p>
              <a:r>
                <a:rPr lang="da-DK" sz="4400" dirty="0">
                  <a:solidFill>
                    <a:srgbClr val="C00000"/>
                  </a:solidFill>
                </a:rPr>
                <a:t>+</a:t>
              </a:r>
            </a:p>
          </p:txBody>
        </p:sp>
        <p:sp>
          <p:nvSpPr>
            <p:cNvPr id="19" name="Tekstfelt 18">
              <a:extLst>
                <a:ext uri="{FF2B5EF4-FFF2-40B4-BE49-F238E27FC236}">
                  <a16:creationId xmlns:a16="http://schemas.microsoft.com/office/drawing/2014/main" id="{826C160F-6B90-0A1F-F45B-AF3F699CAAB2}"/>
                </a:ext>
              </a:extLst>
            </p:cNvPr>
            <p:cNvSpPr txBox="1"/>
            <p:nvPr/>
          </p:nvSpPr>
          <p:spPr>
            <a:xfrm>
              <a:off x="1497330" y="4866133"/>
              <a:ext cx="346570" cy="369332"/>
            </a:xfrm>
            <a:prstGeom prst="rect">
              <a:avLst/>
            </a:prstGeom>
            <a:noFill/>
          </p:spPr>
          <p:txBody>
            <a:bodyPr wrap="none" rtlCol="0">
              <a:spAutoFit/>
            </a:bodyPr>
            <a:lstStyle/>
            <a:p>
              <a:r>
                <a:rPr lang="da-DK" dirty="0"/>
                <a:t>e</a:t>
              </a:r>
              <a:r>
                <a:rPr lang="da-DK" baseline="30000" dirty="0"/>
                <a:t>-</a:t>
              </a:r>
              <a:endParaRPr lang="da-DK" dirty="0"/>
            </a:p>
          </p:txBody>
        </p:sp>
        <p:cxnSp>
          <p:nvCxnSpPr>
            <p:cNvPr id="430" name="Lige pilforbindelse 429">
              <a:extLst>
                <a:ext uri="{FF2B5EF4-FFF2-40B4-BE49-F238E27FC236}">
                  <a16:creationId xmlns:a16="http://schemas.microsoft.com/office/drawing/2014/main" id="{B18E1CEB-00D9-0798-72C4-1BDEEB6D89D0}"/>
                </a:ext>
              </a:extLst>
            </p:cNvPr>
            <p:cNvCxnSpPr/>
            <p:nvPr/>
          </p:nvCxnSpPr>
          <p:spPr>
            <a:xfrm>
              <a:off x="1608458" y="5192770"/>
              <a:ext cx="34657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3" name="Ellipse 212">
              <a:extLst>
                <a:ext uri="{FF2B5EF4-FFF2-40B4-BE49-F238E27FC236}">
                  <a16:creationId xmlns:a16="http://schemas.microsoft.com/office/drawing/2014/main" id="{E21B9B4C-0347-A1FE-1DFF-280DB123D687}"/>
                </a:ext>
              </a:extLst>
            </p:cNvPr>
            <p:cNvSpPr/>
            <p:nvPr/>
          </p:nvSpPr>
          <p:spPr>
            <a:xfrm>
              <a:off x="1890228" y="5028411"/>
              <a:ext cx="64800" cy="63363"/>
            </a:xfrm>
            <a:prstGeom prst="ellipse">
              <a:avLst/>
            </a:prstGeom>
            <a:solidFill>
              <a:schemeClr val="accent1">
                <a:lumMod val="75000"/>
              </a:schemeClr>
            </a:solidFill>
            <a:ln>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a-DK" sz="800" dirty="0">
                <a:solidFill>
                  <a:schemeClr val="tx1"/>
                </a:solidFill>
              </a:endParaRPr>
            </a:p>
          </p:txBody>
        </p:sp>
        <p:sp>
          <p:nvSpPr>
            <p:cNvPr id="432" name="Ellipse 431">
              <a:extLst>
                <a:ext uri="{FF2B5EF4-FFF2-40B4-BE49-F238E27FC236}">
                  <a16:creationId xmlns:a16="http://schemas.microsoft.com/office/drawing/2014/main" id="{57FB26BF-A33D-78F1-99C6-1CAAAED7B2F4}"/>
                </a:ext>
              </a:extLst>
            </p:cNvPr>
            <p:cNvSpPr/>
            <p:nvPr/>
          </p:nvSpPr>
          <p:spPr>
            <a:xfrm>
              <a:off x="8439742" y="2373485"/>
              <a:ext cx="168164" cy="30591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31" name="Ellipse 430">
              <a:extLst>
                <a:ext uri="{FF2B5EF4-FFF2-40B4-BE49-F238E27FC236}">
                  <a16:creationId xmlns:a16="http://schemas.microsoft.com/office/drawing/2014/main" id="{7AFFFFB6-7F97-399F-52EC-544EB55AD126}"/>
                </a:ext>
              </a:extLst>
            </p:cNvPr>
            <p:cNvSpPr/>
            <p:nvPr/>
          </p:nvSpPr>
          <p:spPr>
            <a:xfrm>
              <a:off x="2991665" y="2367280"/>
              <a:ext cx="168164" cy="305910"/>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grpSp>
      <p:grpSp>
        <p:nvGrpSpPr>
          <p:cNvPr id="471" name="Gruppe 470">
            <a:extLst>
              <a:ext uri="{FF2B5EF4-FFF2-40B4-BE49-F238E27FC236}">
                <a16:creationId xmlns:a16="http://schemas.microsoft.com/office/drawing/2014/main" id="{FC7E0B5C-F8B0-F2E1-29EB-5DFA5B3A3214}"/>
              </a:ext>
            </a:extLst>
          </p:cNvPr>
          <p:cNvGrpSpPr/>
          <p:nvPr/>
        </p:nvGrpSpPr>
        <p:grpSpPr>
          <a:xfrm>
            <a:off x="5649025" y="1967697"/>
            <a:ext cx="296876" cy="705493"/>
            <a:chOff x="5649025" y="1967697"/>
            <a:chExt cx="296876" cy="705493"/>
          </a:xfrm>
        </p:grpSpPr>
        <p:sp>
          <p:nvSpPr>
            <p:cNvPr id="441" name="Ellipse 440">
              <a:extLst>
                <a:ext uri="{FF2B5EF4-FFF2-40B4-BE49-F238E27FC236}">
                  <a16:creationId xmlns:a16="http://schemas.microsoft.com/office/drawing/2014/main" id="{AAA21BBC-54AD-5F92-2A75-F2EEB85E959F}"/>
                </a:ext>
              </a:extLst>
            </p:cNvPr>
            <p:cNvSpPr/>
            <p:nvPr/>
          </p:nvSpPr>
          <p:spPr>
            <a:xfrm>
              <a:off x="5684275" y="2367280"/>
              <a:ext cx="168164" cy="305910"/>
            </a:xfrm>
            <a:prstGeom prst="ellipse">
              <a:avLst/>
            </a:prstGeom>
            <a:solidFill>
              <a:schemeClr val="bg1">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69" name="Tekstfelt 468">
              <a:extLst>
                <a:ext uri="{FF2B5EF4-FFF2-40B4-BE49-F238E27FC236}">
                  <a16:creationId xmlns:a16="http://schemas.microsoft.com/office/drawing/2014/main" id="{FA9ADBBC-9871-B9A8-6D73-563BB7E400C6}"/>
                </a:ext>
              </a:extLst>
            </p:cNvPr>
            <p:cNvSpPr txBox="1"/>
            <p:nvPr/>
          </p:nvSpPr>
          <p:spPr>
            <a:xfrm>
              <a:off x="5649025" y="1967697"/>
              <a:ext cx="296876" cy="369332"/>
            </a:xfrm>
            <a:prstGeom prst="rect">
              <a:avLst/>
            </a:prstGeom>
            <a:noFill/>
          </p:spPr>
          <p:txBody>
            <a:bodyPr wrap="none" rtlCol="0">
              <a:spAutoFit/>
            </a:bodyPr>
            <a:lstStyle/>
            <a:p>
              <a:r>
                <a:rPr lang="da-DK" dirty="0"/>
                <a:t>T</a:t>
              </a:r>
            </a:p>
          </p:txBody>
        </p:sp>
      </p:grpSp>
      <p:pic>
        <p:nvPicPr>
          <p:cNvPr id="2" name="Billede 1">
            <a:extLst>
              <a:ext uri="{FF2B5EF4-FFF2-40B4-BE49-F238E27FC236}">
                <a16:creationId xmlns:a16="http://schemas.microsoft.com/office/drawing/2014/main" id="{79B769B5-4AE0-EFE0-C099-B039B01B1509}"/>
              </a:ext>
            </a:extLst>
          </p:cNvPr>
          <p:cNvPicPr>
            <a:picLocks noChangeAspect="1"/>
          </p:cNvPicPr>
          <p:nvPr/>
        </p:nvPicPr>
        <p:blipFill>
          <a:blip r:embed="rId7"/>
          <a:stretch>
            <a:fillRect/>
          </a:stretch>
        </p:blipFill>
        <p:spPr>
          <a:xfrm>
            <a:off x="5684275" y="3184418"/>
            <a:ext cx="6133108" cy="920576"/>
          </a:xfrm>
          <a:prstGeom prst="rect">
            <a:avLst/>
          </a:prstGeom>
        </p:spPr>
      </p:pic>
      <p:sp>
        <p:nvSpPr>
          <p:cNvPr id="5" name="Pladsholder til dato 4">
            <a:extLst>
              <a:ext uri="{FF2B5EF4-FFF2-40B4-BE49-F238E27FC236}">
                <a16:creationId xmlns:a16="http://schemas.microsoft.com/office/drawing/2014/main" id="{F02C661D-49D1-CE04-BAF4-104C920B6532}"/>
              </a:ext>
            </a:extLst>
          </p:cNvPr>
          <p:cNvSpPr>
            <a:spLocks noGrp="1"/>
          </p:cNvSpPr>
          <p:nvPr>
            <p:ph type="dt" sz="half" idx="10"/>
          </p:nvPr>
        </p:nvSpPr>
        <p:spPr/>
        <p:txBody>
          <a:bodyPr/>
          <a:lstStyle/>
          <a:p>
            <a:fld id="{ACFC6BE6-138E-4BBD-8514-76809DB06ABB}" type="datetime1">
              <a:rPr lang="da-DK" smtClean="0"/>
              <a:t>22-09-2026</a:t>
            </a:fld>
            <a:endParaRPr lang="da-DK" dirty="0"/>
          </a:p>
        </p:txBody>
      </p:sp>
      <p:sp>
        <p:nvSpPr>
          <p:cNvPr id="6" name="Pladsholder til sidefod 5">
            <a:extLst>
              <a:ext uri="{FF2B5EF4-FFF2-40B4-BE49-F238E27FC236}">
                <a16:creationId xmlns:a16="http://schemas.microsoft.com/office/drawing/2014/main" id="{081D449F-9E29-57CA-385E-77A006AEFE11}"/>
              </a:ext>
            </a:extLst>
          </p:cNvPr>
          <p:cNvSpPr>
            <a:spLocks noGrp="1"/>
          </p:cNvSpPr>
          <p:nvPr>
            <p:ph type="ftr" sz="quarter" idx="3"/>
          </p:nvPr>
        </p:nvSpPr>
        <p:spPr/>
        <p:txBody>
          <a:bodyPr/>
          <a:lstStyle/>
          <a:p>
            <a:r>
              <a:rPr lang="da-DK" dirty="0"/>
              <a:t>Simon Tran Agerholm</a:t>
            </a:r>
          </a:p>
        </p:txBody>
      </p:sp>
      <p:sp>
        <p:nvSpPr>
          <p:cNvPr id="8" name="Pladsholder til slidenummer 7">
            <a:extLst>
              <a:ext uri="{FF2B5EF4-FFF2-40B4-BE49-F238E27FC236}">
                <a16:creationId xmlns:a16="http://schemas.microsoft.com/office/drawing/2014/main" id="{564F59E2-00AC-D7C6-C300-E42B9796E623}"/>
              </a:ext>
            </a:extLst>
          </p:cNvPr>
          <p:cNvSpPr>
            <a:spLocks noGrp="1"/>
          </p:cNvSpPr>
          <p:nvPr>
            <p:ph type="sldNum" sz="quarter" idx="4"/>
          </p:nvPr>
        </p:nvSpPr>
        <p:spPr/>
        <p:txBody>
          <a:bodyPr/>
          <a:lstStyle/>
          <a:p>
            <a:fld id="{62A73C88-35DB-432F-9FBF-AA3A20422821}" type="slidenum">
              <a:rPr lang="da-DK" smtClean="0"/>
              <a:pPr/>
              <a:t>4</a:t>
            </a:fld>
            <a:endParaRPr lang="da-DK" dirty="0"/>
          </a:p>
        </p:txBody>
      </p:sp>
    </p:spTree>
    <p:extLst>
      <p:ext uri="{BB962C8B-B14F-4D97-AF65-F5344CB8AC3E}">
        <p14:creationId xmlns:p14="http://schemas.microsoft.com/office/powerpoint/2010/main" val="404823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 grpId="0"/>
      <p:bldP spid="462" grpId="0"/>
      <p:bldP spid="458" grpId="0"/>
      <p:bldP spid="46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84686DC-E7CA-00EA-A305-83413E621B53}"/>
              </a:ext>
            </a:extLst>
          </p:cNvPr>
          <p:cNvSpPr>
            <a:spLocks noGrp="1"/>
          </p:cNvSpPr>
          <p:nvPr>
            <p:ph type="title"/>
          </p:nvPr>
        </p:nvSpPr>
        <p:spPr/>
        <p:txBody>
          <a:bodyPr/>
          <a:lstStyle/>
          <a:p>
            <a:r>
              <a:rPr lang="da-DK" dirty="0">
                <a:solidFill>
                  <a:srgbClr val="005F72"/>
                </a:solidFill>
              </a:rPr>
              <a:t>Elektriske ladninger</a:t>
            </a:r>
          </a:p>
        </p:txBody>
      </p:sp>
      <p:sp>
        <p:nvSpPr>
          <p:cNvPr id="35" name="Tekstfelt 34">
            <a:extLst>
              <a:ext uri="{FF2B5EF4-FFF2-40B4-BE49-F238E27FC236}">
                <a16:creationId xmlns:a16="http://schemas.microsoft.com/office/drawing/2014/main" id="{94457B3E-5D18-2EDC-A8B8-A060B5611EE9}"/>
              </a:ext>
            </a:extLst>
          </p:cNvPr>
          <p:cNvSpPr txBox="1"/>
          <p:nvPr/>
        </p:nvSpPr>
        <p:spPr>
          <a:xfrm>
            <a:off x="550990" y="1557186"/>
            <a:ext cx="10164631" cy="923330"/>
          </a:xfrm>
          <a:prstGeom prst="rect">
            <a:avLst/>
          </a:prstGeom>
          <a:noFill/>
        </p:spPr>
        <p:txBody>
          <a:bodyPr wrap="square">
            <a:spAutoFit/>
          </a:bodyPr>
          <a:lstStyle/>
          <a:p>
            <a:r>
              <a:rPr lang="da-DK" dirty="0"/>
              <a:t>Ladninger af samme polaritet vil frastøde hinanden, mens forskellige ladninger tiltrækker hinanden. Retningen af den kraft, hvormed to ladninger påvirker hinanden, afhænger altså af deres polaritet, mens kraftens størrelse afhænger af ladningernes størrelse samt af deres indbyrdes afstand</a:t>
            </a:r>
          </a:p>
        </p:txBody>
      </p:sp>
      <p:grpSp>
        <p:nvGrpSpPr>
          <p:cNvPr id="9" name="Gruppe 8">
            <a:extLst>
              <a:ext uri="{FF2B5EF4-FFF2-40B4-BE49-F238E27FC236}">
                <a16:creationId xmlns:a16="http://schemas.microsoft.com/office/drawing/2014/main" id="{2F3DA498-2D95-6823-9F2E-F21531F53845}"/>
              </a:ext>
            </a:extLst>
          </p:cNvPr>
          <p:cNvGrpSpPr/>
          <p:nvPr/>
        </p:nvGrpSpPr>
        <p:grpSpPr>
          <a:xfrm>
            <a:off x="1423734" y="2702506"/>
            <a:ext cx="8419142" cy="1227073"/>
            <a:chOff x="1771942" y="3150412"/>
            <a:chExt cx="8419142" cy="1227073"/>
          </a:xfrm>
        </p:grpSpPr>
        <p:pic>
          <p:nvPicPr>
            <p:cNvPr id="8" name="Billede 7">
              <a:extLst>
                <a:ext uri="{FF2B5EF4-FFF2-40B4-BE49-F238E27FC236}">
                  <a16:creationId xmlns:a16="http://schemas.microsoft.com/office/drawing/2014/main" id="{0F32C857-932C-3399-6F40-A095D2C120F0}"/>
                </a:ext>
              </a:extLst>
            </p:cNvPr>
            <p:cNvPicPr>
              <a:picLocks noChangeAspect="1"/>
            </p:cNvPicPr>
            <p:nvPr/>
          </p:nvPicPr>
          <p:blipFill>
            <a:blip r:embed="rId2"/>
            <a:stretch>
              <a:fillRect/>
            </a:stretch>
          </p:blipFill>
          <p:spPr>
            <a:xfrm>
              <a:off x="6033570" y="3737619"/>
              <a:ext cx="255292" cy="270534"/>
            </a:xfrm>
            <a:prstGeom prst="rect">
              <a:avLst/>
            </a:prstGeom>
          </p:spPr>
        </p:pic>
        <p:cxnSp>
          <p:nvCxnSpPr>
            <p:cNvPr id="12" name="Lige pilforbindelse 11">
              <a:extLst>
                <a:ext uri="{FF2B5EF4-FFF2-40B4-BE49-F238E27FC236}">
                  <a16:creationId xmlns:a16="http://schemas.microsoft.com/office/drawing/2014/main" id="{E20E1323-DAEE-3966-980C-E88E82C12A6D}"/>
                </a:ext>
              </a:extLst>
            </p:cNvPr>
            <p:cNvCxnSpPr>
              <a:cxnSpLocks/>
            </p:cNvCxnSpPr>
            <p:nvPr/>
          </p:nvCxnSpPr>
          <p:spPr>
            <a:xfrm>
              <a:off x="6363127" y="3874815"/>
              <a:ext cx="409682" cy="0"/>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 name="Tekstfelt 6">
              <a:extLst>
                <a:ext uri="{FF2B5EF4-FFF2-40B4-BE49-F238E27FC236}">
                  <a16:creationId xmlns:a16="http://schemas.microsoft.com/office/drawing/2014/main" id="{08BDFEAD-5078-D3F2-AD1C-F8D9DC4604B2}"/>
                </a:ext>
              </a:extLst>
            </p:cNvPr>
            <p:cNvSpPr txBox="1"/>
            <p:nvPr/>
          </p:nvSpPr>
          <p:spPr>
            <a:xfrm>
              <a:off x="5262877" y="3150412"/>
              <a:ext cx="346570" cy="369332"/>
            </a:xfrm>
            <a:prstGeom prst="rect">
              <a:avLst/>
            </a:prstGeom>
            <a:noFill/>
          </p:spPr>
          <p:txBody>
            <a:bodyPr wrap="none" rtlCol="0">
              <a:spAutoFit/>
            </a:bodyPr>
            <a:lstStyle/>
            <a:p>
              <a:r>
                <a:rPr lang="da-DK" i="1" dirty="0"/>
                <a:t>e</a:t>
              </a:r>
              <a:r>
                <a:rPr lang="da-DK" i="1" baseline="30000" dirty="0"/>
                <a:t>-</a:t>
              </a:r>
            </a:p>
          </p:txBody>
        </p:sp>
        <p:pic>
          <p:nvPicPr>
            <p:cNvPr id="21" name="Billede 20">
              <a:extLst>
                <a:ext uri="{FF2B5EF4-FFF2-40B4-BE49-F238E27FC236}">
                  <a16:creationId xmlns:a16="http://schemas.microsoft.com/office/drawing/2014/main" id="{C101CCAA-31FB-34FE-F911-124AB3284E41}"/>
                </a:ext>
              </a:extLst>
            </p:cNvPr>
            <p:cNvPicPr>
              <a:picLocks noChangeAspect="1"/>
            </p:cNvPicPr>
            <p:nvPr/>
          </p:nvPicPr>
          <p:blipFill>
            <a:blip r:embed="rId3"/>
            <a:stretch>
              <a:fillRect/>
            </a:stretch>
          </p:blipFill>
          <p:spPr>
            <a:xfrm>
              <a:off x="2203172" y="3704000"/>
              <a:ext cx="354361" cy="346740"/>
            </a:xfrm>
            <a:prstGeom prst="rect">
              <a:avLst/>
            </a:prstGeom>
          </p:spPr>
        </p:pic>
        <p:cxnSp>
          <p:nvCxnSpPr>
            <p:cNvPr id="26" name="Lige pilforbindelse 25">
              <a:extLst>
                <a:ext uri="{FF2B5EF4-FFF2-40B4-BE49-F238E27FC236}">
                  <a16:creationId xmlns:a16="http://schemas.microsoft.com/office/drawing/2014/main" id="{A16D72C2-4A4A-2617-4E2C-FB117B703AEB}"/>
                </a:ext>
              </a:extLst>
            </p:cNvPr>
            <p:cNvCxnSpPr>
              <a:cxnSpLocks/>
            </p:cNvCxnSpPr>
            <p:nvPr/>
          </p:nvCxnSpPr>
          <p:spPr>
            <a:xfrm flipH="1">
              <a:off x="1771942" y="3877370"/>
              <a:ext cx="40968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kstfelt 19">
              <a:extLst>
                <a:ext uri="{FF2B5EF4-FFF2-40B4-BE49-F238E27FC236}">
                  <a16:creationId xmlns:a16="http://schemas.microsoft.com/office/drawing/2014/main" id="{52271707-851C-CE58-8AFF-23AD469BE87D}"/>
                </a:ext>
              </a:extLst>
            </p:cNvPr>
            <p:cNvSpPr txBox="1"/>
            <p:nvPr/>
          </p:nvSpPr>
          <p:spPr>
            <a:xfrm>
              <a:off x="2206861" y="3154896"/>
              <a:ext cx="372218" cy="369332"/>
            </a:xfrm>
            <a:prstGeom prst="rect">
              <a:avLst/>
            </a:prstGeom>
            <a:noFill/>
          </p:spPr>
          <p:txBody>
            <a:bodyPr wrap="none" rtlCol="0">
              <a:spAutoFit/>
            </a:bodyPr>
            <a:lstStyle/>
            <a:p>
              <a:r>
                <a:rPr lang="da-DK" i="1" dirty="0"/>
                <a:t>e</a:t>
              </a:r>
              <a:r>
                <a:rPr lang="da-DK" i="1" baseline="30000" dirty="0"/>
                <a:t>+</a:t>
              </a:r>
            </a:p>
          </p:txBody>
        </p:sp>
        <p:pic>
          <p:nvPicPr>
            <p:cNvPr id="36" name="Billede 35">
              <a:extLst>
                <a:ext uri="{FF2B5EF4-FFF2-40B4-BE49-F238E27FC236}">
                  <a16:creationId xmlns:a16="http://schemas.microsoft.com/office/drawing/2014/main" id="{82E436A7-12DD-19D9-919E-F7CDCFC36906}"/>
                </a:ext>
              </a:extLst>
            </p:cNvPr>
            <p:cNvPicPr>
              <a:picLocks noChangeAspect="1"/>
            </p:cNvPicPr>
            <p:nvPr/>
          </p:nvPicPr>
          <p:blipFill>
            <a:blip r:embed="rId3"/>
            <a:stretch>
              <a:fillRect/>
            </a:stretch>
          </p:blipFill>
          <p:spPr>
            <a:xfrm>
              <a:off x="2954538" y="3699516"/>
              <a:ext cx="354361" cy="346740"/>
            </a:xfrm>
            <a:prstGeom prst="rect">
              <a:avLst/>
            </a:prstGeom>
          </p:spPr>
        </p:pic>
        <p:cxnSp>
          <p:nvCxnSpPr>
            <p:cNvPr id="40" name="Lige pilforbindelse 39">
              <a:extLst>
                <a:ext uri="{FF2B5EF4-FFF2-40B4-BE49-F238E27FC236}">
                  <a16:creationId xmlns:a16="http://schemas.microsoft.com/office/drawing/2014/main" id="{58901F52-6068-2C17-09E7-9AD3C3013FEA}"/>
                </a:ext>
              </a:extLst>
            </p:cNvPr>
            <p:cNvCxnSpPr>
              <a:cxnSpLocks/>
            </p:cNvCxnSpPr>
            <p:nvPr/>
          </p:nvCxnSpPr>
          <p:spPr>
            <a:xfrm>
              <a:off x="3330445" y="3872886"/>
              <a:ext cx="4096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kstfelt 44">
              <a:extLst>
                <a:ext uri="{FF2B5EF4-FFF2-40B4-BE49-F238E27FC236}">
                  <a16:creationId xmlns:a16="http://schemas.microsoft.com/office/drawing/2014/main" id="{615B3E14-6631-40EC-8175-97092C61F759}"/>
                </a:ext>
              </a:extLst>
            </p:cNvPr>
            <p:cNvSpPr txBox="1"/>
            <p:nvPr/>
          </p:nvSpPr>
          <p:spPr>
            <a:xfrm>
              <a:off x="2958227" y="3150412"/>
              <a:ext cx="372218" cy="369332"/>
            </a:xfrm>
            <a:prstGeom prst="rect">
              <a:avLst/>
            </a:prstGeom>
            <a:noFill/>
          </p:spPr>
          <p:txBody>
            <a:bodyPr wrap="none" rtlCol="0">
              <a:spAutoFit/>
            </a:bodyPr>
            <a:lstStyle/>
            <a:p>
              <a:r>
                <a:rPr lang="da-DK" i="1" dirty="0"/>
                <a:t>e</a:t>
              </a:r>
              <a:r>
                <a:rPr lang="da-DK" i="1" baseline="30000" dirty="0"/>
                <a:t>+</a:t>
              </a:r>
            </a:p>
          </p:txBody>
        </p:sp>
        <p:sp>
          <p:nvSpPr>
            <p:cNvPr id="46" name="Tekstfelt 45">
              <a:extLst>
                <a:ext uri="{FF2B5EF4-FFF2-40B4-BE49-F238E27FC236}">
                  <a16:creationId xmlns:a16="http://schemas.microsoft.com/office/drawing/2014/main" id="{B4414D7F-7F5E-19E2-05F5-3B8152BF1956}"/>
                </a:ext>
              </a:extLst>
            </p:cNvPr>
            <p:cNvSpPr txBox="1"/>
            <p:nvPr/>
          </p:nvSpPr>
          <p:spPr>
            <a:xfrm>
              <a:off x="1772188" y="3981084"/>
              <a:ext cx="290464" cy="369332"/>
            </a:xfrm>
            <a:prstGeom prst="rect">
              <a:avLst/>
            </a:prstGeom>
            <a:noFill/>
          </p:spPr>
          <p:txBody>
            <a:bodyPr wrap="none" rtlCol="0">
              <a:spAutoFit/>
            </a:bodyPr>
            <a:lstStyle/>
            <a:p>
              <a:r>
                <a:rPr lang="da-DK" i="1" dirty="0"/>
                <a:t>F</a:t>
              </a:r>
            </a:p>
          </p:txBody>
        </p:sp>
        <p:sp>
          <p:nvSpPr>
            <p:cNvPr id="47" name="Tekstfelt 46">
              <a:extLst>
                <a:ext uri="{FF2B5EF4-FFF2-40B4-BE49-F238E27FC236}">
                  <a16:creationId xmlns:a16="http://schemas.microsoft.com/office/drawing/2014/main" id="{3FDD3984-05CC-76D7-45BB-753575DB0B1D}"/>
                </a:ext>
              </a:extLst>
            </p:cNvPr>
            <p:cNvSpPr txBox="1"/>
            <p:nvPr/>
          </p:nvSpPr>
          <p:spPr>
            <a:xfrm>
              <a:off x="3443516" y="3980401"/>
              <a:ext cx="290464" cy="369332"/>
            </a:xfrm>
            <a:prstGeom prst="rect">
              <a:avLst/>
            </a:prstGeom>
            <a:noFill/>
          </p:spPr>
          <p:txBody>
            <a:bodyPr wrap="none" rtlCol="0">
              <a:spAutoFit/>
            </a:bodyPr>
            <a:lstStyle/>
            <a:p>
              <a:r>
                <a:rPr lang="da-DK" i="1" dirty="0"/>
                <a:t>F</a:t>
              </a:r>
            </a:p>
          </p:txBody>
        </p:sp>
        <p:pic>
          <p:nvPicPr>
            <p:cNvPr id="59" name="Billede 58">
              <a:extLst>
                <a:ext uri="{FF2B5EF4-FFF2-40B4-BE49-F238E27FC236}">
                  <a16:creationId xmlns:a16="http://schemas.microsoft.com/office/drawing/2014/main" id="{F325B560-42F5-D5D7-15C4-44BD912123B7}"/>
                </a:ext>
              </a:extLst>
            </p:cNvPr>
            <p:cNvPicPr>
              <a:picLocks noChangeAspect="1"/>
            </p:cNvPicPr>
            <p:nvPr/>
          </p:nvPicPr>
          <p:blipFill>
            <a:blip r:embed="rId2"/>
            <a:stretch>
              <a:fillRect/>
            </a:stretch>
          </p:blipFill>
          <p:spPr>
            <a:xfrm>
              <a:off x="5308517" y="3737619"/>
              <a:ext cx="255292" cy="270534"/>
            </a:xfrm>
            <a:prstGeom prst="rect">
              <a:avLst/>
            </a:prstGeom>
          </p:spPr>
        </p:pic>
        <p:cxnSp>
          <p:nvCxnSpPr>
            <p:cNvPr id="63" name="Lige pilforbindelse 62">
              <a:extLst>
                <a:ext uri="{FF2B5EF4-FFF2-40B4-BE49-F238E27FC236}">
                  <a16:creationId xmlns:a16="http://schemas.microsoft.com/office/drawing/2014/main" id="{B264D5E0-5B05-54C3-FBA7-F10A234DA03C}"/>
                </a:ext>
              </a:extLst>
            </p:cNvPr>
            <p:cNvCxnSpPr>
              <a:cxnSpLocks/>
            </p:cNvCxnSpPr>
            <p:nvPr/>
          </p:nvCxnSpPr>
          <p:spPr>
            <a:xfrm flipH="1">
              <a:off x="4830937" y="3874815"/>
              <a:ext cx="409684" cy="0"/>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8" name="Tekstfelt 67">
              <a:extLst>
                <a:ext uri="{FF2B5EF4-FFF2-40B4-BE49-F238E27FC236}">
                  <a16:creationId xmlns:a16="http://schemas.microsoft.com/office/drawing/2014/main" id="{8E040D00-688D-B597-B689-B2C2FE7FF526}"/>
                </a:ext>
              </a:extLst>
            </p:cNvPr>
            <p:cNvSpPr txBox="1"/>
            <p:nvPr/>
          </p:nvSpPr>
          <p:spPr>
            <a:xfrm>
              <a:off x="6015729" y="3150412"/>
              <a:ext cx="346570" cy="369332"/>
            </a:xfrm>
            <a:prstGeom prst="rect">
              <a:avLst/>
            </a:prstGeom>
            <a:noFill/>
          </p:spPr>
          <p:txBody>
            <a:bodyPr wrap="none" rtlCol="0">
              <a:spAutoFit/>
            </a:bodyPr>
            <a:lstStyle/>
            <a:p>
              <a:r>
                <a:rPr lang="da-DK" i="1" dirty="0"/>
                <a:t>e</a:t>
              </a:r>
              <a:r>
                <a:rPr lang="da-DK" i="1" baseline="30000" dirty="0"/>
                <a:t>-</a:t>
              </a:r>
            </a:p>
          </p:txBody>
        </p:sp>
        <p:sp>
          <p:nvSpPr>
            <p:cNvPr id="69" name="Tekstfelt 68">
              <a:extLst>
                <a:ext uri="{FF2B5EF4-FFF2-40B4-BE49-F238E27FC236}">
                  <a16:creationId xmlns:a16="http://schemas.microsoft.com/office/drawing/2014/main" id="{2E5F408C-60F5-2140-DDC5-9280258EE72C}"/>
                </a:ext>
              </a:extLst>
            </p:cNvPr>
            <p:cNvSpPr txBox="1"/>
            <p:nvPr/>
          </p:nvSpPr>
          <p:spPr>
            <a:xfrm>
              <a:off x="4811017" y="3981084"/>
              <a:ext cx="290464" cy="369332"/>
            </a:xfrm>
            <a:prstGeom prst="rect">
              <a:avLst/>
            </a:prstGeom>
            <a:noFill/>
          </p:spPr>
          <p:txBody>
            <a:bodyPr wrap="none" rtlCol="0">
              <a:spAutoFit/>
            </a:bodyPr>
            <a:lstStyle/>
            <a:p>
              <a:r>
                <a:rPr lang="da-DK" i="1" dirty="0"/>
                <a:t>F</a:t>
              </a:r>
            </a:p>
          </p:txBody>
        </p:sp>
        <p:sp>
          <p:nvSpPr>
            <p:cNvPr id="70" name="Tekstfelt 69">
              <a:extLst>
                <a:ext uri="{FF2B5EF4-FFF2-40B4-BE49-F238E27FC236}">
                  <a16:creationId xmlns:a16="http://schemas.microsoft.com/office/drawing/2014/main" id="{082437A3-83E4-D821-70FD-C1FC00AB367F}"/>
                </a:ext>
              </a:extLst>
            </p:cNvPr>
            <p:cNvSpPr txBox="1"/>
            <p:nvPr/>
          </p:nvSpPr>
          <p:spPr>
            <a:xfrm>
              <a:off x="6482345" y="3980401"/>
              <a:ext cx="290464" cy="369332"/>
            </a:xfrm>
            <a:prstGeom prst="rect">
              <a:avLst/>
            </a:prstGeom>
            <a:noFill/>
          </p:spPr>
          <p:txBody>
            <a:bodyPr wrap="none" rtlCol="0">
              <a:spAutoFit/>
            </a:bodyPr>
            <a:lstStyle/>
            <a:p>
              <a:r>
                <a:rPr lang="da-DK" i="1" dirty="0"/>
                <a:t>F</a:t>
              </a:r>
            </a:p>
          </p:txBody>
        </p:sp>
        <p:sp>
          <p:nvSpPr>
            <p:cNvPr id="75" name="Tekstfelt 74">
              <a:extLst>
                <a:ext uri="{FF2B5EF4-FFF2-40B4-BE49-F238E27FC236}">
                  <a16:creationId xmlns:a16="http://schemas.microsoft.com/office/drawing/2014/main" id="{06BAEBC2-5F06-14B8-1C2C-12944A361D3E}"/>
                </a:ext>
              </a:extLst>
            </p:cNvPr>
            <p:cNvSpPr txBox="1"/>
            <p:nvPr/>
          </p:nvSpPr>
          <p:spPr>
            <a:xfrm>
              <a:off x="9844514" y="3177481"/>
              <a:ext cx="346570" cy="369332"/>
            </a:xfrm>
            <a:prstGeom prst="rect">
              <a:avLst/>
            </a:prstGeom>
            <a:noFill/>
          </p:spPr>
          <p:txBody>
            <a:bodyPr wrap="none" rtlCol="0">
              <a:spAutoFit/>
            </a:bodyPr>
            <a:lstStyle/>
            <a:p>
              <a:r>
                <a:rPr lang="da-DK" i="1" dirty="0"/>
                <a:t>e</a:t>
              </a:r>
              <a:r>
                <a:rPr lang="da-DK" i="1" baseline="30000" dirty="0"/>
                <a:t>-</a:t>
              </a:r>
            </a:p>
          </p:txBody>
        </p:sp>
        <p:pic>
          <p:nvPicPr>
            <p:cNvPr id="76" name="Billede 75">
              <a:extLst>
                <a:ext uri="{FF2B5EF4-FFF2-40B4-BE49-F238E27FC236}">
                  <a16:creationId xmlns:a16="http://schemas.microsoft.com/office/drawing/2014/main" id="{033FD80B-894F-B8EA-7CBC-C27B5E8C45BA}"/>
                </a:ext>
              </a:extLst>
            </p:cNvPr>
            <p:cNvPicPr>
              <a:picLocks noChangeAspect="1"/>
            </p:cNvPicPr>
            <p:nvPr/>
          </p:nvPicPr>
          <p:blipFill>
            <a:blip r:embed="rId2"/>
            <a:stretch>
              <a:fillRect/>
            </a:stretch>
          </p:blipFill>
          <p:spPr>
            <a:xfrm>
              <a:off x="9890154" y="3764688"/>
              <a:ext cx="255292" cy="270534"/>
            </a:xfrm>
            <a:prstGeom prst="rect">
              <a:avLst/>
            </a:prstGeom>
          </p:spPr>
        </p:pic>
        <p:cxnSp>
          <p:nvCxnSpPr>
            <p:cNvPr id="77" name="Lige pilforbindelse 76">
              <a:extLst>
                <a:ext uri="{FF2B5EF4-FFF2-40B4-BE49-F238E27FC236}">
                  <a16:creationId xmlns:a16="http://schemas.microsoft.com/office/drawing/2014/main" id="{FD2E7BD9-D496-C824-A40D-82BCBBBF2177}"/>
                </a:ext>
              </a:extLst>
            </p:cNvPr>
            <p:cNvCxnSpPr>
              <a:cxnSpLocks/>
            </p:cNvCxnSpPr>
            <p:nvPr/>
          </p:nvCxnSpPr>
          <p:spPr>
            <a:xfrm flipH="1">
              <a:off x="9412574" y="3901884"/>
              <a:ext cx="409684" cy="0"/>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78" name="Tekstfelt 77">
              <a:extLst>
                <a:ext uri="{FF2B5EF4-FFF2-40B4-BE49-F238E27FC236}">
                  <a16:creationId xmlns:a16="http://schemas.microsoft.com/office/drawing/2014/main" id="{42153604-35EB-D07F-C7FC-9B280C98D3FC}"/>
                </a:ext>
              </a:extLst>
            </p:cNvPr>
            <p:cNvSpPr txBox="1"/>
            <p:nvPr/>
          </p:nvSpPr>
          <p:spPr>
            <a:xfrm>
              <a:off x="9392654" y="4008153"/>
              <a:ext cx="290464" cy="369332"/>
            </a:xfrm>
            <a:prstGeom prst="rect">
              <a:avLst/>
            </a:prstGeom>
            <a:noFill/>
          </p:spPr>
          <p:txBody>
            <a:bodyPr wrap="none" rtlCol="0">
              <a:spAutoFit/>
            </a:bodyPr>
            <a:lstStyle/>
            <a:p>
              <a:r>
                <a:rPr lang="da-DK" i="1" dirty="0"/>
                <a:t>F</a:t>
              </a:r>
            </a:p>
          </p:txBody>
        </p:sp>
        <p:pic>
          <p:nvPicPr>
            <p:cNvPr id="80" name="Billede 79">
              <a:extLst>
                <a:ext uri="{FF2B5EF4-FFF2-40B4-BE49-F238E27FC236}">
                  <a16:creationId xmlns:a16="http://schemas.microsoft.com/office/drawing/2014/main" id="{62443467-535F-4C6F-F63F-9852E4037466}"/>
                </a:ext>
              </a:extLst>
            </p:cNvPr>
            <p:cNvPicPr>
              <a:picLocks noChangeAspect="1"/>
            </p:cNvPicPr>
            <p:nvPr/>
          </p:nvPicPr>
          <p:blipFill>
            <a:blip r:embed="rId3"/>
            <a:stretch>
              <a:fillRect/>
            </a:stretch>
          </p:blipFill>
          <p:spPr>
            <a:xfrm>
              <a:off x="8457452" y="3727268"/>
              <a:ext cx="354361" cy="346740"/>
            </a:xfrm>
            <a:prstGeom prst="rect">
              <a:avLst/>
            </a:prstGeom>
          </p:spPr>
        </p:pic>
        <p:cxnSp>
          <p:nvCxnSpPr>
            <p:cNvPr id="81" name="Lige pilforbindelse 80">
              <a:extLst>
                <a:ext uri="{FF2B5EF4-FFF2-40B4-BE49-F238E27FC236}">
                  <a16:creationId xmlns:a16="http://schemas.microsoft.com/office/drawing/2014/main" id="{FB42FA8D-0D3E-5073-6093-8182100C1A99}"/>
                </a:ext>
              </a:extLst>
            </p:cNvPr>
            <p:cNvCxnSpPr>
              <a:cxnSpLocks/>
            </p:cNvCxnSpPr>
            <p:nvPr/>
          </p:nvCxnSpPr>
          <p:spPr>
            <a:xfrm>
              <a:off x="8833359" y="3900638"/>
              <a:ext cx="4096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kstfelt 81">
              <a:extLst>
                <a:ext uri="{FF2B5EF4-FFF2-40B4-BE49-F238E27FC236}">
                  <a16:creationId xmlns:a16="http://schemas.microsoft.com/office/drawing/2014/main" id="{CA68A59F-8FD9-B8A6-EA45-50B0E49C04A5}"/>
                </a:ext>
              </a:extLst>
            </p:cNvPr>
            <p:cNvSpPr txBox="1"/>
            <p:nvPr/>
          </p:nvSpPr>
          <p:spPr>
            <a:xfrm>
              <a:off x="8461141" y="3178164"/>
              <a:ext cx="372218" cy="369332"/>
            </a:xfrm>
            <a:prstGeom prst="rect">
              <a:avLst/>
            </a:prstGeom>
            <a:noFill/>
          </p:spPr>
          <p:txBody>
            <a:bodyPr wrap="none" rtlCol="0">
              <a:spAutoFit/>
            </a:bodyPr>
            <a:lstStyle/>
            <a:p>
              <a:r>
                <a:rPr lang="da-DK" i="1" dirty="0"/>
                <a:t>e</a:t>
              </a:r>
              <a:r>
                <a:rPr lang="da-DK" i="1" baseline="30000" dirty="0"/>
                <a:t>+</a:t>
              </a:r>
            </a:p>
          </p:txBody>
        </p:sp>
        <p:sp>
          <p:nvSpPr>
            <p:cNvPr id="83" name="Tekstfelt 82">
              <a:extLst>
                <a:ext uri="{FF2B5EF4-FFF2-40B4-BE49-F238E27FC236}">
                  <a16:creationId xmlns:a16="http://schemas.microsoft.com/office/drawing/2014/main" id="{A5652F42-88A6-4631-E7C5-49CBEDB79E03}"/>
                </a:ext>
              </a:extLst>
            </p:cNvPr>
            <p:cNvSpPr txBox="1"/>
            <p:nvPr/>
          </p:nvSpPr>
          <p:spPr>
            <a:xfrm>
              <a:off x="8946430" y="4008153"/>
              <a:ext cx="290464" cy="369332"/>
            </a:xfrm>
            <a:prstGeom prst="rect">
              <a:avLst/>
            </a:prstGeom>
            <a:noFill/>
          </p:spPr>
          <p:txBody>
            <a:bodyPr wrap="none" rtlCol="0">
              <a:spAutoFit/>
            </a:bodyPr>
            <a:lstStyle/>
            <a:p>
              <a:r>
                <a:rPr lang="da-DK" i="1" dirty="0"/>
                <a:t>F</a:t>
              </a:r>
            </a:p>
          </p:txBody>
        </p:sp>
      </p:grpSp>
      <p:sp>
        <p:nvSpPr>
          <p:cNvPr id="2" name="Pladsholder til dato 1">
            <a:extLst>
              <a:ext uri="{FF2B5EF4-FFF2-40B4-BE49-F238E27FC236}">
                <a16:creationId xmlns:a16="http://schemas.microsoft.com/office/drawing/2014/main" id="{29D6CAC7-0AFD-53B0-BE95-E08D341AE3E3}"/>
              </a:ext>
            </a:extLst>
          </p:cNvPr>
          <p:cNvSpPr>
            <a:spLocks noGrp="1"/>
          </p:cNvSpPr>
          <p:nvPr>
            <p:ph type="dt" sz="half" idx="10"/>
          </p:nvPr>
        </p:nvSpPr>
        <p:spPr/>
        <p:txBody>
          <a:bodyPr/>
          <a:lstStyle/>
          <a:p>
            <a:fld id="{8B6FAAFD-438E-4B49-924A-EB1BAEAC4C84}" type="datetime1">
              <a:rPr lang="da-DK" smtClean="0"/>
              <a:t>22-09-2026</a:t>
            </a:fld>
            <a:endParaRPr lang="da-DK" dirty="0"/>
          </a:p>
        </p:txBody>
      </p:sp>
      <p:sp>
        <p:nvSpPr>
          <p:cNvPr id="4" name="Pladsholder til sidefod 3">
            <a:extLst>
              <a:ext uri="{FF2B5EF4-FFF2-40B4-BE49-F238E27FC236}">
                <a16:creationId xmlns:a16="http://schemas.microsoft.com/office/drawing/2014/main" id="{AA8CB3EB-027F-5C94-429A-52C93E7F3219}"/>
              </a:ext>
            </a:extLst>
          </p:cNvPr>
          <p:cNvSpPr>
            <a:spLocks noGrp="1"/>
          </p:cNvSpPr>
          <p:nvPr>
            <p:ph type="ftr" sz="quarter" idx="3"/>
          </p:nvPr>
        </p:nvSpPr>
        <p:spPr/>
        <p:txBody>
          <a:bodyPr/>
          <a:lstStyle/>
          <a:p>
            <a:r>
              <a:rPr lang="da-DK" dirty="0"/>
              <a:t>Simon Tran Agerholm</a:t>
            </a:r>
          </a:p>
        </p:txBody>
      </p:sp>
      <p:sp>
        <p:nvSpPr>
          <p:cNvPr id="5" name="Pladsholder til slidenummer 4">
            <a:extLst>
              <a:ext uri="{FF2B5EF4-FFF2-40B4-BE49-F238E27FC236}">
                <a16:creationId xmlns:a16="http://schemas.microsoft.com/office/drawing/2014/main" id="{BCF3EAB3-4B31-5546-38D2-80C458462885}"/>
              </a:ext>
            </a:extLst>
          </p:cNvPr>
          <p:cNvSpPr>
            <a:spLocks noGrp="1"/>
          </p:cNvSpPr>
          <p:nvPr>
            <p:ph type="sldNum" sz="quarter" idx="4"/>
          </p:nvPr>
        </p:nvSpPr>
        <p:spPr/>
        <p:txBody>
          <a:bodyPr/>
          <a:lstStyle/>
          <a:p>
            <a:fld id="{62A73C88-35DB-432F-9FBF-AA3A20422821}" type="slidenum">
              <a:rPr lang="da-DK" smtClean="0"/>
              <a:pPr/>
              <a:t>5</a:t>
            </a:fld>
            <a:endParaRPr lang="da-DK" dirty="0"/>
          </a:p>
        </p:txBody>
      </p:sp>
      <mc:AlternateContent xmlns:mc="http://schemas.openxmlformats.org/markup-compatibility/2006" xmlns:a14="http://schemas.microsoft.com/office/drawing/2010/main">
        <mc:Choice Requires="a14">
          <p:sp>
            <p:nvSpPr>
              <p:cNvPr id="6" name="Tekstfelt 5">
                <a:extLst>
                  <a:ext uri="{FF2B5EF4-FFF2-40B4-BE49-F238E27FC236}">
                    <a16:creationId xmlns:a16="http://schemas.microsoft.com/office/drawing/2014/main" id="{E86E409D-9755-4B00-6D48-4553FA91F382}"/>
                  </a:ext>
                </a:extLst>
              </p:cNvPr>
              <p:cNvSpPr txBox="1"/>
              <p:nvPr/>
            </p:nvSpPr>
            <p:spPr>
              <a:xfrm>
                <a:off x="742953" y="4084444"/>
                <a:ext cx="10542276" cy="1720727"/>
              </a:xfrm>
              <a:prstGeom prst="rect">
                <a:avLst/>
              </a:prstGeom>
              <a:noFill/>
            </p:spPr>
            <p:txBody>
              <a:bodyPr wrap="square">
                <a:spAutoFit/>
              </a:bodyPr>
              <a:lstStyle/>
              <a:p>
                <a:pPr/>
                <a14:m>
                  <m:oMathPara xmlns:m="http://schemas.openxmlformats.org/officeDocument/2006/math">
                    <m:oMathParaPr>
                      <m:jc m:val="center"/>
                    </m:oMathParaPr>
                    <m:oMath>
                      <m:r>
                        <a:rPr lang="da-DK" smtClean="0">
                          <a:latin typeface="Cambria Math" panose="02040503050406030204" pitchFamily="18" charset="0"/>
                        </a:rPr>
                        <m:t>𝐹</m:t>
                      </m:r>
                      <m:r>
                        <a:rPr lang="da-DK" smtClean="0">
                          <a:latin typeface="Cambria Math" panose="02040503050406030204" pitchFamily="18" charset="0"/>
                        </a:rPr>
                        <m:t>=</m:t>
                      </m:r>
                      <m:r>
                        <a:rPr lang="da-DK" smtClean="0">
                          <a:latin typeface="Cambria Math" panose="02040503050406030204" pitchFamily="18" charset="0"/>
                        </a:rPr>
                        <m:t>𝑘</m:t>
                      </m:r>
                      <m:r>
                        <a:rPr lang="da-DK" smtClean="0">
                          <a:latin typeface="Cambria Math" panose="02040503050406030204" pitchFamily="18" charset="0"/>
                        </a:rPr>
                        <m:t>·</m:t>
                      </m:r>
                      <m:f>
                        <m:fPr>
                          <m:ctrlPr>
                            <a:rPr lang="da-DK" i="1">
                              <a:latin typeface="Cambria Math" panose="02040503050406030204" pitchFamily="18" charset="0"/>
                            </a:rPr>
                          </m:ctrlPr>
                        </m:fPr>
                        <m:num>
                          <m:sSub>
                            <m:sSubPr>
                              <m:ctrlPr>
                                <a:rPr lang="da-DK">
                                  <a:latin typeface="Cambria Math" panose="02040503050406030204" pitchFamily="18" charset="0"/>
                                </a:rPr>
                              </m:ctrlPr>
                            </m:sSubPr>
                            <m:e>
                              <m:r>
                                <a:rPr lang="da-DK">
                                  <a:latin typeface="Cambria Math" panose="02040503050406030204" pitchFamily="18" charset="0"/>
                                </a:rPr>
                                <m:t>𝑄</m:t>
                              </m:r>
                            </m:e>
                            <m:sub>
                              <m:r>
                                <a:rPr lang="da-DK">
                                  <a:latin typeface="Cambria Math" panose="02040503050406030204" pitchFamily="18" charset="0"/>
                                </a:rPr>
                                <m:t>1</m:t>
                              </m:r>
                            </m:sub>
                          </m:sSub>
                          <m:r>
                            <a:rPr lang="da-DK">
                              <a:latin typeface="Cambria Math" panose="02040503050406030204" pitchFamily="18" charset="0"/>
                            </a:rPr>
                            <m:t>·</m:t>
                          </m:r>
                          <m:sSub>
                            <m:sSubPr>
                              <m:ctrlPr>
                                <a:rPr lang="da-DK">
                                  <a:latin typeface="Cambria Math" panose="02040503050406030204" pitchFamily="18" charset="0"/>
                                </a:rPr>
                              </m:ctrlPr>
                            </m:sSubPr>
                            <m:e>
                              <m:r>
                                <a:rPr lang="da-DK">
                                  <a:latin typeface="Cambria Math" panose="02040503050406030204" pitchFamily="18" charset="0"/>
                                </a:rPr>
                                <m:t>𝑄</m:t>
                              </m:r>
                            </m:e>
                            <m:sub>
                              <m:r>
                                <a:rPr lang="da-DK">
                                  <a:latin typeface="Cambria Math" panose="02040503050406030204" pitchFamily="18" charset="0"/>
                                </a:rPr>
                                <m:t>2</m:t>
                              </m:r>
                            </m:sub>
                          </m:sSub>
                        </m:num>
                        <m:den>
                          <m:sSup>
                            <m:sSupPr>
                              <m:ctrlPr>
                                <a:rPr lang="da-DK">
                                  <a:latin typeface="Cambria Math" panose="02040503050406030204" pitchFamily="18" charset="0"/>
                                </a:rPr>
                              </m:ctrlPr>
                            </m:sSupPr>
                            <m:e>
                              <m:r>
                                <a:rPr lang="da-DK">
                                  <a:latin typeface="Cambria Math" panose="02040503050406030204" pitchFamily="18" charset="0"/>
                                </a:rPr>
                                <m:t>𝑎</m:t>
                              </m:r>
                            </m:e>
                            <m:sup>
                              <m:r>
                                <a:rPr lang="da-DK">
                                  <a:latin typeface="Cambria Math" panose="02040503050406030204" pitchFamily="18" charset="0"/>
                                </a:rPr>
                                <m:t>2</m:t>
                              </m:r>
                            </m:sup>
                          </m:sSup>
                        </m:den>
                      </m:f>
                    </m:oMath>
                  </m:oMathPara>
                </a14:m>
                <a:endParaRPr lang="da-DK" dirty="0"/>
              </a:p>
              <a:p>
                <a:r>
                  <a:rPr lang="da-DK" dirty="0"/>
                  <a:t>F er kraften [N]</a:t>
                </a:r>
                <a:br>
                  <a:rPr lang="da-DK" dirty="0"/>
                </a:br>
                <a:r>
                  <a:rPr lang="da-DK" dirty="0"/>
                  <a:t>k er en konstant, vi ser på senere</a:t>
                </a:r>
              </a:p>
              <a:p>
                <a:r>
                  <a:rPr lang="da-DK" dirty="0"/>
                  <a:t>Q er punktformede ladningen [C]</a:t>
                </a:r>
              </a:p>
              <a:p>
                <a:r>
                  <a:rPr lang="da-DK" dirty="0"/>
                  <a:t>a er afstanden mellem ladningerne[m]</a:t>
                </a:r>
              </a:p>
            </p:txBody>
          </p:sp>
        </mc:Choice>
        <mc:Fallback xmlns="">
          <p:sp>
            <p:nvSpPr>
              <p:cNvPr id="6" name="Tekstfelt 5">
                <a:extLst>
                  <a:ext uri="{FF2B5EF4-FFF2-40B4-BE49-F238E27FC236}">
                    <a16:creationId xmlns:a16="http://schemas.microsoft.com/office/drawing/2014/main" id="{E86E409D-9755-4B00-6D48-4553FA91F382}"/>
                  </a:ext>
                </a:extLst>
              </p:cNvPr>
              <p:cNvSpPr txBox="1">
                <a:spLocks noRot="1" noChangeAspect="1" noMove="1" noResize="1" noEditPoints="1" noAdjustHandles="1" noChangeArrowheads="1" noChangeShapeType="1" noTextEdit="1"/>
              </p:cNvSpPr>
              <p:nvPr/>
            </p:nvSpPr>
            <p:spPr>
              <a:xfrm>
                <a:off x="742953" y="4084444"/>
                <a:ext cx="10542276" cy="1720727"/>
              </a:xfrm>
              <a:prstGeom prst="rect">
                <a:avLst/>
              </a:prstGeom>
              <a:blipFill>
                <a:blip r:embed="rId4"/>
                <a:stretch>
                  <a:fillRect l="-521" b="-4965"/>
                </a:stretch>
              </a:blipFill>
            </p:spPr>
            <p:txBody>
              <a:bodyPr/>
              <a:lstStyle/>
              <a:p>
                <a:r>
                  <a:rPr lang="da-DK">
                    <a:noFill/>
                  </a:rPr>
                  <a:t> </a:t>
                </a:r>
              </a:p>
            </p:txBody>
          </p:sp>
        </mc:Fallback>
      </mc:AlternateContent>
    </p:spTree>
    <p:extLst>
      <p:ext uri="{BB962C8B-B14F-4D97-AF65-F5344CB8AC3E}">
        <p14:creationId xmlns:p14="http://schemas.microsoft.com/office/powerpoint/2010/main" val="2853071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84686DC-E7CA-00EA-A305-83413E621B53}"/>
              </a:ext>
            </a:extLst>
          </p:cNvPr>
          <p:cNvSpPr>
            <a:spLocks noGrp="1"/>
          </p:cNvSpPr>
          <p:nvPr>
            <p:ph type="title"/>
          </p:nvPr>
        </p:nvSpPr>
        <p:spPr/>
        <p:txBody>
          <a:bodyPr/>
          <a:lstStyle/>
          <a:p>
            <a:r>
              <a:rPr lang="da-DK" dirty="0">
                <a:solidFill>
                  <a:srgbClr val="005F72"/>
                </a:solidFill>
              </a:rPr>
              <a:t>Feltlinjer</a:t>
            </a:r>
          </a:p>
        </p:txBody>
      </p:sp>
      <p:sp>
        <p:nvSpPr>
          <p:cNvPr id="2" name="Pladsholder til dato 1">
            <a:extLst>
              <a:ext uri="{FF2B5EF4-FFF2-40B4-BE49-F238E27FC236}">
                <a16:creationId xmlns:a16="http://schemas.microsoft.com/office/drawing/2014/main" id="{29D6CAC7-0AFD-53B0-BE95-E08D341AE3E3}"/>
              </a:ext>
            </a:extLst>
          </p:cNvPr>
          <p:cNvSpPr>
            <a:spLocks noGrp="1"/>
          </p:cNvSpPr>
          <p:nvPr>
            <p:ph type="dt" sz="half" idx="10"/>
          </p:nvPr>
        </p:nvSpPr>
        <p:spPr/>
        <p:txBody>
          <a:bodyPr/>
          <a:lstStyle/>
          <a:p>
            <a:fld id="{8B6FAAFD-438E-4B49-924A-EB1BAEAC4C84}" type="datetime1">
              <a:rPr lang="da-DK" smtClean="0"/>
              <a:t>22-09-2026</a:t>
            </a:fld>
            <a:endParaRPr lang="da-DK" dirty="0"/>
          </a:p>
        </p:txBody>
      </p:sp>
      <p:sp>
        <p:nvSpPr>
          <p:cNvPr id="4" name="Pladsholder til sidefod 3">
            <a:extLst>
              <a:ext uri="{FF2B5EF4-FFF2-40B4-BE49-F238E27FC236}">
                <a16:creationId xmlns:a16="http://schemas.microsoft.com/office/drawing/2014/main" id="{AA8CB3EB-027F-5C94-429A-52C93E7F3219}"/>
              </a:ext>
            </a:extLst>
          </p:cNvPr>
          <p:cNvSpPr>
            <a:spLocks noGrp="1"/>
          </p:cNvSpPr>
          <p:nvPr>
            <p:ph type="ftr" sz="quarter" idx="3"/>
          </p:nvPr>
        </p:nvSpPr>
        <p:spPr/>
        <p:txBody>
          <a:bodyPr/>
          <a:lstStyle/>
          <a:p>
            <a:r>
              <a:rPr lang="da-DK" dirty="0"/>
              <a:t>Simon Tran Agerholm</a:t>
            </a:r>
          </a:p>
        </p:txBody>
      </p:sp>
      <p:sp>
        <p:nvSpPr>
          <p:cNvPr id="5" name="Pladsholder til slidenummer 4">
            <a:extLst>
              <a:ext uri="{FF2B5EF4-FFF2-40B4-BE49-F238E27FC236}">
                <a16:creationId xmlns:a16="http://schemas.microsoft.com/office/drawing/2014/main" id="{BCF3EAB3-4B31-5546-38D2-80C458462885}"/>
              </a:ext>
            </a:extLst>
          </p:cNvPr>
          <p:cNvSpPr>
            <a:spLocks noGrp="1"/>
          </p:cNvSpPr>
          <p:nvPr>
            <p:ph type="sldNum" sz="quarter" idx="4"/>
          </p:nvPr>
        </p:nvSpPr>
        <p:spPr/>
        <p:txBody>
          <a:bodyPr/>
          <a:lstStyle/>
          <a:p>
            <a:fld id="{62A73C88-35DB-432F-9FBF-AA3A20422821}" type="slidenum">
              <a:rPr lang="da-DK" smtClean="0"/>
              <a:pPr/>
              <a:t>6</a:t>
            </a:fld>
            <a:endParaRPr lang="da-DK" dirty="0"/>
          </a:p>
        </p:txBody>
      </p:sp>
      <p:sp>
        <p:nvSpPr>
          <p:cNvPr id="10" name="Tekstfelt 9">
            <a:extLst>
              <a:ext uri="{FF2B5EF4-FFF2-40B4-BE49-F238E27FC236}">
                <a16:creationId xmlns:a16="http://schemas.microsoft.com/office/drawing/2014/main" id="{4128182F-DC0A-A843-85BA-2F64D8B77EF6}"/>
              </a:ext>
            </a:extLst>
          </p:cNvPr>
          <p:cNvSpPr txBox="1"/>
          <p:nvPr/>
        </p:nvSpPr>
        <p:spPr>
          <a:xfrm>
            <a:off x="609599" y="1412385"/>
            <a:ext cx="10089824" cy="923330"/>
          </a:xfrm>
          <a:prstGeom prst="rect">
            <a:avLst/>
          </a:prstGeom>
          <a:noFill/>
        </p:spPr>
        <p:txBody>
          <a:bodyPr wrap="square">
            <a:spAutoFit/>
          </a:bodyPr>
          <a:lstStyle/>
          <a:p>
            <a:r>
              <a:rPr lang="da-DK" dirty="0"/>
              <a:t>Feltet afbildes med linjer (feltlinjer per kvadratmeter). Jo stærkere felt, jo tættere er kraftlinjerne.</a:t>
            </a:r>
          </a:p>
          <a:p>
            <a:r>
              <a:rPr lang="da-DK" dirty="0"/>
              <a:t>Feltretning er den retning, hvori en positiv ladning vil blive påvirket til bevægelse.</a:t>
            </a:r>
          </a:p>
          <a:p>
            <a:r>
              <a:rPr lang="da-DK" dirty="0"/>
              <a:t>Feltlinjer går fra positiv til negativ ladning, og altid vinkelret på overfladen.</a:t>
            </a:r>
          </a:p>
        </p:txBody>
      </p:sp>
      <p:pic>
        <p:nvPicPr>
          <p:cNvPr id="12" name="Billede 11">
            <a:extLst>
              <a:ext uri="{FF2B5EF4-FFF2-40B4-BE49-F238E27FC236}">
                <a16:creationId xmlns:a16="http://schemas.microsoft.com/office/drawing/2014/main" id="{D0102FED-75D9-2706-E417-F2D0C6B80AA5}"/>
              </a:ext>
            </a:extLst>
          </p:cNvPr>
          <p:cNvPicPr>
            <a:picLocks noChangeAspect="1"/>
          </p:cNvPicPr>
          <p:nvPr/>
        </p:nvPicPr>
        <p:blipFill>
          <a:blip r:embed="rId2"/>
          <a:stretch>
            <a:fillRect/>
          </a:stretch>
        </p:blipFill>
        <p:spPr>
          <a:xfrm>
            <a:off x="2300911" y="2617400"/>
            <a:ext cx="7590178" cy="1623201"/>
          </a:xfrm>
          <a:prstGeom prst="rect">
            <a:avLst/>
          </a:prstGeom>
        </p:spPr>
      </p:pic>
      <p:pic>
        <p:nvPicPr>
          <p:cNvPr id="16" name="Billede 15">
            <a:extLst>
              <a:ext uri="{FF2B5EF4-FFF2-40B4-BE49-F238E27FC236}">
                <a16:creationId xmlns:a16="http://schemas.microsoft.com/office/drawing/2014/main" id="{F60165AE-DB63-94E8-9E56-B133CEC8C808}"/>
              </a:ext>
            </a:extLst>
          </p:cNvPr>
          <p:cNvPicPr>
            <a:picLocks noChangeAspect="1"/>
          </p:cNvPicPr>
          <p:nvPr/>
        </p:nvPicPr>
        <p:blipFill>
          <a:blip r:embed="rId3"/>
          <a:stretch>
            <a:fillRect/>
          </a:stretch>
        </p:blipFill>
        <p:spPr>
          <a:xfrm>
            <a:off x="3362397" y="4311932"/>
            <a:ext cx="5467207" cy="1447202"/>
          </a:xfrm>
          <a:prstGeom prst="rect">
            <a:avLst/>
          </a:prstGeom>
        </p:spPr>
      </p:pic>
    </p:spTree>
    <p:extLst>
      <p:ext uri="{BB962C8B-B14F-4D97-AF65-F5344CB8AC3E}">
        <p14:creationId xmlns:p14="http://schemas.microsoft.com/office/powerpoint/2010/main" val="3623644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84686DC-E7CA-00EA-A305-83413E621B53}"/>
              </a:ext>
            </a:extLst>
          </p:cNvPr>
          <p:cNvSpPr>
            <a:spLocks noGrp="1"/>
          </p:cNvSpPr>
          <p:nvPr>
            <p:ph type="title"/>
          </p:nvPr>
        </p:nvSpPr>
        <p:spPr/>
        <p:txBody>
          <a:bodyPr/>
          <a:lstStyle/>
          <a:p>
            <a:r>
              <a:rPr lang="da-DK" dirty="0">
                <a:solidFill>
                  <a:srgbClr val="005F72"/>
                </a:solidFill>
              </a:rPr>
              <a:t>Elektriske ladninger fortsat</a:t>
            </a:r>
          </a:p>
        </p:txBody>
      </p:sp>
      <p:sp>
        <p:nvSpPr>
          <p:cNvPr id="2" name="Pladsholder til dato 1">
            <a:extLst>
              <a:ext uri="{FF2B5EF4-FFF2-40B4-BE49-F238E27FC236}">
                <a16:creationId xmlns:a16="http://schemas.microsoft.com/office/drawing/2014/main" id="{29D6CAC7-0AFD-53B0-BE95-E08D341AE3E3}"/>
              </a:ext>
            </a:extLst>
          </p:cNvPr>
          <p:cNvSpPr>
            <a:spLocks noGrp="1"/>
          </p:cNvSpPr>
          <p:nvPr>
            <p:ph type="dt" sz="half" idx="10"/>
          </p:nvPr>
        </p:nvSpPr>
        <p:spPr/>
        <p:txBody>
          <a:bodyPr/>
          <a:lstStyle/>
          <a:p>
            <a:fld id="{8B6FAAFD-438E-4B49-924A-EB1BAEAC4C84}" type="datetime1">
              <a:rPr lang="da-DK" smtClean="0"/>
              <a:t>22-09-2026</a:t>
            </a:fld>
            <a:endParaRPr lang="da-DK" dirty="0"/>
          </a:p>
        </p:txBody>
      </p:sp>
      <p:sp>
        <p:nvSpPr>
          <p:cNvPr id="4" name="Pladsholder til sidefod 3">
            <a:extLst>
              <a:ext uri="{FF2B5EF4-FFF2-40B4-BE49-F238E27FC236}">
                <a16:creationId xmlns:a16="http://schemas.microsoft.com/office/drawing/2014/main" id="{AA8CB3EB-027F-5C94-429A-52C93E7F3219}"/>
              </a:ext>
            </a:extLst>
          </p:cNvPr>
          <p:cNvSpPr>
            <a:spLocks noGrp="1"/>
          </p:cNvSpPr>
          <p:nvPr>
            <p:ph type="ftr" sz="quarter" idx="3"/>
          </p:nvPr>
        </p:nvSpPr>
        <p:spPr/>
        <p:txBody>
          <a:bodyPr/>
          <a:lstStyle/>
          <a:p>
            <a:r>
              <a:rPr lang="da-DK" dirty="0"/>
              <a:t>Simon Tran Agerholm</a:t>
            </a:r>
          </a:p>
        </p:txBody>
      </p:sp>
      <p:sp>
        <p:nvSpPr>
          <p:cNvPr id="5" name="Pladsholder til slidenummer 4">
            <a:extLst>
              <a:ext uri="{FF2B5EF4-FFF2-40B4-BE49-F238E27FC236}">
                <a16:creationId xmlns:a16="http://schemas.microsoft.com/office/drawing/2014/main" id="{BCF3EAB3-4B31-5546-38D2-80C458462885}"/>
              </a:ext>
            </a:extLst>
          </p:cNvPr>
          <p:cNvSpPr>
            <a:spLocks noGrp="1"/>
          </p:cNvSpPr>
          <p:nvPr>
            <p:ph type="sldNum" sz="quarter" idx="4"/>
          </p:nvPr>
        </p:nvSpPr>
        <p:spPr/>
        <p:txBody>
          <a:bodyPr/>
          <a:lstStyle/>
          <a:p>
            <a:fld id="{62A73C88-35DB-432F-9FBF-AA3A20422821}" type="slidenum">
              <a:rPr lang="da-DK" smtClean="0"/>
              <a:pPr/>
              <a:t>7</a:t>
            </a:fld>
            <a:endParaRPr lang="da-DK" dirty="0"/>
          </a:p>
        </p:txBody>
      </p:sp>
      <p:grpSp>
        <p:nvGrpSpPr>
          <p:cNvPr id="15" name="Gruppe 14">
            <a:extLst>
              <a:ext uri="{FF2B5EF4-FFF2-40B4-BE49-F238E27FC236}">
                <a16:creationId xmlns:a16="http://schemas.microsoft.com/office/drawing/2014/main" id="{FEA9CE18-78E2-3EE2-DC8E-E7568E34382D}"/>
              </a:ext>
            </a:extLst>
          </p:cNvPr>
          <p:cNvGrpSpPr/>
          <p:nvPr/>
        </p:nvGrpSpPr>
        <p:grpSpPr>
          <a:xfrm>
            <a:off x="8283409" y="1528364"/>
            <a:ext cx="1896651" cy="4398273"/>
            <a:chOff x="8283409" y="1528364"/>
            <a:chExt cx="1896651" cy="4398273"/>
          </a:xfrm>
        </p:grpSpPr>
        <p:pic>
          <p:nvPicPr>
            <p:cNvPr id="10" name="Billede 9">
              <a:extLst>
                <a:ext uri="{FF2B5EF4-FFF2-40B4-BE49-F238E27FC236}">
                  <a16:creationId xmlns:a16="http://schemas.microsoft.com/office/drawing/2014/main" id="{D5538329-E0AB-9B3C-6B6E-E4FD1C846A69}"/>
                </a:ext>
              </a:extLst>
            </p:cNvPr>
            <p:cNvPicPr>
              <a:picLocks noChangeAspect="1"/>
            </p:cNvPicPr>
            <p:nvPr/>
          </p:nvPicPr>
          <p:blipFill>
            <a:blip r:embed="rId2"/>
            <a:stretch>
              <a:fillRect/>
            </a:stretch>
          </p:blipFill>
          <p:spPr>
            <a:xfrm>
              <a:off x="8295303" y="1528364"/>
              <a:ext cx="1872863" cy="2160000"/>
            </a:xfrm>
            <a:prstGeom prst="rect">
              <a:avLst/>
            </a:prstGeom>
          </p:spPr>
        </p:pic>
        <p:pic>
          <p:nvPicPr>
            <p:cNvPr id="11" name="Billede 10">
              <a:extLst>
                <a:ext uri="{FF2B5EF4-FFF2-40B4-BE49-F238E27FC236}">
                  <a16:creationId xmlns:a16="http://schemas.microsoft.com/office/drawing/2014/main" id="{46CC206C-F663-75E9-EA05-F1BD722FF2F4}"/>
                </a:ext>
              </a:extLst>
            </p:cNvPr>
            <p:cNvPicPr>
              <a:picLocks noChangeAspect="1"/>
            </p:cNvPicPr>
            <p:nvPr/>
          </p:nvPicPr>
          <p:blipFill>
            <a:blip r:embed="rId3"/>
            <a:stretch>
              <a:fillRect/>
            </a:stretch>
          </p:blipFill>
          <p:spPr>
            <a:xfrm>
              <a:off x="8283409" y="3766637"/>
              <a:ext cx="1896651" cy="2160000"/>
            </a:xfrm>
            <a:prstGeom prst="rect">
              <a:avLst/>
            </a:prstGeom>
          </p:spPr>
        </p:pic>
      </p:grpSp>
      <mc:AlternateContent xmlns:mc="http://schemas.openxmlformats.org/markup-compatibility/2006" xmlns:a14="http://schemas.microsoft.com/office/drawing/2010/main">
        <mc:Choice Requires="a14">
          <p:sp>
            <p:nvSpPr>
              <p:cNvPr id="14" name="Tekstfelt 13">
                <a:extLst>
                  <a:ext uri="{FF2B5EF4-FFF2-40B4-BE49-F238E27FC236}">
                    <a16:creationId xmlns:a16="http://schemas.microsoft.com/office/drawing/2014/main" id="{796EF942-539F-4CA4-7FFC-DFFA28739287}"/>
                  </a:ext>
                </a:extLst>
              </p:cNvPr>
              <p:cNvSpPr txBox="1"/>
              <p:nvPr/>
            </p:nvSpPr>
            <p:spPr>
              <a:xfrm>
                <a:off x="631703" y="1610041"/>
                <a:ext cx="7748586" cy="4463658"/>
              </a:xfrm>
              <a:prstGeom prst="rect">
                <a:avLst/>
              </a:prstGeom>
              <a:noFill/>
            </p:spPr>
            <p:txBody>
              <a:bodyPr wrap="square">
                <a:spAutoFit/>
              </a:bodyPr>
              <a:lstStyle/>
              <a:p>
                <a:r>
                  <a:rPr lang="da-DK" dirty="0">
                    <a:solidFill>
                      <a:schemeClr val="tx1"/>
                    </a:solidFill>
                  </a:rPr>
                  <a:t>Kraftens størrelse, som ladningerne påvirker hinanden med:</a:t>
                </a:r>
              </a:p>
              <a:p>
                <a:endParaRPr lang="da-DK" sz="1800" i="1" kern="100" dirty="0">
                  <a:solidFill>
                    <a:schemeClr val="tx1"/>
                  </a:solidFill>
                  <a:effectLst/>
                  <a:ea typeface="Calibri" panose="020F0502020204030204" pitchFamily="34" charset="0"/>
                  <a:cs typeface="Times New Roman" panose="02020603050405020304" pitchFamily="18" charset="0"/>
                </a:endParaRPr>
              </a:p>
              <a:p>
                <a:pPr/>
                <a14:m>
                  <m:oMathPara xmlns:m="http://schemas.openxmlformats.org/officeDocument/2006/math">
                    <m:oMathParaPr>
                      <m:jc m:val="left"/>
                    </m:oMathParaPr>
                    <m:oMath>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𝐹</m:t>
                      </m:r>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b>
                          </m:sSub>
                        </m:num>
                        <m:den>
                          <m:sSup>
                            <m:sSupPr>
                              <m:ctrlP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e>
                            <m:sup>
                              <m:r>
                                <a:rPr lang="da-DK"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da-DK" dirty="0">
                  <a:solidFill>
                    <a:schemeClr val="tx1"/>
                  </a:solidFill>
                </a:endParaRPr>
              </a:p>
              <a:p>
                <a:endParaRPr lang="da-DK" sz="1800" i="1" kern="150" dirty="0">
                  <a:solidFill>
                    <a:schemeClr val="tx1"/>
                  </a:solidFill>
                  <a:effectLst/>
                  <a:ea typeface="Calibri" panose="020F0502020204030204" pitchFamily="34" charset="0"/>
                  <a:cs typeface="Times New Roman" panose="02020603050405020304" pitchFamily="18" charset="0"/>
                </a:endParaRPr>
              </a:p>
              <a:p>
                <a14:m>
                  <m:oMath xmlns:m="http://schemas.openxmlformats.org/officeDocument/2006/math">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𝜋</m:t>
                        </m:r>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nor/>
                          </m:rPr>
                          <a:rPr lang="da-DK" i="0" kern="150" dirty="0">
                            <a:solidFill>
                              <a:schemeClr val="tx1"/>
                            </a:solidFill>
                            <a:ea typeface="Calibri" panose="020F0502020204030204" pitchFamily="34" charset="0"/>
                            <a:cs typeface="Times New Roman" panose="02020603050405020304" pitchFamily="18" charset="0"/>
                          </a:rPr>
                          <m:t>ɛ</m:t>
                        </m:r>
                      </m:den>
                    </m:f>
                  </m:oMath>
                </a14:m>
                <a:r>
                  <a:rPr lang="da-DK" sz="1800" kern="150" dirty="0">
                    <a:solidFill>
                      <a:schemeClr val="tx1"/>
                    </a:solidFill>
                    <a:effectLst/>
                    <a:ea typeface="Calibri" panose="020F0502020204030204" pitchFamily="34" charset="0"/>
                    <a:cs typeface="Times New Roman" panose="02020603050405020304" pitchFamily="18" charset="0"/>
                  </a:rPr>
                  <a:t>  [</a:t>
                </a:r>
                <a14:m>
                  <m:oMath xmlns:m="http://schemas.openxmlformats.org/officeDocument/2006/math">
                    <m:f>
                      <m:fPr>
                        <m:ctrlP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𝑁</m:t>
                            </m:r>
                            <m: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m:t>
                            </m:r>
                          </m:e>
                          <m:sup>
                            <m: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num>
                      <m:den>
                        <m:sSup>
                          <m:sSupPr>
                            <m:ctrlP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p>
                            <m:r>
                              <a:rPr lang="da-DK" sz="1800" b="0" i="1" kern="150" dirty="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da-DK" sz="1800" kern="150" dirty="0">
                    <a:solidFill>
                      <a:schemeClr val="tx1"/>
                    </a:solidFill>
                    <a:effectLst/>
                    <a:ea typeface="Calibri" panose="020F0502020204030204" pitchFamily="34" charset="0"/>
                    <a:cs typeface="Times New Roman" panose="02020603050405020304" pitchFamily="18" charset="0"/>
                  </a:rPr>
                  <a:t>] [</a:t>
                </a:r>
                <a14:m>
                  <m:oMath xmlns:m="http://schemas.openxmlformats.org/officeDocument/2006/math">
                    <m:f>
                      <m:fPr>
                        <m:ctrlP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m:t>
                        </m:r>
                      </m:num>
                      <m:den>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𝐹</m:t>
                        </m:r>
                      </m:den>
                    </m:f>
                  </m:oMath>
                </a14:m>
                <a:r>
                  <a:rPr lang="da-DK" sz="1800" kern="150" dirty="0">
                    <a:solidFill>
                      <a:schemeClr val="tx1"/>
                    </a:solidFill>
                    <a:effectLst/>
                    <a:ea typeface="Calibri" panose="020F0502020204030204" pitchFamily="34" charset="0"/>
                    <a:cs typeface="Times New Roman" panose="02020603050405020304" pitchFamily="18" charset="0"/>
                  </a:rPr>
                  <a:t>]</a:t>
                </a:r>
              </a:p>
              <a:p>
                <a:endParaRPr lang="da-DK" kern="150" dirty="0">
                  <a:solidFill>
                    <a:schemeClr val="tx1"/>
                  </a:solidFill>
                  <a:ea typeface="Calibri" panose="020F0502020204030204" pitchFamily="34" charset="0"/>
                  <a:cs typeface="Times New Roman" panose="02020603050405020304" pitchFamily="18" charset="0"/>
                </a:endParaRPr>
              </a:p>
              <a:p>
                <a:r>
                  <a:rPr lang="da-DK" sz="1800" kern="150" dirty="0">
                    <a:solidFill>
                      <a:schemeClr val="tx1"/>
                    </a:solidFill>
                    <a:effectLst/>
                    <a:ea typeface="Calibri" panose="020F0502020204030204" pitchFamily="34" charset="0"/>
                    <a:cs typeface="Times New Roman" panose="02020603050405020304" pitchFamily="18" charset="0"/>
                  </a:rPr>
                  <a:t>ɛ</a:t>
                </a:r>
                <a:r>
                  <a:rPr lang="da-DK" kern="150" dirty="0">
                    <a:ea typeface="Calibri" panose="020F0502020204030204" pitchFamily="34" charset="0"/>
                    <a:cs typeface="Times New Roman" panose="02020603050405020304" pitchFamily="18" charset="0"/>
                  </a:rPr>
                  <a:t> = </a:t>
                </a:r>
                <a:r>
                  <a:rPr lang="da-DK" sz="1800" dirty="0" err="1">
                    <a:solidFill>
                      <a:schemeClr val="tx1"/>
                    </a:solidFill>
                  </a:rPr>
                  <a:t>dielektricitetskonstanten</a:t>
                </a:r>
                <a:r>
                  <a:rPr lang="da-DK" sz="1800" kern="150" dirty="0">
                    <a:solidFill>
                      <a:schemeClr val="tx1"/>
                    </a:solidFill>
                    <a:effectLst/>
                    <a:ea typeface="Calibri" panose="020F0502020204030204" pitchFamily="34" charset="0"/>
                    <a:cs typeface="Times New Roman" panose="02020603050405020304" pitchFamily="18" charset="0"/>
                  </a:rPr>
                  <a:t> (permittiviteten) </a:t>
                </a:r>
                <a:r>
                  <a:rPr lang="da-DK" kern="150" dirty="0">
                    <a:solidFill>
                      <a:schemeClr val="tx1"/>
                    </a:solidFill>
                    <a:ea typeface="Calibri" panose="020F0502020204030204" pitchFamily="34" charset="0"/>
                    <a:cs typeface="Times New Roman" panose="02020603050405020304" pitchFamily="18" charset="0"/>
                  </a:rPr>
                  <a:t>[F/m] </a:t>
                </a:r>
                <a:r>
                  <a:rPr lang="da-DK" i="1" kern="150" dirty="0">
                    <a:solidFill>
                      <a:schemeClr val="tx1"/>
                    </a:solidFill>
                    <a:ea typeface="Calibri" panose="020F0502020204030204" pitchFamily="34" charset="0"/>
                    <a:cs typeface="Times New Roman" panose="02020603050405020304" pitchFamily="18" charset="0"/>
                  </a:rPr>
                  <a:t>(Farad per meter)</a:t>
                </a:r>
                <a:br>
                  <a:rPr lang="da-DK" i="1" kern="150" dirty="0">
                    <a:solidFill>
                      <a:schemeClr val="tx1"/>
                    </a:solidFill>
                    <a:ea typeface="Calibri" panose="020F0502020204030204" pitchFamily="34" charset="0"/>
                    <a:cs typeface="Times New Roman" panose="02020603050405020304" pitchFamily="18" charset="0"/>
                  </a:rPr>
                </a:br>
                <a:r>
                  <a:rPr lang="da-DK" kern="150" dirty="0">
                    <a:solidFill>
                      <a:schemeClr val="tx1"/>
                    </a:solidFill>
                    <a:ea typeface="Calibri" panose="020F0502020204030204" pitchFamily="34" charset="0"/>
                    <a:cs typeface="Times New Roman" panose="02020603050405020304" pitchFamily="18" charset="0"/>
                  </a:rPr>
                  <a:t>D</a:t>
                </a:r>
                <a:r>
                  <a:rPr lang="da-DK" sz="1800" dirty="0">
                    <a:solidFill>
                      <a:schemeClr val="tx1"/>
                    </a:solidFill>
                  </a:rPr>
                  <a:t>ielektricitets konstanten</a:t>
                </a:r>
                <a:r>
                  <a:rPr lang="da-DK" kern="150" dirty="0">
                    <a:solidFill>
                      <a:schemeClr val="tx1"/>
                    </a:solidFill>
                    <a:ea typeface="Calibri" panose="020F0502020204030204" pitchFamily="34" charset="0"/>
                    <a:cs typeface="Times New Roman" panose="02020603050405020304" pitchFamily="18" charset="0"/>
                  </a:rPr>
                  <a:t> afhænger af det stof, som elektronerne befinder sig i.</a:t>
                </a:r>
              </a:p>
              <a:p>
                <a:endParaRPr lang="da-DK" sz="1800" i="1" kern="150" dirty="0">
                  <a:solidFill>
                    <a:schemeClr val="tx1"/>
                  </a:solidFill>
                  <a:effectLst/>
                  <a:ea typeface="Calibri" panose="020F0502020204030204" pitchFamily="34" charset="0"/>
                  <a:cs typeface="Times New Roman" panose="02020603050405020304" pitchFamily="18" charset="0"/>
                </a:endParaRPr>
              </a:p>
              <a:p>
                <a:pPr/>
                <a14:m>
                  <m:oMathPara xmlns:m="http://schemas.openxmlformats.org/officeDocument/2006/math">
                    <m:oMathParaPr>
                      <m:jc m:val="left"/>
                    </m:oMathParaPr>
                    <m:oMath>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sSub>
                        <m:sSubPr>
                          <m:ctrlP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e>
                        <m:sub>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e>
                        <m:sub>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b>
                      </m:sSub>
                    </m:oMath>
                  </m:oMathPara>
                </a14:m>
                <a:endParaRPr lang="da-DK" sz="1800" kern="150" dirty="0">
                  <a:solidFill>
                    <a:schemeClr val="tx1"/>
                  </a:solidFill>
                  <a:effectLst/>
                  <a:ea typeface="Calibri" panose="020F0502020204030204" pitchFamily="34" charset="0"/>
                  <a:cs typeface="Times New Roman" panose="02020603050405020304" pitchFamily="18" charset="0"/>
                </a:endParaRPr>
              </a:p>
              <a:p>
                <a:endParaRPr lang="da-DK" sz="1800" kern="150" dirty="0">
                  <a:solidFill>
                    <a:schemeClr val="tx1"/>
                  </a:solidFill>
                  <a:effectLst/>
                  <a:ea typeface="Calibri" panose="020F0502020204030204" pitchFamily="34" charset="0"/>
                  <a:cs typeface="Times New Roman" panose="02020603050405020304" pitchFamily="18" charset="0"/>
                </a:endParaRPr>
              </a:p>
              <a:p>
                <a14:m>
                  <m:oMath xmlns:m="http://schemas.openxmlformats.org/officeDocument/2006/math">
                    <m:sSub>
                      <m:sSubPr>
                        <m:ctrlP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e>
                      <m:sub>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da-DK" kern="150" dirty="0">
                    <a:solidFill>
                      <a:schemeClr val="tx1"/>
                    </a:solidFill>
                    <a:ea typeface="Calibri" panose="020F0502020204030204" pitchFamily="34" charset="0"/>
                    <a:cs typeface="Times New Roman" panose="02020603050405020304" pitchFamily="18" charset="0"/>
                  </a:rPr>
                  <a:t>	</a:t>
                </a:r>
                <a:r>
                  <a:rPr lang="da-DK" dirty="0">
                    <a:solidFill>
                      <a:schemeClr val="tx1"/>
                    </a:solidFill>
                  </a:rPr>
                  <a:t> </a:t>
                </a:r>
                <a:r>
                  <a:rPr lang="da-DK" dirty="0" err="1">
                    <a:solidFill>
                      <a:schemeClr val="tx1"/>
                    </a:solidFill>
                  </a:rPr>
                  <a:t>dielektricitetskonstanten</a:t>
                </a:r>
                <a:r>
                  <a:rPr lang="da-DK" kern="150" dirty="0">
                    <a:solidFill>
                      <a:schemeClr val="tx1"/>
                    </a:solidFill>
                    <a:ea typeface="Calibri" panose="020F0502020204030204" pitchFamily="34" charset="0"/>
                    <a:cs typeface="Times New Roman" panose="02020603050405020304" pitchFamily="18" charset="0"/>
                  </a:rPr>
                  <a:t> for vakuum	 </a:t>
                </a:r>
                <a14:m>
                  <m:oMath xmlns:m="http://schemas.openxmlformats.org/officeDocument/2006/math">
                    <m:sSub>
                      <m:sSubPr>
                        <m:ctrlPr>
                          <a:rPr lang="da-DK" b="0" i="1"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Pr>
                      <m:e>
                        <m:r>
                          <a:rPr lang="da-DK" b="0" i="1"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ɛ</m:t>
                        </m:r>
                      </m:e>
                      <m:sub>
                        <m:r>
                          <a:rPr lang="da-DK" b="0" i="1"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0 </m:t>
                        </m:r>
                      </m:sub>
                    </m:sSub>
                  </m:oMath>
                </a14:m>
                <a:r>
                  <a:rPr lang="da-DK" kern="150" dirty="0">
                    <a:solidFill>
                      <a:schemeClr val="tx1"/>
                    </a:solidFill>
                    <a:ea typeface="Calibri" panose="020F0502020204030204" pitchFamily="34" charset="0"/>
                    <a:cs typeface="Times New Roman" panose="02020603050405020304" pitchFamily="18" charset="0"/>
                  </a:rPr>
                  <a:t>= 8,85 </a:t>
                </a:r>
                <a14:m>
                  <m:oMath xmlns:m="http://schemas.openxmlformats.org/officeDocument/2006/math">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da-DK" b="0" i="1"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pPr>
                      <m:e>
                        <m:r>
                          <a:rPr lang="da-DK" b="0" i="1"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m:t>
                        </m:r>
                      </m:e>
                      <m:sup>
                        <m:r>
                          <a:rPr lang="da-DK" b="0" i="1"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−12</m:t>
                        </m:r>
                      </m:sup>
                    </m:sSup>
                  </m:oMath>
                </a14:m>
                <a:r>
                  <a:rPr lang="da-DK" kern="150" dirty="0">
                    <a:solidFill>
                      <a:schemeClr val="tx1"/>
                    </a:solidFill>
                    <a:ea typeface="Calibri" panose="020F0502020204030204" pitchFamily="34" charset="0"/>
                    <a:cs typeface="Times New Roman" panose="02020603050405020304" pitchFamily="18" charset="0"/>
                  </a:rPr>
                  <a:t> F/m</a:t>
                </a:r>
              </a:p>
              <a:p>
                <a14:m>
                  <m:oMath xmlns:m="http://schemas.openxmlformats.org/officeDocument/2006/math">
                    <m:sSub>
                      <m:sSubPr>
                        <m:ctrlP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e>
                      <m:sub>
                        <m:r>
                          <a:rPr lang="da-DK" sz="1800" b="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b>
                    </m:sSub>
                  </m:oMath>
                </a14:m>
                <a:r>
                  <a:rPr lang="da-DK" kern="150" dirty="0">
                    <a:solidFill>
                      <a:schemeClr val="tx1"/>
                    </a:solidFill>
                    <a:ea typeface="Calibri" panose="020F0502020204030204" pitchFamily="34" charset="0"/>
                    <a:cs typeface="Times New Roman" panose="02020603050405020304" pitchFamily="18" charset="0"/>
                  </a:rPr>
                  <a:t>	den relative </a:t>
                </a:r>
                <a:r>
                  <a:rPr lang="da-DK" dirty="0">
                    <a:solidFill>
                      <a:schemeClr val="tx1"/>
                    </a:solidFill>
                  </a:rPr>
                  <a:t>dielektricitetskonstant </a:t>
                </a:r>
                <a:r>
                  <a:rPr lang="da-DK" kern="150" dirty="0">
                    <a:solidFill>
                      <a:schemeClr val="tx1"/>
                    </a:solidFill>
                    <a:ea typeface="Calibri" panose="020F0502020204030204" pitchFamily="34" charset="0"/>
                    <a:cs typeface="Times New Roman" panose="02020603050405020304" pitchFamily="18" charset="0"/>
                  </a:rPr>
                  <a:t>	Se tabel A11 (bog 1 side 362)</a:t>
                </a:r>
                <a:endParaRPr lang="da-DK" sz="1800" kern="150" dirty="0">
                  <a:solidFill>
                    <a:schemeClr val="tx1"/>
                  </a:solidFill>
                  <a:effectLst/>
                  <a:ea typeface="Calibri" panose="020F0502020204030204" pitchFamily="34" charset="0"/>
                  <a:cs typeface="Times New Roman" panose="02020603050405020304" pitchFamily="18" charset="0"/>
                </a:endParaRPr>
              </a:p>
              <a:p>
                <a:endParaRPr lang="da-DK" dirty="0">
                  <a:solidFill>
                    <a:schemeClr val="tx1"/>
                  </a:solidFill>
                </a:endParaRPr>
              </a:p>
            </p:txBody>
          </p:sp>
        </mc:Choice>
        <mc:Fallback xmlns="">
          <p:sp>
            <p:nvSpPr>
              <p:cNvPr id="14" name="Tekstfelt 13">
                <a:extLst>
                  <a:ext uri="{FF2B5EF4-FFF2-40B4-BE49-F238E27FC236}">
                    <a16:creationId xmlns:a16="http://schemas.microsoft.com/office/drawing/2014/main" id="{796EF942-539F-4CA4-7FFC-DFFA28739287}"/>
                  </a:ext>
                </a:extLst>
              </p:cNvPr>
              <p:cNvSpPr txBox="1">
                <a:spLocks noRot="1" noChangeAspect="1" noMove="1" noResize="1" noEditPoints="1" noAdjustHandles="1" noChangeArrowheads="1" noChangeShapeType="1" noTextEdit="1"/>
              </p:cNvSpPr>
              <p:nvPr/>
            </p:nvSpPr>
            <p:spPr>
              <a:xfrm>
                <a:off x="631703" y="1610041"/>
                <a:ext cx="7748586" cy="4463658"/>
              </a:xfrm>
              <a:prstGeom prst="rect">
                <a:avLst/>
              </a:prstGeom>
              <a:blipFill>
                <a:blip r:embed="rId4"/>
                <a:stretch>
                  <a:fillRect l="-708" t="-683"/>
                </a:stretch>
              </a:blipFill>
            </p:spPr>
            <p:txBody>
              <a:bodyPr/>
              <a:lstStyle/>
              <a:p>
                <a:r>
                  <a:rPr lang="da-DK">
                    <a:noFill/>
                  </a:rPr>
                  <a:t> </a:t>
                </a:r>
              </a:p>
            </p:txBody>
          </p:sp>
        </mc:Fallback>
      </mc:AlternateContent>
    </p:spTree>
    <p:extLst>
      <p:ext uri="{BB962C8B-B14F-4D97-AF65-F5344CB8AC3E}">
        <p14:creationId xmlns:p14="http://schemas.microsoft.com/office/powerpoint/2010/main" val="60366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84686DC-E7CA-00EA-A305-83413E621B53}"/>
              </a:ext>
            </a:extLst>
          </p:cNvPr>
          <p:cNvSpPr>
            <a:spLocks noGrp="1"/>
          </p:cNvSpPr>
          <p:nvPr>
            <p:ph type="title"/>
          </p:nvPr>
        </p:nvSpPr>
        <p:spPr/>
        <p:txBody>
          <a:bodyPr/>
          <a:lstStyle/>
          <a:p>
            <a:r>
              <a:rPr lang="da-DK" dirty="0">
                <a:solidFill>
                  <a:srgbClr val="005F72"/>
                </a:solidFill>
              </a:rPr>
              <a:t>Elektrisk feltstyrke </a:t>
            </a:r>
          </a:p>
        </p:txBody>
      </p:sp>
      <p:sp>
        <p:nvSpPr>
          <p:cNvPr id="2" name="Pladsholder til dato 1">
            <a:extLst>
              <a:ext uri="{FF2B5EF4-FFF2-40B4-BE49-F238E27FC236}">
                <a16:creationId xmlns:a16="http://schemas.microsoft.com/office/drawing/2014/main" id="{29D6CAC7-0AFD-53B0-BE95-E08D341AE3E3}"/>
              </a:ext>
            </a:extLst>
          </p:cNvPr>
          <p:cNvSpPr>
            <a:spLocks noGrp="1"/>
          </p:cNvSpPr>
          <p:nvPr>
            <p:ph type="dt" sz="half" idx="10"/>
          </p:nvPr>
        </p:nvSpPr>
        <p:spPr/>
        <p:txBody>
          <a:bodyPr/>
          <a:lstStyle/>
          <a:p>
            <a:fld id="{8B6FAAFD-438E-4B49-924A-EB1BAEAC4C84}" type="datetime1">
              <a:rPr lang="da-DK" smtClean="0"/>
              <a:t>22-09-2026</a:t>
            </a:fld>
            <a:endParaRPr lang="da-DK" dirty="0"/>
          </a:p>
        </p:txBody>
      </p:sp>
      <p:sp>
        <p:nvSpPr>
          <p:cNvPr id="4" name="Pladsholder til sidefod 3">
            <a:extLst>
              <a:ext uri="{FF2B5EF4-FFF2-40B4-BE49-F238E27FC236}">
                <a16:creationId xmlns:a16="http://schemas.microsoft.com/office/drawing/2014/main" id="{AA8CB3EB-027F-5C94-429A-52C93E7F3219}"/>
              </a:ext>
            </a:extLst>
          </p:cNvPr>
          <p:cNvSpPr>
            <a:spLocks noGrp="1"/>
          </p:cNvSpPr>
          <p:nvPr>
            <p:ph type="ftr" sz="quarter" idx="3"/>
          </p:nvPr>
        </p:nvSpPr>
        <p:spPr/>
        <p:txBody>
          <a:bodyPr/>
          <a:lstStyle/>
          <a:p>
            <a:r>
              <a:rPr lang="da-DK" dirty="0"/>
              <a:t>Simon Tran Agerholm</a:t>
            </a:r>
          </a:p>
        </p:txBody>
      </p:sp>
      <p:sp>
        <p:nvSpPr>
          <p:cNvPr id="5" name="Pladsholder til slidenummer 4">
            <a:extLst>
              <a:ext uri="{FF2B5EF4-FFF2-40B4-BE49-F238E27FC236}">
                <a16:creationId xmlns:a16="http://schemas.microsoft.com/office/drawing/2014/main" id="{BCF3EAB3-4B31-5546-38D2-80C458462885}"/>
              </a:ext>
            </a:extLst>
          </p:cNvPr>
          <p:cNvSpPr>
            <a:spLocks noGrp="1"/>
          </p:cNvSpPr>
          <p:nvPr>
            <p:ph type="sldNum" sz="quarter" idx="4"/>
          </p:nvPr>
        </p:nvSpPr>
        <p:spPr/>
        <p:txBody>
          <a:bodyPr/>
          <a:lstStyle/>
          <a:p>
            <a:fld id="{62A73C88-35DB-432F-9FBF-AA3A20422821}" type="slidenum">
              <a:rPr lang="da-DK" smtClean="0"/>
              <a:pPr/>
              <a:t>8</a:t>
            </a:fld>
            <a:endParaRPr lang="da-DK" dirty="0"/>
          </a:p>
        </p:txBody>
      </p:sp>
      <mc:AlternateContent xmlns:mc="http://schemas.openxmlformats.org/markup-compatibility/2006" xmlns:a14="http://schemas.microsoft.com/office/drawing/2010/main">
        <mc:Choice Requires="a14">
          <p:sp>
            <p:nvSpPr>
              <p:cNvPr id="7" name="Pladsholder til indhold 2">
                <a:extLst>
                  <a:ext uri="{FF2B5EF4-FFF2-40B4-BE49-F238E27FC236}">
                    <a16:creationId xmlns:a16="http://schemas.microsoft.com/office/drawing/2014/main" id="{DB0C1889-27F5-6096-B753-88AF0EC87E23}"/>
                  </a:ext>
                </a:extLst>
              </p:cNvPr>
              <p:cNvSpPr txBox="1">
                <a:spLocks/>
              </p:cNvSpPr>
              <p:nvPr/>
            </p:nvSpPr>
            <p:spPr>
              <a:xfrm>
                <a:off x="534129" y="1687822"/>
                <a:ext cx="9031045" cy="33083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2000"/>
                  </a:lnSpc>
                  <a:spcAft>
                    <a:spcPts val="800"/>
                  </a:spcAft>
                  <a:buNone/>
                </a:pPr>
                <a:r>
                  <a:rPr lang="da-DK" sz="1800" kern="150" dirty="0">
                    <a:solidFill>
                      <a:schemeClr val="tx1"/>
                    </a:solidFill>
                    <a:ea typeface="Calibri" panose="020F0502020204030204" pitchFamily="34" charset="0"/>
                    <a:cs typeface="Times New Roman" panose="02020603050405020304" pitchFamily="18" charset="0"/>
                  </a:rPr>
                  <a:t>En ladning omgiver sig med et elektrisk felt. Andre ladninger i feltet påvirkes </a:t>
                </a:r>
                <a:br>
                  <a:rPr lang="da-DK" sz="1800" kern="150" dirty="0">
                    <a:solidFill>
                      <a:schemeClr val="tx1"/>
                    </a:solidFill>
                    <a:ea typeface="Calibri" panose="020F0502020204030204" pitchFamily="34" charset="0"/>
                    <a:cs typeface="Times New Roman" panose="02020603050405020304" pitchFamily="18" charset="0"/>
                  </a:rPr>
                </a:br>
                <a:r>
                  <a:rPr lang="da-DK" sz="1800" kern="150" dirty="0">
                    <a:solidFill>
                      <a:schemeClr val="tx1"/>
                    </a:solidFill>
                    <a:ea typeface="Calibri" panose="020F0502020204030204" pitchFamily="34" charset="0"/>
                    <a:cs typeface="Times New Roman" panose="02020603050405020304" pitchFamily="18" charset="0"/>
                  </a:rPr>
                  <a:t>med en kraft.</a:t>
                </a:r>
              </a:p>
              <a:p>
                <a:pPr marL="0" indent="0">
                  <a:lnSpc>
                    <a:spcPct val="102000"/>
                  </a:lnSpc>
                  <a:spcAft>
                    <a:spcPts val="800"/>
                  </a:spcAft>
                  <a:buNone/>
                </a:pPr>
                <a:r>
                  <a:rPr lang="da-DK" sz="1800" kern="150" dirty="0">
                    <a:solidFill>
                      <a:schemeClr val="tx1"/>
                    </a:solidFill>
                    <a:ea typeface="Calibri" panose="020F0502020204030204" pitchFamily="34" charset="0"/>
                    <a:cs typeface="Times New Roman" panose="02020603050405020304" pitchFamily="18" charset="0"/>
                  </a:rPr>
                  <a:t>Den elektriske feltstyrke:</a:t>
                </a:r>
              </a:p>
              <a:p>
                <a:pPr marL="0" indent="0">
                  <a:lnSpc>
                    <a:spcPct val="102000"/>
                  </a:lnSpc>
                  <a:spcAft>
                    <a:spcPts val="800"/>
                  </a:spcAft>
                  <a:buNone/>
                </a:pPr>
                <a14:m>
                  <m:oMath xmlns:m="http://schemas.openxmlformats.org/officeDocument/2006/math">
                    <m:r>
                      <m:rPr>
                        <m:sty m:val="p"/>
                      </m:rP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E</m:t>
                    </m:r>
                    <m: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
                      <m:fPr>
                        <m:ctrlP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F</m:t>
                        </m:r>
                      </m:num>
                      <m:den>
                        <m:r>
                          <m:rPr>
                            <m:sty m:val="p"/>
                          </m:rP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Q</m:t>
                        </m:r>
                      </m:den>
                    </m:f>
                  </m:oMath>
                </a14:m>
                <a:r>
                  <a:rPr lang="da-DK" sz="1800" kern="150" dirty="0">
                    <a:solidFill>
                      <a:schemeClr val="tx1"/>
                    </a:solidFill>
                    <a:ea typeface="Calibri" panose="020F0502020204030204" pitchFamily="34" charset="0"/>
                    <a:cs typeface="Times New Roman" panose="02020603050405020304" pitchFamily="18" charset="0"/>
                  </a:rPr>
                  <a:t>	=&gt;	</a:t>
                </a:r>
                <a14:m>
                  <m:oMath xmlns:m="http://schemas.openxmlformats.org/officeDocument/2006/math">
                    <m:r>
                      <m:rPr>
                        <m:sty m:val="p"/>
                      </m:rP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F</m:t>
                    </m:r>
                    <m: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E</m:t>
                    </m:r>
                    <m: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da-DK" sz="1800" b="0" i="0" kern="15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Q</m:t>
                    </m:r>
                  </m:oMath>
                </a14:m>
                <a:endParaRPr lang="da-DK" sz="1800" kern="150" dirty="0">
                  <a:solidFill>
                    <a:schemeClr val="tx1"/>
                  </a:solidFill>
                  <a:ea typeface="Calibri" panose="020F0502020204030204" pitchFamily="34" charset="0"/>
                  <a:cs typeface="Times New Roman" panose="02020603050405020304" pitchFamily="18" charset="0"/>
                </a:endParaRPr>
              </a:p>
              <a:p>
                <a:pPr marL="0" indent="0">
                  <a:lnSpc>
                    <a:spcPct val="102000"/>
                  </a:lnSpc>
                  <a:spcAft>
                    <a:spcPts val="800"/>
                  </a:spcAft>
                  <a:buNone/>
                </a:pPr>
                <a:r>
                  <a:rPr lang="da-DK" sz="1800" kern="150" dirty="0">
                    <a:solidFill>
                      <a:schemeClr val="tx1"/>
                    </a:solidFill>
                    <a:ea typeface="Calibri" panose="020F0502020204030204" pitchFamily="34" charset="0"/>
                    <a:cs typeface="Times New Roman" panose="02020603050405020304" pitchFamily="18" charset="0"/>
                  </a:rPr>
                  <a:t>E	Elektrisk feltstyrke [N/C]</a:t>
                </a:r>
              </a:p>
              <a:p>
                <a:pPr marL="0" indent="0">
                  <a:lnSpc>
                    <a:spcPct val="102000"/>
                  </a:lnSpc>
                  <a:spcAft>
                    <a:spcPts val="800"/>
                  </a:spcAft>
                  <a:buNone/>
                </a:pPr>
                <a:r>
                  <a:rPr lang="da-DK" sz="1800" kern="150" dirty="0">
                    <a:solidFill>
                      <a:schemeClr val="tx1"/>
                    </a:solidFill>
                    <a:ea typeface="Calibri" panose="020F0502020204030204" pitchFamily="34" charset="0"/>
                    <a:cs typeface="Times New Roman" panose="02020603050405020304" pitchFamily="18" charset="0"/>
                  </a:rPr>
                  <a:t>F	Kraft som ladningen påvirkes af i feltet [N]</a:t>
                </a:r>
              </a:p>
              <a:p>
                <a:pPr marL="0" indent="0">
                  <a:lnSpc>
                    <a:spcPct val="102000"/>
                  </a:lnSpc>
                  <a:spcAft>
                    <a:spcPts val="800"/>
                  </a:spcAft>
                  <a:buNone/>
                </a:pPr>
                <a:r>
                  <a:rPr lang="da-DK" sz="1800" kern="150" dirty="0">
                    <a:solidFill>
                      <a:schemeClr val="tx1"/>
                    </a:solidFill>
                    <a:ea typeface="Calibri" panose="020F0502020204030204" pitchFamily="34" charset="0"/>
                    <a:cs typeface="Times New Roman" panose="02020603050405020304" pitchFamily="18" charset="0"/>
                  </a:rPr>
                  <a:t>Q	Ladningen [C]</a:t>
                </a:r>
              </a:p>
            </p:txBody>
          </p:sp>
        </mc:Choice>
        <mc:Fallback xmlns="">
          <p:sp>
            <p:nvSpPr>
              <p:cNvPr id="7" name="Pladsholder til indhold 2">
                <a:extLst>
                  <a:ext uri="{FF2B5EF4-FFF2-40B4-BE49-F238E27FC236}">
                    <a16:creationId xmlns:a16="http://schemas.microsoft.com/office/drawing/2014/main" id="{DB0C1889-27F5-6096-B753-88AF0EC87E23}"/>
                  </a:ext>
                </a:extLst>
              </p:cNvPr>
              <p:cNvSpPr txBox="1">
                <a:spLocks noRot="1" noChangeAspect="1" noMove="1" noResize="1" noEditPoints="1" noAdjustHandles="1" noChangeArrowheads="1" noChangeShapeType="1" noTextEdit="1"/>
              </p:cNvSpPr>
              <p:nvPr/>
            </p:nvSpPr>
            <p:spPr>
              <a:xfrm>
                <a:off x="534129" y="1687822"/>
                <a:ext cx="9031045" cy="3308384"/>
              </a:xfrm>
              <a:prstGeom prst="rect">
                <a:avLst/>
              </a:prstGeom>
              <a:blipFill>
                <a:blip r:embed="rId2"/>
                <a:stretch>
                  <a:fillRect l="-608" t="-1289" b="-3683"/>
                </a:stretch>
              </a:blipFill>
            </p:spPr>
            <p:txBody>
              <a:bodyPr/>
              <a:lstStyle/>
              <a:p>
                <a:r>
                  <a:rPr lang="da-DK">
                    <a:noFill/>
                  </a:rPr>
                  <a:t> </a:t>
                </a:r>
              </a:p>
            </p:txBody>
          </p:sp>
        </mc:Fallback>
      </mc:AlternateContent>
      <p:pic>
        <p:nvPicPr>
          <p:cNvPr id="11" name="Billede 10">
            <a:extLst>
              <a:ext uri="{FF2B5EF4-FFF2-40B4-BE49-F238E27FC236}">
                <a16:creationId xmlns:a16="http://schemas.microsoft.com/office/drawing/2014/main" id="{950CA844-5531-1505-450F-DAF0EDC50E89}"/>
              </a:ext>
            </a:extLst>
          </p:cNvPr>
          <p:cNvPicPr>
            <a:picLocks noChangeAspect="1"/>
          </p:cNvPicPr>
          <p:nvPr/>
        </p:nvPicPr>
        <p:blipFill>
          <a:blip r:embed="rId3"/>
          <a:stretch>
            <a:fillRect/>
          </a:stretch>
        </p:blipFill>
        <p:spPr>
          <a:xfrm>
            <a:off x="8153400" y="1687822"/>
            <a:ext cx="3179585" cy="3621069"/>
          </a:xfrm>
          <a:prstGeom prst="rect">
            <a:avLst/>
          </a:prstGeom>
        </p:spPr>
      </p:pic>
    </p:spTree>
    <p:extLst>
      <p:ext uri="{BB962C8B-B14F-4D97-AF65-F5344CB8AC3E}">
        <p14:creationId xmlns:p14="http://schemas.microsoft.com/office/powerpoint/2010/main" val="1562219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84686DC-E7CA-00EA-A305-83413E621B53}"/>
              </a:ext>
            </a:extLst>
          </p:cNvPr>
          <p:cNvSpPr>
            <a:spLocks noGrp="1"/>
          </p:cNvSpPr>
          <p:nvPr>
            <p:ph type="title"/>
          </p:nvPr>
        </p:nvSpPr>
        <p:spPr/>
        <p:txBody>
          <a:bodyPr/>
          <a:lstStyle/>
          <a:p>
            <a:r>
              <a:rPr lang="da-DK" dirty="0">
                <a:solidFill>
                  <a:srgbClr val="005F72"/>
                </a:solidFill>
              </a:rPr>
              <a:t>Elektriske ladninger opsamling</a:t>
            </a:r>
          </a:p>
        </p:txBody>
      </p:sp>
      <p:sp>
        <p:nvSpPr>
          <p:cNvPr id="2" name="Pladsholder til dato 1">
            <a:extLst>
              <a:ext uri="{FF2B5EF4-FFF2-40B4-BE49-F238E27FC236}">
                <a16:creationId xmlns:a16="http://schemas.microsoft.com/office/drawing/2014/main" id="{29D6CAC7-0AFD-53B0-BE95-E08D341AE3E3}"/>
              </a:ext>
            </a:extLst>
          </p:cNvPr>
          <p:cNvSpPr>
            <a:spLocks noGrp="1"/>
          </p:cNvSpPr>
          <p:nvPr>
            <p:ph type="dt" sz="half" idx="10"/>
          </p:nvPr>
        </p:nvSpPr>
        <p:spPr/>
        <p:txBody>
          <a:bodyPr/>
          <a:lstStyle/>
          <a:p>
            <a:fld id="{8B6FAAFD-438E-4B49-924A-EB1BAEAC4C84}" type="datetime1">
              <a:rPr lang="da-DK" smtClean="0"/>
              <a:t>22-09-2026</a:t>
            </a:fld>
            <a:endParaRPr lang="da-DK" dirty="0"/>
          </a:p>
        </p:txBody>
      </p:sp>
      <p:sp>
        <p:nvSpPr>
          <p:cNvPr id="4" name="Pladsholder til sidefod 3">
            <a:extLst>
              <a:ext uri="{FF2B5EF4-FFF2-40B4-BE49-F238E27FC236}">
                <a16:creationId xmlns:a16="http://schemas.microsoft.com/office/drawing/2014/main" id="{AA8CB3EB-027F-5C94-429A-52C93E7F3219}"/>
              </a:ext>
            </a:extLst>
          </p:cNvPr>
          <p:cNvSpPr>
            <a:spLocks noGrp="1"/>
          </p:cNvSpPr>
          <p:nvPr>
            <p:ph type="ftr" sz="quarter" idx="3"/>
          </p:nvPr>
        </p:nvSpPr>
        <p:spPr/>
        <p:txBody>
          <a:bodyPr/>
          <a:lstStyle/>
          <a:p>
            <a:r>
              <a:rPr lang="da-DK" dirty="0"/>
              <a:t>Simon Tran Agerholm</a:t>
            </a:r>
          </a:p>
        </p:txBody>
      </p:sp>
      <p:sp>
        <p:nvSpPr>
          <p:cNvPr id="5" name="Pladsholder til slidenummer 4">
            <a:extLst>
              <a:ext uri="{FF2B5EF4-FFF2-40B4-BE49-F238E27FC236}">
                <a16:creationId xmlns:a16="http://schemas.microsoft.com/office/drawing/2014/main" id="{BCF3EAB3-4B31-5546-38D2-80C458462885}"/>
              </a:ext>
            </a:extLst>
          </p:cNvPr>
          <p:cNvSpPr>
            <a:spLocks noGrp="1"/>
          </p:cNvSpPr>
          <p:nvPr>
            <p:ph type="sldNum" sz="quarter" idx="4"/>
          </p:nvPr>
        </p:nvSpPr>
        <p:spPr/>
        <p:txBody>
          <a:bodyPr/>
          <a:lstStyle/>
          <a:p>
            <a:fld id="{62A73C88-35DB-432F-9FBF-AA3A20422821}" type="slidenum">
              <a:rPr lang="da-DK" smtClean="0"/>
              <a:pPr/>
              <a:t>9</a:t>
            </a:fld>
            <a:endParaRPr lang="da-DK" dirty="0"/>
          </a:p>
        </p:txBody>
      </p:sp>
      <mc:AlternateContent xmlns:mc="http://schemas.openxmlformats.org/markup-compatibility/2006">
        <mc:Choice xmlns:a14="http://schemas.microsoft.com/office/drawing/2010/main" Requires="a14">
          <p:sp>
            <p:nvSpPr>
              <p:cNvPr id="9" name="Tekstfelt 8">
                <a:extLst>
                  <a:ext uri="{FF2B5EF4-FFF2-40B4-BE49-F238E27FC236}">
                    <a16:creationId xmlns:a16="http://schemas.microsoft.com/office/drawing/2014/main" id="{0B71475B-2F28-4176-2EA3-3B210BDFA085}"/>
                  </a:ext>
                </a:extLst>
              </p:cNvPr>
              <p:cNvSpPr txBox="1"/>
              <p:nvPr/>
            </p:nvSpPr>
            <p:spPr>
              <a:xfrm>
                <a:off x="609600" y="1412385"/>
                <a:ext cx="7714268" cy="4611775"/>
              </a:xfrm>
              <a:prstGeom prst="rect">
                <a:avLst/>
              </a:prstGeom>
              <a:noFill/>
            </p:spPr>
            <p:txBody>
              <a:bodyPr wrap="square">
                <a:spAutoFit/>
              </a:bodyPr>
              <a:lstStyle/>
              <a:p>
                <a:endParaRPr lang="da-DK" b="0" dirty="0">
                  <a:solidFill>
                    <a:schemeClr val="tx1"/>
                  </a:solidFill>
                </a:endParaRPr>
              </a:p>
              <a:p>
                <a:r>
                  <a:rPr lang="da-DK" b="0" dirty="0">
                    <a:solidFill>
                      <a:schemeClr val="tx1"/>
                    </a:solidFill>
                  </a:rPr>
                  <a:t>To ladninger påvirker hinanden med en kraft: </a:t>
                </a:r>
                <a14:m>
                  <m:oMath xmlns:m="http://schemas.openxmlformats.org/officeDocument/2006/math">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F</m:t>
                    </m:r>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k</m:t>
                    </m:r>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Q</m:t>
                            </m:r>
                          </m:e>
                          <m:sub>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Q</m:t>
                            </m:r>
                          </m:e>
                          <m:sub>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b>
                        </m:sSub>
                      </m:num>
                      <m:den>
                        <m:sSup>
                          <m:sSupPr>
                            <m:ctrl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a</m:t>
                            </m:r>
                          </m:e>
                          <m:sup>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oMath>
                </a14:m>
                <a:endParaRPr lang="da-DK" sz="1800" kern="150" dirty="0">
                  <a:solidFill>
                    <a:schemeClr val="tx1"/>
                  </a:solidFill>
                  <a:effectLst/>
                  <a:ea typeface="Calibri" panose="020F0502020204030204" pitchFamily="34" charset="0"/>
                  <a:cs typeface="Times New Roman" panose="02020603050405020304" pitchFamily="18" charset="0"/>
                </a:endParaRPr>
              </a:p>
              <a:p>
                <a:r>
                  <a:rPr lang="da-DK" b="0" kern="150" dirty="0">
                    <a:solidFill>
                      <a:schemeClr val="tx1"/>
                    </a:solidFill>
                    <a:ea typeface="Calibri" panose="020F0502020204030204" pitchFamily="34" charset="0"/>
                    <a:cs typeface="Times New Roman" panose="02020603050405020304" pitchFamily="18" charset="0"/>
                  </a:rPr>
                  <a:t>k indsættes:	</a:t>
                </a:r>
                <a14:m>
                  <m:oMath xmlns:m="http://schemas.openxmlformats.org/officeDocument/2006/math">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F</m:t>
                    </m:r>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π</m:t>
                        </m:r>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den>
                    </m:f>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Q</m:t>
                            </m:r>
                          </m:e>
                          <m:sub>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Q</m:t>
                            </m:r>
                          </m:e>
                          <m:sub>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b>
                        </m:sSub>
                      </m:num>
                      <m:den>
                        <m:sSup>
                          <m:sSupPr>
                            <m:ctrl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a</m:t>
                            </m:r>
                          </m:e>
                          <m:sup>
                            <m:r>
                              <a:rPr lang="da-DK" sz="1800" i="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da-DK" sz="1800" kern="150" dirty="0">
                    <a:solidFill>
                      <a:schemeClr val="tx1"/>
                    </a:solidFill>
                    <a:effectLst/>
                    <a:ea typeface="Calibri" panose="020F0502020204030204" pitchFamily="34" charset="0"/>
                    <a:cs typeface="Times New Roman" panose="02020603050405020304" pitchFamily="18" charset="0"/>
                  </a:rPr>
                  <a:t>  </a:t>
                </a:r>
                <a14:m>
                  <m:oMath xmlns:m="http://schemas.openxmlformats.org/officeDocument/2006/math">
                    <m:r>
                      <a:rPr lang="da-DK" i="1">
                        <a:solidFill>
                          <a:schemeClr val="tx1"/>
                        </a:solidFill>
                        <a:latin typeface="Cambria Math" panose="02040503050406030204" pitchFamily="18" charset="0"/>
                      </a:rPr>
                      <m:t>=</m:t>
                    </m:r>
                    <m:f>
                      <m:fPr>
                        <m:ctrlPr>
                          <a:rPr lang="da-DK" i="1">
                            <a:solidFill>
                              <a:schemeClr val="tx1"/>
                            </a:solidFill>
                            <a:latin typeface="Cambria Math" panose="02040503050406030204" pitchFamily="18" charset="0"/>
                          </a:rPr>
                        </m:ctrlPr>
                      </m:fPr>
                      <m:num>
                        <m:sSub>
                          <m:sSubPr>
                            <m:ctrlPr>
                              <a:rPr lang="da-DK" i="1">
                                <a:solidFill>
                                  <a:schemeClr val="tx1"/>
                                </a:solidFill>
                                <a:latin typeface="Cambria Math" panose="02040503050406030204" pitchFamily="18" charset="0"/>
                              </a:rPr>
                            </m:ctrlPr>
                          </m:sSubPr>
                          <m:e>
                            <m:r>
                              <a:rPr lang="da-DK" i="1">
                                <a:solidFill>
                                  <a:schemeClr val="tx1"/>
                                </a:solidFill>
                                <a:latin typeface="Cambria Math" panose="02040503050406030204" pitchFamily="18" charset="0"/>
                              </a:rPr>
                              <m:t>𝑄</m:t>
                            </m:r>
                          </m:e>
                          <m:sub>
                            <m:r>
                              <a:rPr lang="da-DK" i="1">
                                <a:solidFill>
                                  <a:schemeClr val="tx1"/>
                                </a:solidFill>
                                <a:latin typeface="Cambria Math" panose="02040503050406030204" pitchFamily="18" charset="0"/>
                              </a:rPr>
                              <m:t>1</m:t>
                            </m:r>
                          </m:sub>
                        </m:sSub>
                      </m:num>
                      <m:den>
                        <m:r>
                          <a:rPr lang="da-DK" i="1">
                            <a:solidFill>
                              <a:schemeClr val="tx1"/>
                            </a:solidFill>
                            <a:latin typeface="Cambria Math" panose="02040503050406030204" pitchFamily="18" charset="0"/>
                          </a:rPr>
                          <m:t>4·</m:t>
                        </m:r>
                        <m:r>
                          <a:rPr lang="da-DK" i="1">
                            <a:solidFill>
                              <a:schemeClr val="tx1"/>
                            </a:solidFill>
                            <a:latin typeface="Cambria Math" panose="02040503050406030204" pitchFamily="18" charset="0"/>
                          </a:rPr>
                          <m:t>𝜋</m:t>
                        </m:r>
                        <m:r>
                          <a:rPr lang="da-DK" i="1">
                            <a:solidFill>
                              <a:schemeClr val="tx1"/>
                            </a:solidFill>
                            <a:latin typeface="Cambria Math" panose="02040503050406030204" pitchFamily="18" charset="0"/>
                          </a:rPr>
                          <m:t>·ɛ·</m:t>
                        </m:r>
                        <m:sSup>
                          <m:sSupPr>
                            <m:ctrlPr>
                              <a:rPr lang="da-DK" i="1">
                                <a:solidFill>
                                  <a:schemeClr val="tx1"/>
                                </a:solidFill>
                                <a:latin typeface="Cambria Math" panose="02040503050406030204" pitchFamily="18" charset="0"/>
                              </a:rPr>
                            </m:ctrlPr>
                          </m:sSupPr>
                          <m:e>
                            <m:r>
                              <a:rPr lang="da-DK" i="1">
                                <a:solidFill>
                                  <a:schemeClr val="tx1"/>
                                </a:solidFill>
                                <a:latin typeface="Cambria Math" panose="02040503050406030204" pitchFamily="18" charset="0"/>
                              </a:rPr>
                              <m:t>𝑎</m:t>
                            </m:r>
                          </m:e>
                          <m:sup>
                            <m:r>
                              <a:rPr lang="da-DK" i="1">
                                <a:solidFill>
                                  <a:schemeClr val="tx1"/>
                                </a:solidFill>
                                <a:latin typeface="Cambria Math" panose="02040503050406030204" pitchFamily="18" charset="0"/>
                              </a:rPr>
                              <m:t>2</m:t>
                            </m:r>
                          </m:sup>
                        </m:sSup>
                      </m:den>
                    </m:f>
                    <m:r>
                      <a:rPr lang="da-DK" i="1">
                        <a:solidFill>
                          <a:schemeClr val="tx1"/>
                        </a:solidFill>
                        <a:latin typeface="Cambria Math" panose="02040503050406030204" pitchFamily="18" charset="0"/>
                      </a:rPr>
                      <m:t>·</m:t>
                    </m:r>
                    <m:sSub>
                      <m:sSubPr>
                        <m:ctrlPr>
                          <a:rPr lang="da-DK" i="1">
                            <a:solidFill>
                              <a:schemeClr val="tx1"/>
                            </a:solidFill>
                            <a:latin typeface="Cambria Math" panose="02040503050406030204" pitchFamily="18" charset="0"/>
                          </a:rPr>
                        </m:ctrlPr>
                      </m:sSubPr>
                      <m:e>
                        <m:r>
                          <a:rPr lang="da-DK" i="1">
                            <a:solidFill>
                              <a:schemeClr val="tx1"/>
                            </a:solidFill>
                            <a:latin typeface="Cambria Math" panose="02040503050406030204" pitchFamily="18" charset="0"/>
                          </a:rPr>
                          <m:t>𝑄</m:t>
                        </m:r>
                      </m:e>
                      <m:sub>
                        <m:r>
                          <a:rPr lang="da-DK" i="1">
                            <a:solidFill>
                              <a:schemeClr val="tx1"/>
                            </a:solidFill>
                            <a:latin typeface="Cambria Math" panose="02040503050406030204" pitchFamily="18" charset="0"/>
                          </a:rPr>
                          <m:t>2</m:t>
                        </m:r>
                      </m:sub>
                    </m:sSub>
                  </m:oMath>
                </a14:m>
                <a:endParaRPr lang="da-DK" sz="1800" kern="150" dirty="0">
                  <a:solidFill>
                    <a:schemeClr val="tx1"/>
                  </a:solidFill>
                  <a:effectLst/>
                  <a:ea typeface="Calibri" panose="020F0502020204030204" pitchFamily="34" charset="0"/>
                  <a:cs typeface="Times New Roman" panose="02020603050405020304" pitchFamily="18" charset="0"/>
                </a:endParaRPr>
              </a:p>
              <a:p>
                <a:r>
                  <a:rPr lang="da-DK" sz="1800" dirty="0">
                    <a:solidFill>
                      <a:schemeClr val="tx1"/>
                    </a:solidFill>
                    <a:effectLst/>
                    <a:ea typeface="Calibri" panose="020F0502020204030204" pitchFamily="34" charset="0"/>
                    <a:cs typeface="Times New Roman" panose="02020603050405020304" pitchFamily="18" charset="0"/>
                  </a:rPr>
                  <a:t>Feltstyrken </a:t>
                </a:r>
                <a14:m>
                  <m:oMath xmlns:m="http://schemas.openxmlformats.org/officeDocument/2006/math">
                    <m:r>
                      <a:rPr lang="da-DK" sz="180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𝐸</m:t>
                    </m:r>
                    <m:r>
                      <a:rPr lang="da-DK" sz="180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𝐹</m:t>
                        </m:r>
                      </m:num>
                      <m:den>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𝑄</m:t>
                        </m:r>
                      </m:den>
                    </m:f>
                  </m:oMath>
                </a14:m>
                <a:r>
                  <a:rPr lang="da-DK" sz="1800" dirty="0">
                    <a:solidFill>
                      <a:schemeClr val="tx1"/>
                    </a:solidFill>
                    <a:effectLst/>
                    <a:ea typeface="Calibri" panose="020F0502020204030204" pitchFamily="34" charset="0"/>
                    <a:cs typeface="Times New Roman" panose="02020603050405020304" pitchFamily="18" charset="0"/>
                  </a:rPr>
                  <a:t> = </a:t>
                </a:r>
                <a14:m>
                  <m:oMath xmlns:m="http://schemas.openxmlformats.org/officeDocument/2006/math">
                    <m:f>
                      <m:fPr>
                        <m:ctrlPr>
                          <a:rPr lang="da-DK" i="1">
                            <a:solidFill>
                              <a:schemeClr val="tx1"/>
                            </a:solidFill>
                            <a:effectLst/>
                            <a:latin typeface="Cambria Math" panose="02040503050406030204" pitchFamily="18" charset="0"/>
                          </a:rPr>
                        </m:ctrlPr>
                      </m:fPr>
                      <m:num>
                        <m:sSub>
                          <m:sSubPr>
                            <m:ctrlP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Sub>
                      </m:num>
                      <m:den>
                        <m:r>
                          <a:rPr lang="da-DK" sz="1800" b="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𝜋</m:t>
                        </m:r>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sSup>
                          <m:sSupPr>
                            <m:ctrlP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e>
                          <m:sup>
                            <m:r>
                              <a:rPr lang="da-DK" sz="1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da-DK" sz="1800" dirty="0">
                    <a:solidFill>
                      <a:schemeClr val="tx1"/>
                    </a:solidFill>
                    <a:effectLst/>
                    <a:ea typeface="Calibri" panose="020F0502020204030204" pitchFamily="34" charset="0"/>
                    <a:cs typeface="Times New Roman" panose="02020603050405020304" pitchFamily="18" charset="0"/>
                  </a:rPr>
                  <a:t>	</a:t>
                </a:r>
                <a:r>
                  <a:rPr lang="da-DK" b="0" kern="150" dirty="0">
                    <a:solidFill>
                      <a:schemeClr val="tx1"/>
                    </a:solidFill>
                    <a:ea typeface="Calibri" panose="020F0502020204030204" pitchFamily="34" charset="0"/>
                    <a:cs typeface="Times New Roman" panose="02020603050405020304" pitchFamily="18" charset="0"/>
                  </a:rPr>
                  <a:t>og</a:t>
                </a:r>
                <a:r>
                  <a:rPr lang="da-DK" kern="150" dirty="0">
                    <a:solidFill>
                      <a:schemeClr val="tx1"/>
                    </a:solidFill>
                    <a:ea typeface="Calibri" panose="020F0502020204030204" pitchFamily="34" charset="0"/>
                    <a:cs typeface="Times New Roman" panose="02020603050405020304" pitchFamily="18" charset="0"/>
                  </a:rPr>
                  <a:t>	</a:t>
                </a:r>
                <a14:m>
                  <m:oMath xmlns:m="http://schemas.openxmlformats.org/officeDocument/2006/math">
                    <m:r>
                      <a:rPr lang="da-DK" i="1" smtClean="0">
                        <a:solidFill>
                          <a:schemeClr val="tx1"/>
                        </a:solidFill>
                        <a:latin typeface="Cambria Math" panose="02040503050406030204" pitchFamily="18" charset="0"/>
                      </a:rPr>
                      <m:t>𝐴</m:t>
                    </m:r>
                    <m:r>
                      <a:rPr lang="da-DK" i="1">
                        <a:solidFill>
                          <a:schemeClr val="tx1"/>
                        </a:solidFill>
                        <a:latin typeface="Cambria Math" panose="02040503050406030204" pitchFamily="18" charset="0"/>
                      </a:rPr>
                      <m:t>=</m:t>
                    </m:r>
                    <m:r>
                      <a:rPr lang="da-DK" i="1" smtClean="0">
                        <a:solidFill>
                          <a:schemeClr val="tx1"/>
                        </a:solidFill>
                        <a:latin typeface="Cambria Math" panose="02040503050406030204" pitchFamily="18" charset="0"/>
                      </a:rPr>
                      <m:t>4·</m:t>
                    </m:r>
                    <m:r>
                      <a:rPr lang="da-DK" i="1" smtClean="0">
                        <a:solidFill>
                          <a:schemeClr val="tx1"/>
                        </a:solidFill>
                        <a:latin typeface="Cambria Math" panose="02040503050406030204" pitchFamily="18" charset="0"/>
                      </a:rPr>
                      <m:t>𝜋</m:t>
                    </m:r>
                    <m:r>
                      <a:rPr lang="da-DK" i="1" smtClean="0">
                        <a:solidFill>
                          <a:schemeClr val="tx1"/>
                        </a:solidFill>
                        <a:latin typeface="Cambria Math" panose="02040503050406030204" pitchFamily="18" charset="0"/>
                      </a:rPr>
                      <m:t>·</m:t>
                    </m:r>
                    <m:sSup>
                      <m:sSupPr>
                        <m:ctrlPr>
                          <a:rPr lang="da-DK" b="0" i="1">
                            <a:solidFill>
                              <a:schemeClr val="tx1"/>
                            </a:solidFill>
                            <a:latin typeface="Cambria Math" panose="02040503050406030204" pitchFamily="18" charset="0"/>
                          </a:rPr>
                        </m:ctrlPr>
                      </m:sSupPr>
                      <m:e>
                        <m:r>
                          <a:rPr lang="da-DK" b="0" i="1">
                            <a:solidFill>
                              <a:schemeClr val="tx1"/>
                            </a:solidFill>
                            <a:latin typeface="Cambria Math" panose="02040503050406030204" pitchFamily="18" charset="0"/>
                          </a:rPr>
                          <m:t>𝑎</m:t>
                        </m:r>
                      </m:e>
                      <m:sup>
                        <m:r>
                          <a:rPr lang="da-DK" b="0" i="1">
                            <a:solidFill>
                              <a:schemeClr val="tx1"/>
                            </a:solidFill>
                            <a:latin typeface="Cambria Math" panose="02040503050406030204" pitchFamily="18" charset="0"/>
                          </a:rPr>
                          <m:t>2</m:t>
                        </m:r>
                      </m:sup>
                    </m:sSup>
                  </m:oMath>
                </a14:m>
                <a:r>
                  <a:rPr lang="da-DK" b="0" dirty="0">
                    <a:solidFill>
                      <a:schemeClr val="tx1"/>
                    </a:solidFill>
                  </a:rPr>
                  <a:t> overfladeareal for en kugle</a:t>
                </a:r>
                <a:br>
                  <a:rPr lang="da-DK" b="0" dirty="0">
                    <a:solidFill>
                      <a:schemeClr val="tx1"/>
                    </a:solidFill>
                  </a:rPr>
                </a:br>
                <a:endParaRPr lang="da-DK" b="0" dirty="0">
                  <a:solidFill>
                    <a:schemeClr val="tx1"/>
                  </a:solidFill>
                </a:endParaRPr>
              </a:p>
              <a:p>
                <a:r>
                  <a:rPr lang="da-DK" sz="1800" kern="150" dirty="0">
                    <a:solidFill>
                      <a:schemeClr val="tx1"/>
                    </a:solidFill>
                    <a:effectLst/>
                    <a:ea typeface="Calibri" panose="020F0502020204030204" pitchFamily="34" charset="0"/>
                    <a:cs typeface="Times New Roman" panose="02020603050405020304" pitchFamily="18" charset="0"/>
                  </a:rPr>
                  <a:t>Samlede antal feltlinjer der udgår fra en ladning:</a:t>
                </a:r>
              </a:p>
              <a:p>
                <a:pPr/>
                <a14:m>
                  <m:oMathPara xmlns:m="http://schemas.openxmlformats.org/officeDocument/2006/math">
                    <m:oMathParaPr>
                      <m:jc m:val="left"/>
                    </m:oMathParaPr>
                    <m:oMath>
                      <m:r>
                        <m:rPr>
                          <m:sty m:val="p"/>
                        </m:rPr>
                        <a:rPr lang="da-DK" sz="180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Ψ</m:t>
                      </m:r>
                      <m:r>
                        <a:rPr lang="da-DK" sz="180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da-DK" sz="180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E</m:t>
                      </m:r>
                      <m:r>
                        <a:rPr lang="da-DK" sz="180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da-DK" sz="180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A</m:t>
                      </m:r>
                      <m:r>
                        <a:rPr lang="da-DK" sz="180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Sub>
                        </m:num>
                        <m:den>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𝜋</m:t>
                          </m:r>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sSup>
                            <m:sSup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e>
                            <m:sup>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den>
                      </m:f>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da-DK" sz="180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r>
                        <a:rPr lang="da-DK" sz="180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𝜋</m:t>
                      </m:r>
                      <m:r>
                        <a:rPr lang="da-DK" sz="1800" i="1"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e>
                        <m:sup>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da-DK" sz="1800"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sub>
                          </m:sSub>
                        </m:num>
                        <m:den>
                          <m:r>
                            <a:rPr lang="da-DK" sz="1800" b="1" i="1" kern="15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ɛ</m:t>
                          </m:r>
                        </m:den>
                      </m:f>
                    </m:oMath>
                  </m:oMathPara>
                </a14:m>
                <a:endParaRPr lang="da-DK" sz="1800" kern="150" dirty="0">
                  <a:solidFill>
                    <a:schemeClr val="tx1"/>
                  </a:solidFill>
                  <a:effectLst/>
                  <a:ea typeface="Calibri" panose="020F0502020204030204" pitchFamily="34" charset="0"/>
                  <a:cs typeface="Times New Roman" panose="02020603050405020304" pitchFamily="18" charset="0"/>
                </a:endParaRPr>
              </a:p>
              <a:p>
                <a:endParaRPr lang="da-DK" sz="1800" kern="150" dirty="0">
                  <a:solidFill>
                    <a:schemeClr val="tx1"/>
                  </a:solidFill>
                  <a:effectLst/>
                  <a:ea typeface="Calibri" panose="020F0502020204030204" pitchFamily="34" charset="0"/>
                  <a:cs typeface="Times New Roman" panose="02020603050405020304" pitchFamily="18" charset="0"/>
                </a:endParaRPr>
              </a:p>
              <a:p>
                <a14:m>
                  <m:oMath xmlns:m="http://schemas.openxmlformats.org/officeDocument/2006/math">
                    <m:r>
                      <m:rPr>
                        <m:sty m:val="p"/>
                      </m:rPr>
                      <a:rPr lang="da-DK" sz="1800" kern="150"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Ψ</m:t>
                    </m:r>
                  </m:oMath>
                </a14:m>
                <a:r>
                  <a:rPr lang="da-DK" kern="150" dirty="0">
                    <a:solidFill>
                      <a:schemeClr val="tx1"/>
                    </a:solidFill>
                    <a:ea typeface="Calibri" panose="020F0502020204030204" pitchFamily="34" charset="0"/>
                    <a:cs typeface="Times New Roman" panose="02020603050405020304" pitchFamily="18" charset="0"/>
                  </a:rPr>
                  <a:t>	Samlede antal feltlinjer der udgår fra en ladning [Vm] (psi)</a:t>
                </a:r>
              </a:p>
              <a:p>
                <a:r>
                  <a:rPr lang="da-DK" kern="150" dirty="0">
                    <a:solidFill>
                      <a:schemeClr val="tx1"/>
                    </a:solidFill>
                    <a:ea typeface="Calibri" panose="020F0502020204030204" pitchFamily="34" charset="0"/>
                    <a:cs typeface="Times New Roman" panose="02020603050405020304" pitchFamily="18" charset="0"/>
                  </a:rPr>
                  <a:t>A	Areal af ”kugle”, som omslutter ladning</a:t>
                </a:r>
              </a:p>
              <a:p>
                <a:r>
                  <a:rPr lang="da-DK" kern="150" dirty="0">
                    <a:solidFill>
                      <a:schemeClr val="tx1"/>
                    </a:solidFill>
                    <a:ea typeface="Calibri" panose="020F0502020204030204" pitchFamily="34" charset="0"/>
                    <a:cs typeface="Times New Roman" panose="02020603050405020304" pitchFamily="18" charset="0"/>
                  </a:rPr>
                  <a:t>E	Elektrisk feltstyrke [N/C] [V/m]</a:t>
                </a:r>
              </a:p>
              <a:p>
                <a:r>
                  <a:rPr lang="da-DK" sz="1800" kern="150" dirty="0">
                    <a:solidFill>
                      <a:schemeClr val="tx1"/>
                    </a:solidFill>
                    <a:effectLst/>
                    <a:ea typeface="Calibri" panose="020F0502020204030204" pitchFamily="34" charset="0"/>
                    <a:cs typeface="Times New Roman" panose="02020603050405020304" pitchFamily="18" charset="0"/>
                  </a:rPr>
                  <a:t>Q	Ladning [C]</a:t>
                </a:r>
              </a:p>
              <a:p>
                <a:r>
                  <a:rPr lang="da-DK" kern="150" dirty="0">
                    <a:solidFill>
                      <a:schemeClr val="tx1"/>
                    </a:solidFill>
                    <a:ea typeface="Calibri" panose="020F0502020204030204" pitchFamily="34" charset="0"/>
                    <a:cs typeface="Times New Roman" panose="02020603050405020304" pitchFamily="18" charset="0"/>
                  </a:rPr>
                  <a:t>ɛ	</a:t>
                </a:r>
                <a:r>
                  <a:rPr lang="da-DK" kern="150" dirty="0" err="1">
                    <a:solidFill>
                      <a:schemeClr val="tx1"/>
                    </a:solidFill>
                    <a:ea typeface="Calibri" panose="020F0502020204030204" pitchFamily="34" charset="0"/>
                    <a:cs typeface="Times New Roman" panose="02020603050405020304" pitchFamily="18" charset="0"/>
                  </a:rPr>
                  <a:t>D</a:t>
                </a:r>
                <a:r>
                  <a:rPr lang="da-DK" sz="1800" dirty="0" err="1">
                    <a:solidFill>
                      <a:schemeClr val="tx1"/>
                    </a:solidFill>
                  </a:rPr>
                  <a:t>ielektricitetskonstanten</a:t>
                </a:r>
                <a:r>
                  <a:rPr lang="da-DK" sz="1800" dirty="0">
                    <a:solidFill>
                      <a:schemeClr val="tx1"/>
                    </a:solidFill>
                  </a:rPr>
                  <a:t> </a:t>
                </a:r>
                <a:r>
                  <a:rPr lang="da-DK" kern="150" dirty="0">
                    <a:solidFill>
                      <a:schemeClr val="tx1"/>
                    </a:solidFill>
                    <a:ea typeface="Calibri" panose="020F0502020204030204" pitchFamily="34" charset="0"/>
                    <a:cs typeface="Times New Roman" panose="02020603050405020304" pitchFamily="18" charset="0"/>
                  </a:rPr>
                  <a:t>[F/m] </a:t>
                </a:r>
                <a:r>
                  <a:rPr lang="da-DK" kern="150">
                    <a:solidFill>
                      <a:schemeClr val="tx1"/>
                    </a:solidFill>
                    <a:ea typeface="Calibri" panose="020F0502020204030204" pitchFamily="34" charset="0"/>
                    <a:cs typeface="Times New Roman" panose="02020603050405020304" pitchFamily="18" charset="0"/>
                  </a:rPr>
                  <a:t>(epsilon)</a:t>
                </a:r>
                <a:endParaRPr lang="da-DK" kern="150" dirty="0">
                  <a:solidFill>
                    <a:schemeClr val="tx1"/>
                  </a:solidFill>
                  <a:ea typeface="Calibri" panose="020F0502020204030204" pitchFamily="34" charset="0"/>
                  <a:cs typeface="Times New Roman" panose="02020603050405020304" pitchFamily="18" charset="0"/>
                </a:endParaRPr>
              </a:p>
              <a:p>
                <a:r>
                  <a:rPr lang="da-DK" kern="150" dirty="0">
                    <a:solidFill>
                      <a:schemeClr val="tx1"/>
                    </a:solidFill>
                    <a:ea typeface="Calibri" panose="020F0502020204030204" pitchFamily="34" charset="0"/>
                    <a:cs typeface="Times New Roman" panose="02020603050405020304" pitchFamily="18" charset="0"/>
                  </a:rPr>
                  <a:t>a	afstanden imellem ladninger [m]</a:t>
                </a:r>
                <a:r>
                  <a:rPr lang="da-DK" sz="1800" kern="150" dirty="0">
                    <a:solidFill>
                      <a:schemeClr val="tx1"/>
                    </a:solidFill>
                    <a:effectLst/>
                    <a:ea typeface="Calibri" panose="020F0502020204030204" pitchFamily="34" charset="0"/>
                    <a:cs typeface="Times New Roman" panose="02020603050405020304" pitchFamily="18" charset="0"/>
                  </a:rPr>
                  <a:t>		</a:t>
                </a:r>
              </a:p>
            </p:txBody>
          </p:sp>
        </mc:Choice>
        <mc:Fallback>
          <p:sp>
            <p:nvSpPr>
              <p:cNvPr id="9" name="Tekstfelt 8">
                <a:extLst>
                  <a:ext uri="{FF2B5EF4-FFF2-40B4-BE49-F238E27FC236}">
                    <a16:creationId xmlns:a16="http://schemas.microsoft.com/office/drawing/2014/main" id="{0B71475B-2F28-4176-2EA3-3B210BDFA085}"/>
                  </a:ext>
                </a:extLst>
              </p:cNvPr>
              <p:cNvSpPr txBox="1">
                <a:spLocks noRot="1" noChangeAspect="1" noMove="1" noResize="1" noEditPoints="1" noAdjustHandles="1" noChangeArrowheads="1" noChangeShapeType="1" noTextEdit="1"/>
              </p:cNvSpPr>
              <p:nvPr/>
            </p:nvSpPr>
            <p:spPr>
              <a:xfrm>
                <a:off x="609600" y="1412385"/>
                <a:ext cx="7714268" cy="4611775"/>
              </a:xfrm>
              <a:prstGeom prst="rect">
                <a:avLst/>
              </a:prstGeom>
              <a:blipFill>
                <a:blip r:embed="rId2"/>
                <a:stretch>
                  <a:fillRect l="-632" r="-316" b="-1058"/>
                </a:stretch>
              </a:blipFill>
            </p:spPr>
            <p:txBody>
              <a:bodyPr/>
              <a:lstStyle/>
              <a:p>
                <a:r>
                  <a:rPr lang="da-DK">
                    <a:noFill/>
                  </a:rPr>
                  <a:t> </a:t>
                </a:r>
              </a:p>
            </p:txBody>
          </p:sp>
        </mc:Fallback>
      </mc:AlternateContent>
      <p:pic>
        <p:nvPicPr>
          <p:cNvPr id="10" name="Billede 9">
            <a:extLst>
              <a:ext uri="{FF2B5EF4-FFF2-40B4-BE49-F238E27FC236}">
                <a16:creationId xmlns:a16="http://schemas.microsoft.com/office/drawing/2014/main" id="{BA418BE6-44C5-A84E-1281-273945917DE2}"/>
              </a:ext>
            </a:extLst>
          </p:cNvPr>
          <p:cNvPicPr>
            <a:picLocks noChangeAspect="1"/>
          </p:cNvPicPr>
          <p:nvPr/>
        </p:nvPicPr>
        <p:blipFill>
          <a:blip r:embed="rId3"/>
          <a:stretch>
            <a:fillRect/>
          </a:stretch>
        </p:blipFill>
        <p:spPr>
          <a:xfrm>
            <a:off x="8402815" y="1769238"/>
            <a:ext cx="3179585" cy="3621069"/>
          </a:xfrm>
          <a:prstGeom prst="rect">
            <a:avLst/>
          </a:prstGeom>
        </p:spPr>
      </p:pic>
    </p:spTree>
    <p:extLst>
      <p:ext uri="{BB962C8B-B14F-4D97-AF65-F5344CB8AC3E}">
        <p14:creationId xmlns:p14="http://schemas.microsoft.com/office/powerpoint/2010/main" val="1383862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dato 2">
            <a:extLst>
              <a:ext uri="{FF2B5EF4-FFF2-40B4-BE49-F238E27FC236}">
                <a16:creationId xmlns:a16="http://schemas.microsoft.com/office/drawing/2014/main" id="{48859557-5699-52B8-62AA-B1C1E20CDF93}"/>
              </a:ext>
            </a:extLst>
          </p:cNvPr>
          <p:cNvSpPr>
            <a:spLocks noGrp="1"/>
          </p:cNvSpPr>
          <p:nvPr>
            <p:ph type="dt" sz="half" idx="10"/>
          </p:nvPr>
        </p:nvSpPr>
        <p:spPr/>
        <p:txBody>
          <a:bodyPr/>
          <a:lstStyle/>
          <a:p>
            <a:fld id="{F901FFC2-E1B4-406C-B9C6-06E831737E52}" type="datetime1">
              <a:rPr lang="da-DK" smtClean="0"/>
              <a:t>22-09-2026</a:t>
            </a:fld>
            <a:endParaRPr lang="da-DK" dirty="0"/>
          </a:p>
        </p:txBody>
      </p:sp>
      <p:sp>
        <p:nvSpPr>
          <p:cNvPr id="4" name="Pladsholder til sidefod 3">
            <a:extLst>
              <a:ext uri="{FF2B5EF4-FFF2-40B4-BE49-F238E27FC236}">
                <a16:creationId xmlns:a16="http://schemas.microsoft.com/office/drawing/2014/main" id="{8C53324D-9740-A746-6FE8-0EF6B93471CD}"/>
              </a:ext>
            </a:extLst>
          </p:cNvPr>
          <p:cNvSpPr>
            <a:spLocks noGrp="1"/>
          </p:cNvSpPr>
          <p:nvPr>
            <p:ph type="ftr" sz="quarter" idx="3"/>
          </p:nvPr>
        </p:nvSpPr>
        <p:spPr/>
        <p:txBody>
          <a:bodyPr/>
          <a:lstStyle/>
          <a:p>
            <a:r>
              <a:rPr lang="da-DK" dirty="0"/>
              <a:t>Simon Tran Agerholm</a:t>
            </a:r>
          </a:p>
        </p:txBody>
      </p:sp>
      <p:sp>
        <p:nvSpPr>
          <p:cNvPr id="5" name="Pladsholder til slidenummer 4">
            <a:extLst>
              <a:ext uri="{FF2B5EF4-FFF2-40B4-BE49-F238E27FC236}">
                <a16:creationId xmlns:a16="http://schemas.microsoft.com/office/drawing/2014/main" id="{59278F28-C281-DBB3-0E37-31AF3B05333B}"/>
              </a:ext>
            </a:extLst>
          </p:cNvPr>
          <p:cNvSpPr>
            <a:spLocks noGrp="1"/>
          </p:cNvSpPr>
          <p:nvPr>
            <p:ph type="sldNum" sz="quarter" idx="4"/>
          </p:nvPr>
        </p:nvSpPr>
        <p:spPr/>
        <p:txBody>
          <a:bodyPr/>
          <a:lstStyle/>
          <a:p>
            <a:fld id="{62A73C88-35DB-432F-9FBF-AA3A20422821}" type="slidenum">
              <a:rPr lang="da-DK" smtClean="0"/>
              <a:pPr/>
              <a:t>10</a:t>
            </a:fld>
            <a:endParaRPr lang="da-DK" dirty="0"/>
          </a:p>
        </p:txBody>
      </p:sp>
      <p:sp>
        <p:nvSpPr>
          <p:cNvPr id="6" name="Titel 5">
            <a:extLst>
              <a:ext uri="{FF2B5EF4-FFF2-40B4-BE49-F238E27FC236}">
                <a16:creationId xmlns:a16="http://schemas.microsoft.com/office/drawing/2014/main" id="{1EB6F8F1-D8A6-FC57-79E2-A2BF113C1EFE}"/>
              </a:ext>
            </a:extLst>
          </p:cNvPr>
          <p:cNvSpPr>
            <a:spLocks noGrp="1"/>
          </p:cNvSpPr>
          <p:nvPr>
            <p:ph type="title"/>
          </p:nvPr>
        </p:nvSpPr>
        <p:spPr/>
        <p:txBody>
          <a:bodyPr/>
          <a:lstStyle/>
          <a:p>
            <a:r>
              <a:rPr lang="da-DK" dirty="0">
                <a:solidFill>
                  <a:srgbClr val="005F72"/>
                </a:solidFill>
              </a:rPr>
              <a:t>Opgaver elektrisk felt</a:t>
            </a:r>
          </a:p>
        </p:txBody>
      </p:sp>
      <p:pic>
        <p:nvPicPr>
          <p:cNvPr id="8" name="Billede 7">
            <a:extLst>
              <a:ext uri="{FF2B5EF4-FFF2-40B4-BE49-F238E27FC236}">
                <a16:creationId xmlns:a16="http://schemas.microsoft.com/office/drawing/2014/main" id="{4A4E659F-34A1-F412-9AF1-03A266528E9A}"/>
              </a:ext>
            </a:extLst>
          </p:cNvPr>
          <p:cNvPicPr>
            <a:picLocks noChangeAspect="1"/>
          </p:cNvPicPr>
          <p:nvPr/>
        </p:nvPicPr>
        <p:blipFill>
          <a:blip r:embed="rId2"/>
          <a:stretch>
            <a:fillRect/>
          </a:stretch>
        </p:blipFill>
        <p:spPr>
          <a:xfrm>
            <a:off x="2708616" y="1574136"/>
            <a:ext cx="6774767" cy="4648603"/>
          </a:xfrm>
          <a:prstGeom prst="rect">
            <a:avLst/>
          </a:prstGeom>
        </p:spPr>
      </p:pic>
    </p:spTree>
    <p:extLst>
      <p:ext uri="{BB962C8B-B14F-4D97-AF65-F5344CB8AC3E}">
        <p14:creationId xmlns:p14="http://schemas.microsoft.com/office/powerpoint/2010/main" val="661986189"/>
      </p:ext>
    </p:extLst>
  </p:cSld>
  <p:clrMapOvr>
    <a:masterClrMapping/>
  </p:clrMapOvr>
</p:sld>
</file>

<file path=ppt/theme/theme1.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1-02 MARTEC_Powerpoint_master.potx" id="{706DAD8C-2ED0-45D8-BBB1-6C355189BD4F}" vid="{C48A9D34-A5E3-4D26-9936-D4D38ABE4CA2}"/>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4A5C8CDECDFE604A9828CFDC608EFB56" ma:contentTypeVersion="13" ma:contentTypeDescription="Opret et nyt dokument." ma:contentTypeScope="" ma:versionID="e5786a71ccba6fd5eae826ad368fd2a7">
  <xsd:schema xmlns:xsd="http://www.w3.org/2001/XMLSchema" xmlns:xs="http://www.w3.org/2001/XMLSchema" xmlns:p="http://schemas.microsoft.com/office/2006/metadata/properties" xmlns:ns2="52776432-5f6f-4461-a773-af4277ea9cc4" xmlns:ns3="b112c056-f141-4248-a46f-e5f0219ad1a7" targetNamespace="http://schemas.microsoft.com/office/2006/metadata/properties" ma:root="true" ma:fieldsID="772453836f661fba2ac2fe97a8e00cb1" ns2:_="" ns3:_="">
    <xsd:import namespace="52776432-5f6f-4461-a773-af4277ea9cc4"/>
    <xsd:import namespace="b112c056-f141-4248-a46f-e5f0219ad1a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776432-5f6f-4461-a773-af4277ea9c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illedmærker" ma:readOnly="false" ma:fieldId="{5cf76f15-5ced-4ddc-b409-7134ff3c332f}" ma:taxonomyMulti="true" ma:sspId="6bcb8b38-6e7a-4c58-8596-3803d9a7ba56"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12c056-f141-4248-a46f-e5f0219ad1a7" elementFormDefault="qualified">
    <xsd:import namespace="http://schemas.microsoft.com/office/2006/documentManagement/types"/>
    <xsd:import namespace="http://schemas.microsoft.com/office/infopath/2007/PartnerControls"/>
    <xsd:element name="SharedWithUsers" ma:index="12"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lt med detaljer" ma:internalName="SharedWithDetails" ma:readOnly="true">
      <xsd:simpleType>
        <xsd:restriction base="dms:Note">
          <xsd:maxLength value="255"/>
        </xsd:restriction>
      </xsd:simpleType>
    </xsd:element>
    <xsd:element name="TaxCatchAll" ma:index="16" nillable="true" ma:displayName="Taxonomy Catch All Column" ma:hidden="true" ma:list="{c1d1a0f5-b42e-4dcc-a771-72dc4fda9f68}" ma:internalName="TaxCatchAll" ma:showField="CatchAllData" ma:web="b112c056-f141-4248-a46f-e5f0219ad1a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050E4B-0601-46BC-9EC1-35D226D0FB9A}">
  <ds:schemaRefs>
    <ds:schemaRef ds:uri="http://schemas.microsoft.com/sharepoint/v3/contenttype/forms"/>
  </ds:schemaRefs>
</ds:datastoreItem>
</file>

<file path=customXml/itemProps2.xml><?xml version="1.0" encoding="utf-8"?>
<ds:datastoreItem xmlns:ds="http://schemas.openxmlformats.org/officeDocument/2006/customXml" ds:itemID="{7E82062F-9740-4D07-A55B-A202E5CC8C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776432-5f6f-4461-a773-af4277ea9cc4"/>
    <ds:schemaRef ds:uri="b112c056-f141-4248-a46f-e5f0219ad1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9305</TotalTime>
  <Words>600</Words>
  <Application>Microsoft Office PowerPoint</Application>
  <PresentationFormat>Widescreen</PresentationFormat>
  <Paragraphs>110</Paragraphs>
  <Slides>10</Slides>
  <Notes>0</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10</vt:i4>
      </vt:variant>
    </vt:vector>
  </HeadingPairs>
  <TitlesOfParts>
    <vt:vector size="15" baseType="lpstr">
      <vt:lpstr>Amasis MT Pro Black</vt:lpstr>
      <vt:lpstr>Arial</vt:lpstr>
      <vt:lpstr>Calibri</vt:lpstr>
      <vt:lpstr>Cambria Math</vt:lpstr>
      <vt:lpstr>Office-tema</vt:lpstr>
      <vt:lpstr>PowerPoint-præsentation</vt:lpstr>
      <vt:lpstr>Opgaver </vt:lpstr>
      <vt:lpstr>Atom</vt:lpstr>
      <vt:lpstr>Husker I elektrisk strøm</vt:lpstr>
      <vt:lpstr>Elektriske ladninger</vt:lpstr>
      <vt:lpstr>Feltlinjer</vt:lpstr>
      <vt:lpstr>Elektriske ladninger fortsat</vt:lpstr>
      <vt:lpstr>Elektrisk feltstyrke </vt:lpstr>
      <vt:lpstr>Elektriske ladninger opsamling</vt:lpstr>
      <vt:lpstr>Opgaver elektrisk felt</vt:lpstr>
    </vt:vector>
  </TitlesOfParts>
  <Company>MARTEC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Simon Tran Agerholm</dc:creator>
  <cp:lastModifiedBy>Simon Tran Agerholm</cp:lastModifiedBy>
  <cp:revision>3</cp:revision>
  <cp:lastPrinted>2023-02-21T06:53:23Z</cp:lastPrinted>
  <dcterms:created xsi:type="dcterms:W3CDTF">2022-08-15T10:32:01Z</dcterms:created>
  <dcterms:modified xsi:type="dcterms:W3CDTF">2026-09-22T09:36:12Z</dcterms:modified>
</cp:coreProperties>
</file>