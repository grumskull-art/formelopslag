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85" r:id="rId5"/>
    <p:sldId id="288" r:id="rId6"/>
    <p:sldId id="271" r:id="rId7"/>
    <p:sldId id="267" r:id="rId8"/>
    <p:sldId id="286" r:id="rId9"/>
    <p:sldId id="269" r:id="rId10"/>
    <p:sldId id="287" r:id="rId11"/>
    <p:sldId id="272" r:id="rId1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2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3565C8-698F-47FB-B4A2-C4ADE5D1CB54}" v="4" dt="2026-01-26T12:24:04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5749" autoAdjust="0"/>
  </p:normalViewPr>
  <p:slideViewPr>
    <p:cSldViewPr snapToGrid="0">
      <p:cViewPr varScale="1">
        <p:scale>
          <a:sx n="159" d="100"/>
          <a:sy n="159" d="100"/>
        </p:scale>
        <p:origin x="384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Tran Agerholm" userId="dd55e2d3-906e-4a4a-90ea-dda6205f875e" providerId="ADAL" clId="{5EFFF862-C165-4C4A-8B20-E280CAF10480}"/>
    <pc:docChg chg="addSld modSld">
      <pc:chgData name="Simon Tran Agerholm" userId="dd55e2d3-906e-4a4a-90ea-dda6205f875e" providerId="ADAL" clId="{5EFFF862-C165-4C4A-8B20-E280CAF10480}" dt="2026-01-26T12:24:04.977" v="9"/>
      <pc:docMkLst>
        <pc:docMk/>
      </pc:docMkLst>
      <pc:sldChg chg="modSp new mod">
        <pc:chgData name="Simon Tran Agerholm" userId="dd55e2d3-906e-4a4a-90ea-dda6205f875e" providerId="ADAL" clId="{5EFFF862-C165-4C4A-8B20-E280CAF10480}" dt="2026-01-26T12:24:04.977" v="9"/>
        <pc:sldMkLst>
          <pc:docMk/>
          <pc:sldMk cId="3744094804" sldId="288"/>
        </pc:sldMkLst>
        <pc:spChg chg="mod">
          <ac:chgData name="Simon Tran Agerholm" userId="dd55e2d3-906e-4a4a-90ea-dda6205f875e" providerId="ADAL" clId="{5EFFF862-C165-4C4A-8B20-E280CAF10480}" dt="2026-01-26T12:24:04.977" v="9"/>
          <ac:spMkLst>
            <pc:docMk/>
            <pc:sldMk cId="3744094804" sldId="288"/>
            <ac:spMk id="2" creationId="{F1D1D32E-CD0E-4F99-37FB-9410C1DBE8D5}"/>
          </ac:spMkLst>
        </pc:spChg>
        <pc:spChg chg="mod">
          <ac:chgData name="Simon Tran Agerholm" userId="dd55e2d3-906e-4a4a-90ea-dda6205f875e" providerId="ADAL" clId="{5EFFF862-C165-4C4A-8B20-E280CAF10480}" dt="2026-01-26T12:23:59.446" v="7" actId="20577"/>
          <ac:spMkLst>
            <pc:docMk/>
            <pc:sldMk cId="3744094804" sldId="288"/>
            <ac:spMk id="6" creationId="{58F78447-EBEC-A2E5-9F67-3107F4555C5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 dirty="0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7F1C29-6CEE-4139-81B0-D6A3836A8ADE}" type="datetimeFigureOut">
              <a:rPr lang="da-DK" smtClean="0"/>
              <a:t>26-01-2026</a:t>
            </a:fld>
            <a:endParaRPr lang="da-DK" dirty="0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 dirty="0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0919F-98D7-4166-A894-090C64A8F3CC}" type="slidenum">
              <a:rPr lang="da-DK" smtClean="0"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88090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626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7" name="Rektangel 6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311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indhold 2"/>
          <p:cNvSpPr>
            <a:spLocks noGrp="1"/>
          </p:cNvSpPr>
          <p:nvPr>
            <p:ph idx="1"/>
          </p:nvPr>
        </p:nvSpPr>
        <p:spPr>
          <a:xfrm>
            <a:off x="609600" y="1840200"/>
            <a:ext cx="10959921" cy="4322361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  <p:sp>
        <p:nvSpPr>
          <p:cNvPr id="6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41948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2D0AA3B-6199-4625-9B3D-4A581927657E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7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419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8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41948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9" name="Rektangel 8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0" name="Rektangel 9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09654"/>
            <a:ext cx="1581854" cy="789589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/>
          </p:nvPr>
        </p:nvSpPr>
        <p:spPr>
          <a:xfrm>
            <a:off x="609600" y="822771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78448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59" y="4732846"/>
            <a:ext cx="10874062" cy="1641367"/>
          </a:xfrm>
          <a:prstGeom prst="rect">
            <a:avLst/>
          </a:prstGeom>
        </p:spPr>
      </p:pic>
      <p:sp>
        <p:nvSpPr>
          <p:cNvPr id="14" name="Rektangel 13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5" name="Rektangel 14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7" name="Pladsholder til indhold 2"/>
          <p:cNvSpPr>
            <a:spLocks noGrp="1"/>
          </p:cNvSpPr>
          <p:nvPr>
            <p:ph idx="1"/>
          </p:nvPr>
        </p:nvSpPr>
        <p:spPr>
          <a:xfrm>
            <a:off x="609600" y="1840200"/>
            <a:ext cx="10959921" cy="4322361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  <p:sp>
        <p:nvSpPr>
          <p:cNvPr id="18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41948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EADF47-F52F-4319-A42C-825FC33167A7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9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419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20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41948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21" name="Billed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09654"/>
            <a:ext cx="1581854" cy="789589"/>
          </a:xfrm>
          <a:prstGeom prst="rect">
            <a:avLst/>
          </a:prstGeom>
        </p:spPr>
      </p:pic>
      <p:sp>
        <p:nvSpPr>
          <p:cNvPr id="22" name="Titel 1"/>
          <p:cNvSpPr>
            <a:spLocks noGrp="1"/>
          </p:cNvSpPr>
          <p:nvPr>
            <p:ph type="title"/>
          </p:nvPr>
        </p:nvSpPr>
        <p:spPr>
          <a:xfrm>
            <a:off x="609600" y="822771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7216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37" y="4734791"/>
            <a:ext cx="10861183" cy="1639422"/>
          </a:xfrm>
          <a:prstGeom prst="rect">
            <a:avLst/>
          </a:prstGeom>
        </p:spPr>
      </p:pic>
      <p:sp>
        <p:nvSpPr>
          <p:cNvPr id="12" name="Rektangel 11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3" name="Rektangel 12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5" name="Pladsholder til indhold 2"/>
          <p:cNvSpPr>
            <a:spLocks noGrp="1"/>
          </p:cNvSpPr>
          <p:nvPr>
            <p:ph idx="1"/>
          </p:nvPr>
        </p:nvSpPr>
        <p:spPr>
          <a:xfrm>
            <a:off x="609600" y="1840200"/>
            <a:ext cx="10959921" cy="4322361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  <p:sp>
        <p:nvSpPr>
          <p:cNvPr id="16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41948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3A69D36-AAD1-4408-87E1-E6495C0CD746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7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419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8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41948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19" name="Billede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09654"/>
            <a:ext cx="1581854" cy="789589"/>
          </a:xfrm>
          <a:prstGeom prst="rect">
            <a:avLst/>
          </a:prstGeom>
        </p:spPr>
      </p:pic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09600" y="822771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6372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billede 2"/>
          <p:cNvSpPr>
            <a:spLocks noGrp="1"/>
          </p:cNvSpPr>
          <p:nvPr>
            <p:ph type="pic" idx="1"/>
          </p:nvPr>
        </p:nvSpPr>
        <p:spPr>
          <a:xfrm>
            <a:off x="8610599" y="1489656"/>
            <a:ext cx="3581400" cy="524040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 dirty="0"/>
              <a:t>Klik på ikonet for at tilføje et billede</a:t>
            </a:r>
          </a:p>
        </p:txBody>
      </p:sp>
      <p:sp>
        <p:nvSpPr>
          <p:cNvPr id="12" name="Rektangel 11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3" name="Rektangel 12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6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09600" y="1863143"/>
            <a:ext cx="7543800" cy="4370231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7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06620-32CE-48F1-A682-8AE07FE6AD71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8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9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20" name="Billed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  <p:sp>
        <p:nvSpPr>
          <p:cNvPr id="21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23964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5" name="Rektangel 4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6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09600" y="1863143"/>
            <a:ext cx="10959922" cy="4370231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BD24823-1627-4649-A18C-2FAAEF4F08A8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8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9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26787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92174"/>
            <a:ext cx="12192000" cy="1840301"/>
          </a:xfrm>
          <a:prstGeom prst="rect">
            <a:avLst/>
          </a:prstGeom>
        </p:spPr>
      </p:pic>
      <p:sp>
        <p:nvSpPr>
          <p:cNvPr id="4" name="Rektangel 3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5" name="Rektangel 4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6" name="Pladsholder til indhold 2"/>
          <p:cNvSpPr>
            <a:spLocks noGrp="1"/>
          </p:cNvSpPr>
          <p:nvPr>
            <p:ph idx="1"/>
          </p:nvPr>
        </p:nvSpPr>
        <p:spPr>
          <a:xfrm>
            <a:off x="609600" y="1840200"/>
            <a:ext cx="10959921" cy="2942155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  <p:sp>
        <p:nvSpPr>
          <p:cNvPr id="7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41948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BC31BB7-9249-47D8-B1FB-310D43AE403D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8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419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9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41948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09654"/>
            <a:ext cx="1581854" cy="789589"/>
          </a:xfrm>
          <a:prstGeom prst="rect">
            <a:avLst/>
          </a:prstGeom>
        </p:spPr>
      </p:pic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609600" y="822771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29941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0" y="133618"/>
            <a:ext cx="12191350" cy="6597196"/>
          </a:xfrm>
          <a:prstGeom prst="rect">
            <a:avLst/>
          </a:prstGeom>
        </p:spPr>
      </p:pic>
      <p:sp>
        <p:nvSpPr>
          <p:cNvPr id="9" name="Rektangel 8"/>
          <p:cNvSpPr/>
          <p:nvPr userDrawn="1"/>
        </p:nvSpPr>
        <p:spPr>
          <a:xfrm>
            <a:off x="665411" y="4537656"/>
            <a:ext cx="9757892" cy="1264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9D63F17-50A8-4C19-9668-F2C76CE9B4E2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7" name="Rektangel 6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8" name="Rektangel 7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772736" y="4702765"/>
            <a:ext cx="9624810" cy="534645"/>
          </a:xfrm>
        </p:spPr>
        <p:txBody>
          <a:bodyPr>
            <a:noAutofit/>
          </a:bodyPr>
          <a:lstStyle>
            <a:lvl1pPr>
              <a:defRPr sz="3400">
                <a:solidFill>
                  <a:schemeClr val="tx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4" name="Pladsholder til tekst 3"/>
          <p:cNvSpPr>
            <a:spLocks noGrp="1"/>
          </p:cNvSpPr>
          <p:nvPr>
            <p:ph type="body" sz="half" idx="10"/>
          </p:nvPr>
        </p:nvSpPr>
        <p:spPr>
          <a:xfrm>
            <a:off x="781318" y="5318975"/>
            <a:ext cx="9594763" cy="356315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58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609600" y="1854602"/>
            <a:ext cx="5452056" cy="4322361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5A6A0FF-6092-40B8-A6BC-42083E3AFF50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7" name="Rektangel 6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8" name="Rektangel 7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1" name="Pladsholder til indhold 2"/>
          <p:cNvSpPr>
            <a:spLocks noGrp="1"/>
          </p:cNvSpPr>
          <p:nvPr>
            <p:ph idx="10"/>
          </p:nvPr>
        </p:nvSpPr>
        <p:spPr>
          <a:xfrm>
            <a:off x="6216204" y="1854601"/>
            <a:ext cx="5353318" cy="4322361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0717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led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1" y="134225"/>
            <a:ext cx="12191352" cy="6595983"/>
          </a:xfrm>
          <a:prstGeom prst="rect">
            <a:avLst/>
          </a:prstGeom>
        </p:spPr>
      </p:pic>
      <p:sp>
        <p:nvSpPr>
          <p:cNvPr id="11" name="Rektangel 10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2" name="Rektangel 11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D2F6E6-E1E9-4545-B2C6-07A26B23864A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17" name="Billede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214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led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1" y="133618"/>
            <a:ext cx="12191352" cy="6597197"/>
          </a:xfrm>
          <a:prstGeom prst="rect">
            <a:avLst/>
          </a:prstGeom>
        </p:spPr>
      </p:pic>
      <p:sp>
        <p:nvSpPr>
          <p:cNvPr id="9" name="Rektangel 8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0" name="Rektangel 9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405" y="524059"/>
            <a:ext cx="1581854" cy="789588"/>
          </a:xfrm>
          <a:prstGeom prst="rect">
            <a:avLst/>
          </a:prstGeom>
        </p:spPr>
      </p:pic>
      <p:sp>
        <p:nvSpPr>
          <p:cNvPr id="1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1C3C754-727C-492F-8442-EB95C5E1F673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72891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0" y="133618"/>
            <a:ext cx="12191350" cy="6597197"/>
          </a:xfrm>
          <a:prstGeom prst="rect">
            <a:avLst/>
          </a:prstGeom>
        </p:spPr>
      </p:pic>
      <p:sp>
        <p:nvSpPr>
          <p:cNvPr id="7" name="Rektangel 6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8" name="Rektangel 7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405" y="524059"/>
            <a:ext cx="1581854" cy="789588"/>
          </a:xfrm>
          <a:prstGeom prst="rect">
            <a:avLst/>
          </a:prstGeom>
        </p:spPr>
      </p:pic>
      <p:sp>
        <p:nvSpPr>
          <p:cNvPr id="11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39FEFB9-1D65-499A-A7C1-F8C29B9C0ADA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2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3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932101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0" y="133618"/>
            <a:ext cx="12191350" cy="6597197"/>
          </a:xfrm>
          <a:prstGeom prst="rect">
            <a:avLst/>
          </a:prstGeom>
        </p:spPr>
      </p:pic>
      <p:sp>
        <p:nvSpPr>
          <p:cNvPr id="7" name="Rektangel 6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8" name="Rektangel 7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405" y="524059"/>
            <a:ext cx="1581854" cy="789588"/>
          </a:xfrm>
          <a:prstGeom prst="rect">
            <a:avLst/>
          </a:prstGeom>
        </p:spPr>
      </p:pic>
      <p:sp>
        <p:nvSpPr>
          <p:cNvPr id="11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0327825-9B76-4DA9-A187-50C7F7B752FC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2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3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51614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0" y="133618"/>
            <a:ext cx="12191350" cy="6597196"/>
          </a:xfrm>
          <a:prstGeom prst="rect">
            <a:avLst/>
          </a:prstGeom>
        </p:spPr>
      </p:pic>
      <p:sp>
        <p:nvSpPr>
          <p:cNvPr id="7" name="Rektangel 6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8" name="Rektangel 7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405" y="524059"/>
            <a:ext cx="1581854" cy="789588"/>
          </a:xfrm>
          <a:prstGeom prst="rect">
            <a:avLst/>
          </a:prstGeom>
        </p:spPr>
      </p:pic>
      <p:sp>
        <p:nvSpPr>
          <p:cNvPr id="11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3646EA3-D6A7-486B-B0F6-A68915316A5A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2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3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74703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428" y="127383"/>
            <a:ext cx="3979572" cy="6602675"/>
          </a:xfrm>
          <a:prstGeom prst="rect">
            <a:avLst/>
          </a:prstGeom>
        </p:spPr>
      </p:pic>
      <p:sp>
        <p:nvSpPr>
          <p:cNvPr id="3" name="Rektangel 2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4" name="Rektangel 3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5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09600" y="1863143"/>
            <a:ext cx="7792792" cy="4370231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FB2F125-A483-4DC7-A021-EB3FF61C4863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7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8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347910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428" y="127383"/>
            <a:ext cx="3979571" cy="6602675"/>
          </a:xfrm>
          <a:prstGeom prst="rect">
            <a:avLst/>
          </a:prstGeom>
        </p:spPr>
      </p:pic>
      <p:sp>
        <p:nvSpPr>
          <p:cNvPr id="4" name="Rektangel 3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5" name="Rektangel 4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7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C909A38-DDB8-4ED8-BB7A-FD3990436545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8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9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2" name="Pladsholder til indhold 2"/>
          <p:cNvSpPr>
            <a:spLocks noGrp="1"/>
          </p:cNvSpPr>
          <p:nvPr>
            <p:ph idx="1"/>
          </p:nvPr>
        </p:nvSpPr>
        <p:spPr>
          <a:xfrm>
            <a:off x="609600" y="1854602"/>
            <a:ext cx="7692980" cy="4493165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458840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428" y="127383"/>
            <a:ext cx="3979571" cy="6602674"/>
          </a:xfrm>
          <a:prstGeom prst="rect">
            <a:avLst/>
          </a:prstGeom>
        </p:spPr>
      </p:pic>
      <p:sp>
        <p:nvSpPr>
          <p:cNvPr id="4" name="Rektangel 3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5" name="Rektangel 4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6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07DF55F-A9A4-4B23-AA01-099AD488C02C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7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8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1" name="Pladsholder til indhold 2"/>
          <p:cNvSpPr>
            <a:spLocks noGrp="1"/>
          </p:cNvSpPr>
          <p:nvPr>
            <p:ph idx="1"/>
          </p:nvPr>
        </p:nvSpPr>
        <p:spPr>
          <a:xfrm>
            <a:off x="609600" y="1854602"/>
            <a:ext cx="7692980" cy="4493165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955640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3104" y="127383"/>
            <a:ext cx="3978217" cy="6602674"/>
          </a:xfrm>
          <a:prstGeom prst="rect">
            <a:avLst/>
          </a:prstGeom>
        </p:spPr>
      </p:pic>
      <p:sp>
        <p:nvSpPr>
          <p:cNvPr id="19" name="Rektangel 18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20" name="Rektangel 19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21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AAEBAC6-3E5D-4D0D-8B05-133686C48097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22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23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24" name="Billed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  <p:sp>
        <p:nvSpPr>
          <p:cNvPr id="25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26" name="Pladsholder til indhold 2"/>
          <p:cNvSpPr>
            <a:spLocks noGrp="1"/>
          </p:cNvSpPr>
          <p:nvPr>
            <p:ph idx="1"/>
          </p:nvPr>
        </p:nvSpPr>
        <p:spPr>
          <a:xfrm>
            <a:off x="609600" y="1854602"/>
            <a:ext cx="7692980" cy="4493165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218974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9" y="134225"/>
            <a:ext cx="12191347" cy="6595980"/>
          </a:xfrm>
          <a:prstGeom prst="rect">
            <a:avLst/>
          </a:prstGeom>
        </p:spPr>
      </p:pic>
      <p:sp>
        <p:nvSpPr>
          <p:cNvPr id="9" name="Rektangel 8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0" name="Rektangel 9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2" name="Pladsholder til indhold 2"/>
          <p:cNvSpPr>
            <a:spLocks noGrp="1"/>
          </p:cNvSpPr>
          <p:nvPr>
            <p:ph idx="1"/>
          </p:nvPr>
        </p:nvSpPr>
        <p:spPr>
          <a:xfrm>
            <a:off x="609600" y="1840200"/>
            <a:ext cx="10959921" cy="4322361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  <p:sp>
        <p:nvSpPr>
          <p:cNvPr id="13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41948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AC65E38-1F38-491F-B290-081E1A9DD70F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4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419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5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41948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16" name="Billede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09654"/>
            <a:ext cx="1581854" cy="789589"/>
          </a:xfrm>
          <a:prstGeom prst="rect">
            <a:avLst/>
          </a:prstGeom>
        </p:spPr>
      </p:pic>
      <p:sp>
        <p:nvSpPr>
          <p:cNvPr id="17" name="Titel 1"/>
          <p:cNvSpPr>
            <a:spLocks noGrp="1"/>
          </p:cNvSpPr>
          <p:nvPr>
            <p:ph type="title"/>
          </p:nvPr>
        </p:nvSpPr>
        <p:spPr>
          <a:xfrm>
            <a:off x="609600" y="822771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504386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led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72" y="130415"/>
            <a:ext cx="12210981" cy="6606603"/>
          </a:xfrm>
          <a:prstGeom prst="rect">
            <a:avLst/>
          </a:prstGeom>
        </p:spPr>
      </p:pic>
      <p:sp>
        <p:nvSpPr>
          <p:cNvPr id="7" name="Rektangel 6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8" name="Rektangel 7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09600" y="1863143"/>
            <a:ext cx="10959922" cy="4370231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5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58F4EE3-D617-4EB2-8D3B-FE40CB9E707E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6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7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  <p:sp>
        <p:nvSpPr>
          <p:cNvPr id="19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023610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1" y="137375"/>
            <a:ext cx="3581400" cy="6607840"/>
          </a:xfrm>
          <a:prstGeom prst="rect">
            <a:avLst/>
          </a:prstGeom>
        </p:spPr>
      </p:pic>
      <p:sp>
        <p:nvSpPr>
          <p:cNvPr id="8" name="Rektangel 7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9" name="Rektangel 8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3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09600" y="1863143"/>
            <a:ext cx="7792792" cy="4370231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11E6CC9-6A1F-4B15-8B64-B570289F15CC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8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63739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1" y="137375"/>
            <a:ext cx="3581399" cy="6607840"/>
          </a:xfrm>
          <a:prstGeom prst="rect">
            <a:avLst/>
          </a:prstGeom>
        </p:spPr>
      </p:pic>
      <p:sp>
        <p:nvSpPr>
          <p:cNvPr id="8" name="Rektangel 7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9" name="Rektangel 8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09600" y="1863143"/>
            <a:ext cx="7792792" cy="4370231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5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FCAB5D-30E8-40AB-AF92-BFEF1A487A45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6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7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9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63992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1" y="137376"/>
            <a:ext cx="3581399" cy="6607838"/>
          </a:xfrm>
          <a:prstGeom prst="rect">
            <a:avLst/>
          </a:prstGeom>
        </p:spPr>
      </p:pic>
      <p:sp>
        <p:nvSpPr>
          <p:cNvPr id="8" name="Rektangel 7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9" name="Rektangel 8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09600" y="1863143"/>
            <a:ext cx="7792792" cy="4370231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5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C7FEDC8-BC0F-4C38-BE04-AE1A0350145F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6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7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9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447793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1" y="137376"/>
            <a:ext cx="3581398" cy="6607838"/>
          </a:xfrm>
          <a:prstGeom prst="rect">
            <a:avLst/>
          </a:prstGeom>
        </p:spPr>
      </p:pic>
      <p:sp>
        <p:nvSpPr>
          <p:cNvPr id="8" name="Rektangel 7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9" name="Rektangel 8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09600" y="1863143"/>
            <a:ext cx="7792792" cy="4370231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5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1911CDB-58A4-4756-8D06-565FA28099E4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6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7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9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483898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1" y="137377"/>
            <a:ext cx="3581398" cy="6607836"/>
          </a:xfrm>
          <a:prstGeom prst="rect">
            <a:avLst/>
          </a:prstGeom>
        </p:spPr>
      </p:pic>
      <p:sp>
        <p:nvSpPr>
          <p:cNvPr id="8" name="Rektangel 7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9" name="Rektangel 8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09600" y="1863143"/>
            <a:ext cx="7792792" cy="4370231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5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286C61A-FD32-4FEA-A82A-2D7BBF3118CA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6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7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9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982293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1538748"/>
            <a:ext cx="11161488" cy="193652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42859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963163B-B818-44EB-8CB4-7CD7AD3C17AF}" type="datetime1">
              <a:rPr lang="da-DK" smtClean="0"/>
              <a:t>26-01-2026</a:t>
            </a:fld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3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520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dsholder til titel 1"/>
          <p:cNvSpPr>
            <a:spLocks noGrp="1"/>
          </p:cNvSpPr>
          <p:nvPr>
            <p:ph type="title"/>
          </p:nvPr>
        </p:nvSpPr>
        <p:spPr>
          <a:xfrm>
            <a:off x="459346" y="1064655"/>
            <a:ext cx="10894454" cy="823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12" name="Pladsholder til tekst 2"/>
          <p:cNvSpPr>
            <a:spLocks noGrp="1"/>
          </p:cNvSpPr>
          <p:nvPr>
            <p:ph type="body" idx="1"/>
          </p:nvPr>
        </p:nvSpPr>
        <p:spPr>
          <a:xfrm>
            <a:off x="510862" y="2369713"/>
            <a:ext cx="10842938" cy="380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Rediger typografien i masterens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1885492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86" r:id="rId2"/>
    <p:sldLayoutId id="2147483677" r:id="rId3"/>
    <p:sldLayoutId id="2147483654" r:id="rId4"/>
    <p:sldLayoutId id="2147483655" r:id="rId5"/>
    <p:sldLayoutId id="2147483660" r:id="rId6"/>
    <p:sldLayoutId id="2147483688" r:id="rId7"/>
    <p:sldLayoutId id="2147483692" r:id="rId8"/>
    <p:sldLayoutId id="2147483676" r:id="rId9"/>
    <p:sldLayoutId id="2147483687" r:id="rId10"/>
    <p:sldLayoutId id="2147483651" r:id="rId11"/>
    <p:sldLayoutId id="2147483661" r:id="rId12"/>
    <p:sldLayoutId id="2147483670" r:id="rId13"/>
    <p:sldLayoutId id="2147483671" r:id="rId14"/>
    <p:sldLayoutId id="2147483679" r:id="rId15"/>
    <p:sldLayoutId id="2147483689" r:id="rId16"/>
    <p:sldLayoutId id="2147483690" r:id="rId17"/>
    <p:sldLayoutId id="2147483691" r:id="rId18"/>
    <p:sldLayoutId id="2147483652" r:id="rId19"/>
    <p:sldLayoutId id="2147483678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93" r:id="rId2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14914-CA90-E72D-CB65-A6EB1B144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E5881E3B-072E-C324-B27E-B43EE7D8D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24823-1627-4649-A18C-2FAAEF4F08A8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2B00A1EE-A429-1550-F93B-4AB24F032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5D02A0D3-B555-9455-B790-15907F5BDC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1</a:t>
            </a:fld>
            <a:endParaRPr lang="da-DK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9ABA4AB-32C7-7972-BCD1-98BAFFCE7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z="3600" dirty="0">
                <a:solidFill>
                  <a:srgbClr val="006273"/>
                </a:solidFill>
              </a:rPr>
              <a:t>Jævnstrømskredsløb</a:t>
            </a:r>
          </a:p>
        </p:txBody>
      </p:sp>
      <p:sp>
        <p:nvSpPr>
          <p:cNvPr id="2" name="Pladsholder til tekst 2">
            <a:extLst>
              <a:ext uri="{FF2B5EF4-FFF2-40B4-BE49-F238E27FC236}">
                <a16:creationId xmlns:a16="http://schemas.microsoft.com/office/drawing/2014/main" id="{9FA07274-1A30-D703-05DC-C54419EC5FA2}"/>
              </a:ext>
            </a:extLst>
          </p:cNvPr>
          <p:cNvSpPr txBox="1">
            <a:spLocks/>
          </p:cNvSpPr>
          <p:nvPr/>
        </p:nvSpPr>
        <p:spPr>
          <a:xfrm>
            <a:off x="1610400" y="5412170"/>
            <a:ext cx="5670550" cy="450850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defPPr>
              <a:defRPr lang="da-DK"/>
            </a:defPPr>
            <a:lvl1pPr marL="0" algn="l" defTabSz="1072866" rtl="0" eaLnBrk="1" latinLnBrk="0" hangingPunct="1">
              <a:defRPr sz="1000" b="1" kern="120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36433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2866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9298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45731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164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8597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55029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91462" algn="l" defTabSz="107286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1800" dirty="0"/>
              <a:t>Simon Tran Agerholm forår 2025</a:t>
            </a:r>
          </a:p>
        </p:txBody>
      </p:sp>
      <p:pic>
        <p:nvPicPr>
          <p:cNvPr id="10" name="Picture 2" descr="AC vs DC: The difference between alternating and direct current">
            <a:extLst>
              <a:ext uri="{FF2B5EF4-FFF2-40B4-BE49-F238E27FC236}">
                <a16:creationId xmlns:a16="http://schemas.microsoft.com/office/drawing/2014/main" id="{9CEAA36A-381A-0F36-D08B-9530B97A5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149" y="1606443"/>
            <a:ext cx="4477702" cy="3645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443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F1D1D32E-CD0E-4F99-37FB-9410C1DBE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a-DK" dirty="0"/>
              <a:t>2.1 + 2.2 + 2.3 + 2.4 + 2.5 + 2.6 + 2.9 + 2.10 + 2.12 + 2.13 + 2.14 + 2.15 + 2.16 + 2.17 + 2.18 + 2.20 + (2.21 svær).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35DEB3A-14F3-080A-1F64-238B72F8C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24823-1627-4649-A18C-2FAAEF4F08A8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31A18527-0107-A32D-D0CB-17FF23D706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Simon Tran Agerholm</a:t>
            </a:r>
            <a:endParaRPr lang="da-DK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304552F-68C6-8391-2CFD-620C6CA6C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2</a:t>
            </a:fld>
            <a:endParaRPr lang="da-DK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8F78447-EBEC-A2E5-9F67-3107F4555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</p:spTree>
    <p:extLst>
      <p:ext uri="{BB962C8B-B14F-4D97-AF65-F5344CB8AC3E}">
        <p14:creationId xmlns:p14="http://schemas.microsoft.com/office/powerpoint/2010/main" val="3744094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CEB73D05-4486-1FEB-5DE0-651B8EBF6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24823-1627-4649-A18C-2FAAEF4F08A8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1D8E6480-8743-9B80-DD3F-8281C3FC38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F90B6A14-5377-6137-4CFD-CA6A1A3297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3</a:t>
            </a:fld>
            <a:endParaRPr lang="da-DK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C028999-B4AC-4D4B-40E8-B8D01D8CD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Elektromotorisk kraft og klemspænding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A480782E-0120-2265-81E4-3537DE867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738" y="2982090"/>
            <a:ext cx="3337849" cy="2255715"/>
          </a:xfrm>
          <a:prstGeom prst="rect">
            <a:avLst/>
          </a:prstGeom>
        </p:spPr>
      </p:pic>
      <p:sp>
        <p:nvSpPr>
          <p:cNvPr id="9" name="Tekstfelt 8">
            <a:extLst>
              <a:ext uri="{FF2B5EF4-FFF2-40B4-BE49-F238E27FC236}">
                <a16:creationId xmlns:a16="http://schemas.microsoft.com/office/drawing/2014/main" id="{4079168F-57D0-4E4E-23F0-B15949AFE7F8}"/>
              </a:ext>
            </a:extLst>
          </p:cNvPr>
          <p:cNvSpPr txBox="1"/>
          <p:nvPr/>
        </p:nvSpPr>
        <p:spPr>
          <a:xfrm>
            <a:off x="6519663" y="3125367"/>
            <a:ext cx="1696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 dirty="0" err="1"/>
              <a:t>U</a:t>
            </a:r>
            <a:r>
              <a:rPr lang="da-DK" sz="2400" baseline="-25000" dirty="0" err="1"/>
              <a:t>kl</a:t>
            </a:r>
            <a:r>
              <a:rPr lang="da-DK" sz="2400" baseline="-25000" dirty="0"/>
              <a:t> </a:t>
            </a:r>
            <a:r>
              <a:rPr lang="da-DK" sz="2400" dirty="0"/>
              <a:t>= E - I </a:t>
            </a:r>
            <a:r>
              <a:rPr lang="da-DK" sz="2400" dirty="0">
                <a:ea typeface="Segoe UI Symbol" panose="020B0502040204020203" pitchFamily="34" charset="0"/>
              </a:rPr>
              <a:t>• </a:t>
            </a:r>
            <a:r>
              <a:rPr lang="da-DK" sz="2400" dirty="0"/>
              <a:t>r</a:t>
            </a:r>
            <a:r>
              <a:rPr lang="da-DK" sz="2400" baseline="-25000" dirty="0"/>
              <a:t>i</a:t>
            </a:r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9B83F00D-387A-6D7C-6A36-4EEA692CB32D}"/>
              </a:ext>
            </a:extLst>
          </p:cNvPr>
          <p:cNvSpPr txBox="1"/>
          <p:nvPr/>
        </p:nvSpPr>
        <p:spPr>
          <a:xfrm>
            <a:off x="609599" y="1698759"/>
            <a:ext cx="88184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/>
              <a:t>En spændingskilde indeholder desuden − uanset arten − en</a:t>
            </a:r>
          </a:p>
          <a:p>
            <a:r>
              <a:rPr lang="da-DK" dirty="0"/>
              <a:t>indre modstand ri, som medfører et indre spændingsfald proportionalt med strømstyrken. </a:t>
            </a:r>
          </a:p>
          <a:p>
            <a:r>
              <a:rPr lang="da-DK" dirty="0"/>
              <a:t>Klemspændingen bliver derfor som vist herunder:</a:t>
            </a:r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89198018-8DC2-BC70-BF21-B2C8E191C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688" y="4306514"/>
            <a:ext cx="1559273" cy="852727"/>
          </a:xfrm>
          <a:prstGeom prst="rect">
            <a:avLst/>
          </a:prstGeom>
        </p:spPr>
      </p:pic>
      <p:sp>
        <p:nvSpPr>
          <p:cNvPr id="14" name="Tekstfelt 13">
            <a:extLst>
              <a:ext uri="{FF2B5EF4-FFF2-40B4-BE49-F238E27FC236}">
                <a16:creationId xmlns:a16="http://schemas.microsoft.com/office/drawing/2014/main" id="{BEBD00DA-7A67-8576-4339-F22E3D7438AF}"/>
              </a:ext>
            </a:extLst>
          </p:cNvPr>
          <p:cNvSpPr txBox="1"/>
          <p:nvPr/>
        </p:nvSpPr>
        <p:spPr>
          <a:xfrm>
            <a:off x="6519663" y="3707102"/>
            <a:ext cx="26263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400" dirty="0" err="1"/>
              <a:t>Ukl</a:t>
            </a:r>
            <a:r>
              <a:rPr lang="da-DK" sz="2400" dirty="0"/>
              <a:t> = E ved I = 0</a:t>
            </a:r>
          </a:p>
        </p:txBody>
      </p:sp>
    </p:spTree>
    <p:extLst>
      <p:ext uri="{BB962C8B-B14F-4D97-AF65-F5344CB8AC3E}">
        <p14:creationId xmlns:p14="http://schemas.microsoft.com/office/powerpoint/2010/main" val="641119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BCDDAB79-04BA-B8E8-A770-41E1DDA4A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DDCD9-AB9B-49D1-A050-B9EBA97562D1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020D48C-EDDD-735D-06EF-AA552EC21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4</a:t>
            </a:fld>
            <a:endParaRPr lang="da-DK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1326F12-0376-7BC9-2047-27AC0686A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Beregning af erstatningsmodstande</a:t>
            </a:r>
          </a:p>
        </p:txBody>
      </p:sp>
      <p:sp>
        <p:nvSpPr>
          <p:cNvPr id="2" name="Pladsholder til sidefod 1">
            <a:extLst>
              <a:ext uri="{FF2B5EF4-FFF2-40B4-BE49-F238E27FC236}">
                <a16:creationId xmlns:a16="http://schemas.microsoft.com/office/drawing/2014/main" id="{DE65C669-B255-AFC0-FB95-6DA5C8DC8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7" name="Pladsholder til indhold 2">
            <a:extLst>
              <a:ext uri="{FF2B5EF4-FFF2-40B4-BE49-F238E27FC236}">
                <a16:creationId xmlns:a16="http://schemas.microsoft.com/office/drawing/2014/main" id="{75463720-1619-B0A6-F461-DF7B4680C777}"/>
              </a:ext>
            </a:extLst>
          </p:cNvPr>
          <p:cNvSpPr txBox="1">
            <a:spLocks/>
          </p:cNvSpPr>
          <p:nvPr/>
        </p:nvSpPr>
        <p:spPr>
          <a:xfrm>
            <a:off x="6126760" y="2624606"/>
            <a:ext cx="2648502" cy="3853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2400" dirty="0" err="1"/>
              <a:t>U</a:t>
            </a:r>
            <a:r>
              <a:rPr lang="da-DK" sz="2400" baseline="-25000" dirty="0" err="1"/>
              <a:t>ab</a:t>
            </a:r>
            <a:r>
              <a:rPr lang="da-DK" sz="2400" dirty="0"/>
              <a:t> = U1 + U2 + U3</a:t>
            </a:r>
          </a:p>
        </p:txBody>
      </p:sp>
      <p:sp>
        <p:nvSpPr>
          <p:cNvPr id="8" name="Pladsholder til indhold 2">
            <a:extLst>
              <a:ext uri="{FF2B5EF4-FFF2-40B4-BE49-F238E27FC236}">
                <a16:creationId xmlns:a16="http://schemas.microsoft.com/office/drawing/2014/main" id="{65DECCA9-B13E-EAA1-DA38-060B8470F696}"/>
              </a:ext>
            </a:extLst>
          </p:cNvPr>
          <p:cNvSpPr txBox="1">
            <a:spLocks/>
          </p:cNvSpPr>
          <p:nvPr/>
        </p:nvSpPr>
        <p:spPr>
          <a:xfrm>
            <a:off x="609600" y="1511304"/>
            <a:ext cx="9068709" cy="385333"/>
          </a:xfrm>
          <a:prstGeom prst="rect">
            <a:avLst/>
          </a:prstGeom>
        </p:spPr>
        <p:txBody>
          <a:bodyPr vert="horz" lIns="107287" tIns="53643" rIns="107287" bIns="53643" rtlCol="0">
            <a:spAutoFit/>
          </a:bodyPr>
          <a:lstStyle>
            <a:lvl1pPr marL="0" indent="0" algn="l" defTabSz="1072866" rtl="0" eaLnBrk="1" latinLnBrk="0" hangingPunct="1">
              <a:spcBef>
                <a:spcPct val="20000"/>
              </a:spcBef>
              <a:buSzPct val="25000"/>
              <a:buFontTx/>
              <a:buNone/>
              <a:defRPr sz="1800" b="1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12919" indent="-281255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2898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35733" indent="-206751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944346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52958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tabLst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6902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4023246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59678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b="0" dirty="0"/>
              <a:t>En serieforbindelse = En spændingsdeler = Samme strøm gennem alle modstande  </a:t>
            </a:r>
          </a:p>
        </p:txBody>
      </p:sp>
      <p:sp>
        <p:nvSpPr>
          <p:cNvPr id="10" name="Pladsholder til indhold 2">
            <a:extLst>
              <a:ext uri="{FF2B5EF4-FFF2-40B4-BE49-F238E27FC236}">
                <a16:creationId xmlns:a16="http://schemas.microsoft.com/office/drawing/2014/main" id="{ECB54ED7-0297-8C11-283B-4B76E79E9490}"/>
              </a:ext>
            </a:extLst>
          </p:cNvPr>
          <p:cNvSpPr txBox="1">
            <a:spLocks/>
          </p:cNvSpPr>
          <p:nvPr/>
        </p:nvSpPr>
        <p:spPr>
          <a:xfrm>
            <a:off x="6126760" y="3209823"/>
            <a:ext cx="2934236" cy="477666"/>
          </a:xfrm>
          <a:prstGeom prst="rect">
            <a:avLst/>
          </a:prstGeom>
        </p:spPr>
        <p:txBody>
          <a:bodyPr vert="horz" wrap="square" lIns="107287" tIns="53643" rIns="107287" bIns="53643" rtlCol="0">
            <a:spAutoFit/>
          </a:bodyPr>
          <a:lstStyle>
            <a:lvl1pPr marL="0" indent="0" algn="l" defTabSz="1072866" rtl="0" eaLnBrk="1" latinLnBrk="0" hangingPunct="1">
              <a:spcBef>
                <a:spcPct val="20000"/>
              </a:spcBef>
              <a:buSzPct val="25000"/>
              <a:buFontTx/>
              <a:buNone/>
              <a:defRPr sz="1800" b="1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12919" indent="-281255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2898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35733" indent="-206751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944346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52958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tabLst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6902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4023246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59678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2400" b="0" dirty="0" err="1">
                <a:solidFill>
                  <a:schemeClr val="tx1"/>
                </a:solidFill>
                <a:latin typeface="+mn-lt"/>
              </a:rPr>
              <a:t>R</a:t>
            </a:r>
            <a:r>
              <a:rPr lang="da-DK" sz="2400" b="0" baseline="-25000" dirty="0" err="1">
                <a:solidFill>
                  <a:schemeClr val="tx1"/>
                </a:solidFill>
                <a:latin typeface="+mn-lt"/>
              </a:rPr>
              <a:t>s</a:t>
            </a:r>
            <a:r>
              <a:rPr lang="da-DK" sz="2400" b="0" dirty="0">
                <a:solidFill>
                  <a:schemeClr val="tx1"/>
                </a:solidFill>
                <a:latin typeface="+mn-lt"/>
              </a:rPr>
              <a:t> = R1 + R2 + R3</a:t>
            </a:r>
          </a:p>
        </p:txBody>
      </p:sp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197213C5-618E-683F-404A-3140403F0DE9}"/>
              </a:ext>
            </a:extLst>
          </p:cNvPr>
          <p:cNvSpPr txBox="1">
            <a:spLocks/>
          </p:cNvSpPr>
          <p:nvPr/>
        </p:nvSpPr>
        <p:spPr>
          <a:xfrm>
            <a:off x="6126760" y="3792423"/>
            <a:ext cx="2275633" cy="477666"/>
          </a:xfrm>
          <a:prstGeom prst="rect">
            <a:avLst/>
          </a:prstGeom>
        </p:spPr>
        <p:txBody>
          <a:bodyPr vert="horz" lIns="107287" tIns="53643" rIns="107287" bIns="53643" rtlCol="0">
            <a:spAutoFit/>
          </a:bodyPr>
          <a:lstStyle>
            <a:lvl1pPr marL="0" indent="0" algn="l" defTabSz="1072866" rtl="0" eaLnBrk="1" latinLnBrk="0" hangingPunct="1">
              <a:spcBef>
                <a:spcPct val="20000"/>
              </a:spcBef>
              <a:buSzPct val="25000"/>
              <a:buFontTx/>
              <a:buNone/>
              <a:defRPr sz="1800" b="1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12919" indent="-281255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2898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35733" indent="-206751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944346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52958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tabLst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6902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4023246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59678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2400" b="0" dirty="0">
                <a:solidFill>
                  <a:schemeClr val="tx1"/>
                </a:solidFill>
                <a:latin typeface="+mn-lt"/>
              </a:rPr>
              <a:t>I</a:t>
            </a:r>
            <a:r>
              <a:rPr lang="da-DK" sz="2400" b="0" baseline="-25000" dirty="0">
                <a:solidFill>
                  <a:schemeClr val="tx1"/>
                </a:solidFill>
                <a:latin typeface="+mn-lt"/>
              </a:rPr>
              <a:t>s</a:t>
            </a:r>
            <a:r>
              <a:rPr lang="da-DK" sz="2400" b="0" dirty="0">
                <a:solidFill>
                  <a:schemeClr val="tx1"/>
                </a:solidFill>
                <a:latin typeface="+mn-lt"/>
              </a:rPr>
              <a:t> = I1 = I2 = I3</a:t>
            </a:r>
          </a:p>
        </p:txBody>
      </p:sp>
      <p:sp>
        <p:nvSpPr>
          <p:cNvPr id="12" name="Pladsholder til indhold 2">
            <a:extLst>
              <a:ext uri="{FF2B5EF4-FFF2-40B4-BE49-F238E27FC236}">
                <a16:creationId xmlns:a16="http://schemas.microsoft.com/office/drawing/2014/main" id="{571D283B-38EB-EFF4-A49C-409BC1077725}"/>
              </a:ext>
            </a:extLst>
          </p:cNvPr>
          <p:cNvSpPr txBox="1">
            <a:spLocks/>
          </p:cNvSpPr>
          <p:nvPr/>
        </p:nvSpPr>
        <p:spPr>
          <a:xfrm>
            <a:off x="6126759" y="4372832"/>
            <a:ext cx="2275633" cy="477666"/>
          </a:xfrm>
          <a:prstGeom prst="rect">
            <a:avLst/>
          </a:prstGeom>
        </p:spPr>
        <p:txBody>
          <a:bodyPr vert="horz" lIns="107287" tIns="53643" rIns="107287" bIns="53643" rtlCol="0">
            <a:spAutoFit/>
          </a:bodyPr>
          <a:lstStyle>
            <a:lvl1pPr marL="0" indent="0" algn="l" defTabSz="1072866" rtl="0" eaLnBrk="1" latinLnBrk="0" hangingPunct="1">
              <a:spcBef>
                <a:spcPct val="20000"/>
              </a:spcBef>
              <a:buSzPct val="25000"/>
              <a:buFontTx/>
              <a:buNone/>
              <a:defRPr sz="1800" b="1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12919" indent="-281255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2898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35733" indent="-206751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944346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52958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tabLst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6902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4023246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59678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2400" b="0" dirty="0">
                <a:solidFill>
                  <a:schemeClr val="tx1"/>
                </a:solidFill>
                <a:latin typeface="+mn-lt"/>
              </a:rPr>
              <a:t>P</a:t>
            </a:r>
            <a:r>
              <a:rPr lang="da-DK" sz="2400" b="0" baseline="-25000" dirty="0">
                <a:solidFill>
                  <a:schemeClr val="tx1"/>
                </a:solidFill>
                <a:latin typeface="+mn-lt"/>
              </a:rPr>
              <a:t>s</a:t>
            </a:r>
            <a:r>
              <a:rPr lang="da-DK" sz="2400" b="0" dirty="0">
                <a:solidFill>
                  <a:schemeClr val="tx1"/>
                </a:solidFill>
                <a:latin typeface="+mn-lt"/>
              </a:rPr>
              <a:t> = P1 + P2 + P3</a:t>
            </a:r>
          </a:p>
        </p:txBody>
      </p:sp>
      <p:pic>
        <p:nvPicPr>
          <p:cNvPr id="14" name="Billede 13">
            <a:extLst>
              <a:ext uri="{FF2B5EF4-FFF2-40B4-BE49-F238E27FC236}">
                <a16:creationId xmlns:a16="http://schemas.microsoft.com/office/drawing/2014/main" id="{DAE0FA0C-C846-F8EB-0845-6921FC985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24606"/>
            <a:ext cx="4244708" cy="998307"/>
          </a:xfrm>
          <a:prstGeom prst="rect">
            <a:avLst/>
          </a:prstGeom>
        </p:spPr>
      </p:pic>
      <p:pic>
        <p:nvPicPr>
          <p:cNvPr id="16" name="Billede 15">
            <a:extLst>
              <a:ext uri="{FF2B5EF4-FFF2-40B4-BE49-F238E27FC236}">
                <a16:creationId xmlns:a16="http://schemas.microsoft.com/office/drawing/2014/main" id="{B80E0AB4-9E43-15E2-5A4A-68B37B315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261" y="4027467"/>
            <a:ext cx="2362405" cy="8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87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DD99C-48BE-864D-7D1A-299194344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8EB7B97A-7EC0-58BE-03EB-5D6EAA743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DDCD9-AB9B-49D1-A050-B9EBA97562D1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E2A4DFE-1C97-E4B3-D4D5-22976038AD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5</a:t>
            </a:fld>
            <a:endParaRPr lang="da-DK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E782CA7-4B69-A58B-C865-27449043C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Spændingsdeling</a:t>
            </a:r>
          </a:p>
        </p:txBody>
      </p:sp>
      <p:sp>
        <p:nvSpPr>
          <p:cNvPr id="2" name="Pladsholder til sidefod 1">
            <a:extLst>
              <a:ext uri="{FF2B5EF4-FFF2-40B4-BE49-F238E27FC236}">
                <a16:creationId xmlns:a16="http://schemas.microsoft.com/office/drawing/2014/main" id="{5D53B56D-B05F-2102-6998-6664B6D51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7" name="Pladsholder til indhold 2">
            <a:extLst>
              <a:ext uri="{FF2B5EF4-FFF2-40B4-BE49-F238E27FC236}">
                <a16:creationId xmlns:a16="http://schemas.microsoft.com/office/drawing/2014/main" id="{E9C71D79-8D67-F112-14E3-09242B818A3C}"/>
              </a:ext>
            </a:extLst>
          </p:cNvPr>
          <p:cNvSpPr txBox="1">
            <a:spLocks/>
          </p:cNvSpPr>
          <p:nvPr/>
        </p:nvSpPr>
        <p:spPr>
          <a:xfrm>
            <a:off x="6126760" y="2624606"/>
            <a:ext cx="2648502" cy="3853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2400" dirty="0"/>
              <a:t>U = U1 + U2</a:t>
            </a:r>
          </a:p>
        </p:txBody>
      </p:sp>
      <p:sp>
        <p:nvSpPr>
          <p:cNvPr id="8" name="Pladsholder til indhold 2">
            <a:extLst>
              <a:ext uri="{FF2B5EF4-FFF2-40B4-BE49-F238E27FC236}">
                <a16:creationId xmlns:a16="http://schemas.microsoft.com/office/drawing/2014/main" id="{292AA398-AD57-3EC7-1141-26AAC1D9ED84}"/>
              </a:ext>
            </a:extLst>
          </p:cNvPr>
          <p:cNvSpPr txBox="1">
            <a:spLocks/>
          </p:cNvSpPr>
          <p:nvPr/>
        </p:nvSpPr>
        <p:spPr>
          <a:xfrm>
            <a:off x="609600" y="1511304"/>
            <a:ext cx="9068709" cy="385333"/>
          </a:xfrm>
          <a:prstGeom prst="rect">
            <a:avLst/>
          </a:prstGeom>
        </p:spPr>
        <p:txBody>
          <a:bodyPr vert="horz" lIns="107287" tIns="53643" rIns="107287" bIns="53643" rtlCol="0">
            <a:spAutoFit/>
          </a:bodyPr>
          <a:lstStyle>
            <a:lvl1pPr marL="0" indent="0" algn="l" defTabSz="1072866" rtl="0" eaLnBrk="1" latinLnBrk="0" hangingPunct="1">
              <a:spcBef>
                <a:spcPct val="20000"/>
              </a:spcBef>
              <a:buSzPct val="25000"/>
              <a:buFontTx/>
              <a:buNone/>
              <a:defRPr sz="1800" b="1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12919" indent="-281255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2898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35733" indent="-206751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944346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52958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tabLst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6902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4023246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59678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b="0" dirty="0"/>
              <a:t>En serieforbindelse = En spændingsdeler = Samme strøm gennem alle modstande  </a:t>
            </a:r>
          </a:p>
        </p:txBody>
      </p:sp>
      <p:sp>
        <p:nvSpPr>
          <p:cNvPr id="10" name="Pladsholder til indhold 2">
            <a:extLst>
              <a:ext uri="{FF2B5EF4-FFF2-40B4-BE49-F238E27FC236}">
                <a16:creationId xmlns:a16="http://schemas.microsoft.com/office/drawing/2014/main" id="{5220190C-762A-0990-5F84-E53B9D55FBC1}"/>
              </a:ext>
            </a:extLst>
          </p:cNvPr>
          <p:cNvSpPr txBox="1">
            <a:spLocks/>
          </p:cNvSpPr>
          <p:nvPr/>
        </p:nvSpPr>
        <p:spPr>
          <a:xfrm>
            <a:off x="6126760" y="3209823"/>
            <a:ext cx="2934236" cy="477666"/>
          </a:xfrm>
          <a:prstGeom prst="rect">
            <a:avLst/>
          </a:prstGeom>
        </p:spPr>
        <p:txBody>
          <a:bodyPr vert="horz" wrap="square" lIns="107287" tIns="53643" rIns="107287" bIns="53643" rtlCol="0">
            <a:spAutoFit/>
          </a:bodyPr>
          <a:lstStyle>
            <a:lvl1pPr marL="0" indent="0" algn="l" defTabSz="1072866" rtl="0" eaLnBrk="1" latinLnBrk="0" hangingPunct="1">
              <a:spcBef>
                <a:spcPct val="20000"/>
              </a:spcBef>
              <a:buSzPct val="25000"/>
              <a:buFontTx/>
              <a:buNone/>
              <a:defRPr sz="1800" b="1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12919" indent="-281255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2898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35733" indent="-206751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944346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52958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tabLst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6902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4023246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59678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2400" b="0" dirty="0" err="1">
                <a:solidFill>
                  <a:schemeClr val="tx1"/>
                </a:solidFill>
                <a:latin typeface="+mn-lt"/>
              </a:rPr>
              <a:t>R</a:t>
            </a:r>
            <a:r>
              <a:rPr lang="da-DK" sz="2400" b="0" baseline="-25000" dirty="0" err="1">
                <a:solidFill>
                  <a:schemeClr val="tx1"/>
                </a:solidFill>
                <a:latin typeface="+mn-lt"/>
              </a:rPr>
              <a:t>s</a:t>
            </a:r>
            <a:r>
              <a:rPr lang="da-DK" sz="2400" b="0" dirty="0">
                <a:solidFill>
                  <a:schemeClr val="tx1"/>
                </a:solidFill>
                <a:latin typeface="+mn-lt"/>
              </a:rPr>
              <a:t> = R1 + R2</a:t>
            </a:r>
          </a:p>
        </p:txBody>
      </p:sp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2B384007-760C-7575-3E1A-BCE2CDA1D6E5}"/>
              </a:ext>
            </a:extLst>
          </p:cNvPr>
          <p:cNvSpPr txBox="1">
            <a:spLocks/>
          </p:cNvSpPr>
          <p:nvPr/>
        </p:nvSpPr>
        <p:spPr>
          <a:xfrm>
            <a:off x="6126760" y="3792423"/>
            <a:ext cx="2275633" cy="477666"/>
          </a:xfrm>
          <a:prstGeom prst="rect">
            <a:avLst/>
          </a:prstGeom>
        </p:spPr>
        <p:txBody>
          <a:bodyPr vert="horz" wrap="square" lIns="107287" tIns="53643" rIns="107287" bIns="53643" rtlCol="0">
            <a:spAutoFit/>
          </a:bodyPr>
          <a:lstStyle>
            <a:lvl1pPr marL="0" indent="0" algn="l" defTabSz="1072866" rtl="0" eaLnBrk="1" latinLnBrk="0" hangingPunct="1">
              <a:spcBef>
                <a:spcPct val="20000"/>
              </a:spcBef>
              <a:buSzPct val="25000"/>
              <a:buFontTx/>
              <a:buNone/>
              <a:defRPr sz="1800" b="1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12919" indent="-281255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2898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35733" indent="-206751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944346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52958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tabLst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6902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4023246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59678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2400" b="0" dirty="0">
                <a:solidFill>
                  <a:schemeClr val="tx1"/>
                </a:solidFill>
                <a:latin typeface="+mn-lt"/>
              </a:rPr>
              <a:t>I</a:t>
            </a:r>
            <a:r>
              <a:rPr lang="da-DK" sz="2400" b="0" baseline="-25000" dirty="0">
                <a:solidFill>
                  <a:schemeClr val="tx1"/>
                </a:solidFill>
                <a:latin typeface="+mn-lt"/>
              </a:rPr>
              <a:t>s</a:t>
            </a:r>
            <a:r>
              <a:rPr lang="da-DK" sz="2400" b="0" dirty="0">
                <a:solidFill>
                  <a:schemeClr val="tx1"/>
                </a:solidFill>
                <a:latin typeface="+mn-lt"/>
              </a:rPr>
              <a:t> = I1 = I2 = I3</a:t>
            </a:r>
          </a:p>
        </p:txBody>
      </p:sp>
      <p:sp>
        <p:nvSpPr>
          <p:cNvPr id="12" name="Pladsholder til indhold 2">
            <a:extLst>
              <a:ext uri="{FF2B5EF4-FFF2-40B4-BE49-F238E27FC236}">
                <a16:creationId xmlns:a16="http://schemas.microsoft.com/office/drawing/2014/main" id="{239CC78D-6AFE-7D26-6CAE-CBA3F2548F93}"/>
              </a:ext>
            </a:extLst>
          </p:cNvPr>
          <p:cNvSpPr txBox="1">
            <a:spLocks/>
          </p:cNvSpPr>
          <p:nvPr/>
        </p:nvSpPr>
        <p:spPr>
          <a:xfrm>
            <a:off x="6126759" y="4372832"/>
            <a:ext cx="2275633" cy="477666"/>
          </a:xfrm>
          <a:prstGeom prst="rect">
            <a:avLst/>
          </a:prstGeom>
        </p:spPr>
        <p:txBody>
          <a:bodyPr vert="horz" lIns="107287" tIns="53643" rIns="107287" bIns="53643" rtlCol="0">
            <a:spAutoFit/>
          </a:bodyPr>
          <a:lstStyle>
            <a:lvl1pPr marL="0" indent="0" algn="l" defTabSz="1072866" rtl="0" eaLnBrk="1" latinLnBrk="0" hangingPunct="1">
              <a:spcBef>
                <a:spcPct val="20000"/>
              </a:spcBef>
              <a:buSzPct val="25000"/>
              <a:buFontTx/>
              <a:buNone/>
              <a:defRPr sz="1800" b="1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12919" indent="-281255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2898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35733" indent="-206751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944346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52958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tabLst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6902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4023246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59678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2400" b="0" dirty="0">
                <a:solidFill>
                  <a:schemeClr val="tx1"/>
                </a:solidFill>
                <a:latin typeface="+mn-lt"/>
              </a:rPr>
              <a:t>P</a:t>
            </a:r>
            <a:r>
              <a:rPr lang="da-DK" sz="2400" b="0" baseline="-25000" dirty="0">
                <a:solidFill>
                  <a:schemeClr val="tx1"/>
                </a:solidFill>
                <a:latin typeface="+mn-lt"/>
              </a:rPr>
              <a:t>s</a:t>
            </a:r>
            <a:r>
              <a:rPr lang="da-DK" sz="2400" b="0" dirty="0">
                <a:solidFill>
                  <a:schemeClr val="tx1"/>
                </a:solidFill>
                <a:latin typeface="+mn-lt"/>
              </a:rPr>
              <a:t> = P1 + P2</a:t>
            </a:r>
          </a:p>
        </p:txBody>
      </p:sp>
      <p:pic>
        <p:nvPicPr>
          <p:cNvPr id="16" name="Billede 15">
            <a:extLst>
              <a:ext uri="{FF2B5EF4-FFF2-40B4-BE49-F238E27FC236}">
                <a16:creationId xmlns:a16="http://schemas.microsoft.com/office/drawing/2014/main" id="{FFEC2F07-B0A8-9216-4632-BB2B73242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261" y="4027467"/>
            <a:ext cx="2362405" cy="823031"/>
          </a:xfrm>
          <a:prstGeom prst="rect">
            <a:avLst/>
          </a:prstGeom>
        </p:spPr>
      </p:pic>
      <p:pic>
        <p:nvPicPr>
          <p:cNvPr id="15" name="Billede 14">
            <a:extLst>
              <a:ext uri="{FF2B5EF4-FFF2-40B4-BE49-F238E27FC236}">
                <a16:creationId xmlns:a16="http://schemas.microsoft.com/office/drawing/2014/main" id="{9D9B5275-5042-F9E4-2E7C-13714E60B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568" y="2539422"/>
            <a:ext cx="3857625" cy="1190625"/>
          </a:xfrm>
          <a:prstGeom prst="rect">
            <a:avLst/>
          </a:prstGeom>
        </p:spPr>
      </p:pic>
      <p:pic>
        <p:nvPicPr>
          <p:cNvPr id="18" name="Billede 17">
            <a:extLst>
              <a:ext uri="{FF2B5EF4-FFF2-40B4-BE49-F238E27FC236}">
                <a16:creationId xmlns:a16="http://schemas.microsoft.com/office/drawing/2014/main" id="{C6A5A85E-4106-209B-92DD-F747ED9D0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7753" y="3665517"/>
            <a:ext cx="1438275" cy="723900"/>
          </a:xfrm>
          <a:prstGeom prst="rect">
            <a:avLst/>
          </a:prstGeom>
        </p:spPr>
      </p:pic>
      <p:pic>
        <p:nvPicPr>
          <p:cNvPr id="20" name="Billede 19">
            <a:extLst>
              <a:ext uri="{FF2B5EF4-FFF2-40B4-BE49-F238E27FC236}">
                <a16:creationId xmlns:a16="http://schemas.microsoft.com/office/drawing/2014/main" id="{FF38DD49-832B-21FD-5B04-46D57AA04C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7753" y="2504173"/>
            <a:ext cx="1143000" cy="466725"/>
          </a:xfrm>
          <a:prstGeom prst="rect">
            <a:avLst/>
          </a:prstGeom>
        </p:spPr>
      </p:pic>
      <p:pic>
        <p:nvPicPr>
          <p:cNvPr id="22" name="Billede 21">
            <a:extLst>
              <a:ext uri="{FF2B5EF4-FFF2-40B4-BE49-F238E27FC236}">
                <a16:creationId xmlns:a16="http://schemas.microsoft.com/office/drawing/2014/main" id="{B1AD21C9-0088-BA65-BFBC-ABE2467BAB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0201" y="2515724"/>
            <a:ext cx="1371600" cy="619125"/>
          </a:xfrm>
          <a:prstGeom prst="rect">
            <a:avLst/>
          </a:prstGeom>
        </p:spPr>
      </p:pic>
      <p:pic>
        <p:nvPicPr>
          <p:cNvPr id="24" name="Billede 23">
            <a:extLst>
              <a:ext uri="{FF2B5EF4-FFF2-40B4-BE49-F238E27FC236}">
                <a16:creationId xmlns:a16="http://schemas.microsoft.com/office/drawing/2014/main" id="{7EEBD1C4-2E2E-77E9-E514-943A193F59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6255" y="2504173"/>
            <a:ext cx="123825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73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BBF22E31-6CF3-0B22-B315-6A82D293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24823-1627-4649-A18C-2FAAEF4F08A8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03863533-1381-E6AE-E316-6C27FB860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5FF79675-7785-5D0A-E580-5BB08D5D8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6</a:t>
            </a:fld>
            <a:endParaRPr lang="da-DK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33A10E8-4315-2E46-2B16-58BA558D9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Beregning af erstatningsmodstande</a:t>
            </a:r>
          </a:p>
        </p:txBody>
      </p:sp>
      <p:sp>
        <p:nvSpPr>
          <p:cNvPr id="7" name="Pladsholder til indhold 2">
            <a:extLst>
              <a:ext uri="{FF2B5EF4-FFF2-40B4-BE49-F238E27FC236}">
                <a16:creationId xmlns:a16="http://schemas.microsoft.com/office/drawing/2014/main" id="{A0421B5E-04BC-5305-52C8-CA039BBBBDD8}"/>
              </a:ext>
            </a:extLst>
          </p:cNvPr>
          <p:cNvSpPr txBox="1">
            <a:spLocks/>
          </p:cNvSpPr>
          <p:nvPr/>
        </p:nvSpPr>
        <p:spPr>
          <a:xfrm>
            <a:off x="7749964" y="2660277"/>
            <a:ext cx="3394226" cy="3853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2400" dirty="0" err="1"/>
              <a:t>U</a:t>
            </a:r>
            <a:r>
              <a:rPr lang="da-DK" sz="2400" baseline="-25000" dirty="0" err="1"/>
              <a:t>ab</a:t>
            </a:r>
            <a:r>
              <a:rPr lang="da-DK" sz="2400" dirty="0"/>
              <a:t> = U1 = U2 = U3</a:t>
            </a:r>
          </a:p>
        </p:txBody>
      </p:sp>
      <p:sp>
        <p:nvSpPr>
          <p:cNvPr id="8" name="Pladsholder til indhold 2">
            <a:extLst>
              <a:ext uri="{FF2B5EF4-FFF2-40B4-BE49-F238E27FC236}">
                <a16:creationId xmlns:a16="http://schemas.microsoft.com/office/drawing/2014/main" id="{9DF3B50D-7B07-2EFA-5A86-26878D0AD3FA}"/>
              </a:ext>
            </a:extLst>
          </p:cNvPr>
          <p:cNvSpPr txBox="1">
            <a:spLocks/>
          </p:cNvSpPr>
          <p:nvPr/>
        </p:nvSpPr>
        <p:spPr>
          <a:xfrm>
            <a:off x="609600" y="1509923"/>
            <a:ext cx="9068709" cy="385333"/>
          </a:xfrm>
          <a:prstGeom prst="rect">
            <a:avLst/>
          </a:prstGeom>
        </p:spPr>
        <p:txBody>
          <a:bodyPr vert="horz" lIns="107287" tIns="53643" rIns="107287" bIns="53643" rtlCol="0">
            <a:spAutoFit/>
          </a:bodyPr>
          <a:lstStyle>
            <a:lvl1pPr marL="0" indent="0" algn="l" defTabSz="1072866" rtl="0" eaLnBrk="1" latinLnBrk="0" hangingPunct="1">
              <a:spcBef>
                <a:spcPct val="20000"/>
              </a:spcBef>
              <a:buSzPct val="25000"/>
              <a:buFontTx/>
              <a:buNone/>
              <a:defRPr sz="1800" b="1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12919" indent="-281255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2898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35733" indent="-206751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944346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52958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tabLst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6902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4023246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59678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b="0" dirty="0"/>
              <a:t>En parallelforbindelse = En strømdeler = Samme spænding over alle modstande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ladsholder til indhold 2">
                <a:extLst>
                  <a:ext uri="{FF2B5EF4-FFF2-40B4-BE49-F238E27FC236}">
                    <a16:creationId xmlns:a16="http://schemas.microsoft.com/office/drawing/2014/main" id="{F442D3B5-5116-BA02-EEDD-DDACFD6893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49962" y="3234079"/>
                <a:ext cx="3607291" cy="864375"/>
              </a:xfrm>
              <a:prstGeom prst="rect">
                <a:avLst/>
              </a:prstGeom>
            </p:spPr>
            <p:txBody>
              <a:bodyPr vert="horz" wrap="square" lIns="107287" tIns="53643" rIns="107287" bIns="53643" rtlCol="0">
                <a:spAutoFit/>
              </a:bodyPr>
              <a:lstStyle>
                <a:lvl1pPr marL="0" indent="0" algn="l" defTabSz="1072866" rtl="0" eaLnBrk="1" latinLnBrk="0" hangingPunct="1">
                  <a:spcBef>
                    <a:spcPct val="20000"/>
                  </a:spcBef>
                  <a:buSzPct val="25000"/>
                  <a:buFontTx/>
                  <a:buNone/>
                  <a:defRPr sz="1800" b="1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312919" indent="-281255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528982" indent="-216063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735733" indent="-206751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944346" indent="-208613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1152958" indent="-208613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tabLst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6pPr>
                <a:lvl7pPr marL="1369022" indent="-216063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7pPr>
                <a:lvl8pPr marL="4023246" indent="-268216" algn="l" defTabSz="1072866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559678" indent="-268216" algn="l" defTabSz="1072866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a-DK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da-DK" sz="2400" b="0" i="0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den>
                      </m:f>
                      <m:r>
                        <a:rPr lang="da-DK" sz="2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a-DK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a-DK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a-DK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da-DK" sz="2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da-DK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a-DK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a-DK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a-DK" sz="2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da-DK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a-DK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a-DK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da-DK" sz="2400" b="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9" name="Pladsholder til indhold 2">
                <a:extLst>
                  <a:ext uri="{FF2B5EF4-FFF2-40B4-BE49-F238E27FC236}">
                    <a16:creationId xmlns:a16="http://schemas.microsoft.com/office/drawing/2014/main" id="{F442D3B5-5116-BA02-EEDD-DDACFD689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9962" y="3234079"/>
                <a:ext cx="3607291" cy="8643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ladsholder til indhold 2">
            <a:extLst>
              <a:ext uri="{FF2B5EF4-FFF2-40B4-BE49-F238E27FC236}">
                <a16:creationId xmlns:a16="http://schemas.microsoft.com/office/drawing/2014/main" id="{6772B1E2-FF08-CF6B-8D1C-DE3B2A6FD862}"/>
              </a:ext>
            </a:extLst>
          </p:cNvPr>
          <p:cNvSpPr txBox="1">
            <a:spLocks/>
          </p:cNvSpPr>
          <p:nvPr/>
        </p:nvSpPr>
        <p:spPr>
          <a:xfrm>
            <a:off x="7749964" y="4143503"/>
            <a:ext cx="2275633" cy="477666"/>
          </a:xfrm>
          <a:prstGeom prst="rect">
            <a:avLst/>
          </a:prstGeom>
        </p:spPr>
        <p:txBody>
          <a:bodyPr vert="horz" lIns="107287" tIns="53643" rIns="107287" bIns="53643" rtlCol="0">
            <a:spAutoFit/>
          </a:bodyPr>
          <a:lstStyle>
            <a:lvl1pPr marL="0" indent="0" algn="l" defTabSz="1072866" rtl="0" eaLnBrk="1" latinLnBrk="0" hangingPunct="1">
              <a:spcBef>
                <a:spcPct val="20000"/>
              </a:spcBef>
              <a:buSzPct val="25000"/>
              <a:buFontTx/>
              <a:buNone/>
              <a:defRPr sz="1800" b="1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12919" indent="-281255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2898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35733" indent="-206751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944346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52958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tabLst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6902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4023246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59678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2400" b="0" dirty="0">
                <a:solidFill>
                  <a:schemeClr val="tx1"/>
                </a:solidFill>
                <a:latin typeface="+mn-lt"/>
              </a:rPr>
              <a:t>I</a:t>
            </a:r>
            <a:r>
              <a:rPr lang="da-DK" sz="2400" b="0" baseline="-25000" dirty="0">
                <a:solidFill>
                  <a:schemeClr val="tx1"/>
                </a:solidFill>
                <a:latin typeface="+mn-lt"/>
              </a:rPr>
              <a:t>P</a:t>
            </a:r>
            <a:r>
              <a:rPr lang="da-DK" sz="2400" b="0" dirty="0">
                <a:solidFill>
                  <a:schemeClr val="tx1"/>
                </a:solidFill>
                <a:latin typeface="+mn-lt"/>
              </a:rPr>
              <a:t> = I1 + I2 + I3</a:t>
            </a:r>
          </a:p>
        </p:txBody>
      </p:sp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75B85B52-54EB-579D-C70B-EF3CAADA3A86}"/>
              </a:ext>
            </a:extLst>
          </p:cNvPr>
          <p:cNvSpPr txBox="1">
            <a:spLocks/>
          </p:cNvSpPr>
          <p:nvPr/>
        </p:nvSpPr>
        <p:spPr>
          <a:xfrm>
            <a:off x="7749963" y="4723912"/>
            <a:ext cx="2958922" cy="477666"/>
          </a:xfrm>
          <a:prstGeom prst="rect">
            <a:avLst/>
          </a:prstGeom>
        </p:spPr>
        <p:txBody>
          <a:bodyPr vert="horz" wrap="square" lIns="107287" tIns="53643" rIns="107287" bIns="53643" rtlCol="0">
            <a:spAutoFit/>
          </a:bodyPr>
          <a:lstStyle>
            <a:lvl1pPr marL="0" indent="0" algn="l" defTabSz="1072866" rtl="0" eaLnBrk="1" latinLnBrk="0" hangingPunct="1">
              <a:spcBef>
                <a:spcPct val="20000"/>
              </a:spcBef>
              <a:buSzPct val="25000"/>
              <a:buFontTx/>
              <a:buNone/>
              <a:defRPr sz="1800" b="1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12919" indent="-281255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2898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35733" indent="-206751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944346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52958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tabLst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6902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4023246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59678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2400" b="0" dirty="0" err="1">
                <a:solidFill>
                  <a:schemeClr val="tx1"/>
                </a:solidFill>
                <a:latin typeface="+mn-lt"/>
              </a:rPr>
              <a:t>P</a:t>
            </a:r>
            <a:r>
              <a:rPr lang="da-DK" sz="2400" b="0" baseline="-25000" dirty="0" err="1">
                <a:solidFill>
                  <a:schemeClr val="tx1"/>
                </a:solidFill>
                <a:latin typeface="+mn-lt"/>
              </a:rPr>
              <a:t>p</a:t>
            </a:r>
            <a:r>
              <a:rPr lang="da-DK" sz="2400" b="0" dirty="0">
                <a:solidFill>
                  <a:schemeClr val="tx1"/>
                </a:solidFill>
                <a:latin typeface="+mn-lt"/>
              </a:rPr>
              <a:t> = P1 + P2 + P3</a:t>
            </a:r>
          </a:p>
        </p:txBody>
      </p:sp>
      <p:pic>
        <p:nvPicPr>
          <p:cNvPr id="14" name="Billede 13">
            <a:extLst>
              <a:ext uri="{FF2B5EF4-FFF2-40B4-BE49-F238E27FC236}">
                <a16:creationId xmlns:a16="http://schemas.microsoft.com/office/drawing/2014/main" id="{6A928A86-54C7-4727-3619-22C83ECA9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47" y="2751676"/>
            <a:ext cx="4122777" cy="2080440"/>
          </a:xfrm>
          <a:prstGeom prst="rect">
            <a:avLst/>
          </a:prstGeom>
        </p:spPr>
      </p:pic>
      <p:pic>
        <p:nvPicPr>
          <p:cNvPr id="16" name="Billede 15">
            <a:extLst>
              <a:ext uri="{FF2B5EF4-FFF2-40B4-BE49-F238E27FC236}">
                <a16:creationId xmlns:a16="http://schemas.microsoft.com/office/drawing/2014/main" id="{DD5FB9C9-A34A-87D9-67F2-0CE35B4F7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2619" y="2721193"/>
            <a:ext cx="1562235" cy="211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746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4CCAC-9498-665D-A8B0-A8FC08CBC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EAE82849-BAC4-7D71-CFD1-A0DE0895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24823-1627-4649-A18C-2FAAEF4F08A8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1C6128F-7C04-A09A-EA2B-263E3AAD6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67C0638E-4AB7-F91C-3627-35F4D85351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7</a:t>
            </a:fld>
            <a:endParaRPr lang="da-DK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071D0E0-4A8D-1BE0-B6EC-0212719EA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Strømdeling</a:t>
            </a:r>
          </a:p>
        </p:txBody>
      </p:sp>
      <p:sp>
        <p:nvSpPr>
          <p:cNvPr id="7" name="Pladsholder til indhold 2">
            <a:extLst>
              <a:ext uri="{FF2B5EF4-FFF2-40B4-BE49-F238E27FC236}">
                <a16:creationId xmlns:a16="http://schemas.microsoft.com/office/drawing/2014/main" id="{2BF3F1C1-E2D6-A69C-2306-20CFB21C1906}"/>
              </a:ext>
            </a:extLst>
          </p:cNvPr>
          <p:cNvSpPr txBox="1">
            <a:spLocks/>
          </p:cNvSpPr>
          <p:nvPr/>
        </p:nvSpPr>
        <p:spPr>
          <a:xfrm>
            <a:off x="7749964" y="2660277"/>
            <a:ext cx="3394226" cy="3853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2400" dirty="0"/>
              <a:t>U</a:t>
            </a:r>
            <a:r>
              <a:rPr lang="da-DK" sz="2400" baseline="-25000" dirty="0"/>
              <a:t> </a:t>
            </a:r>
            <a:r>
              <a:rPr lang="da-DK" sz="2400" dirty="0"/>
              <a:t>= U1 = U2</a:t>
            </a:r>
          </a:p>
        </p:txBody>
      </p:sp>
      <p:sp>
        <p:nvSpPr>
          <p:cNvPr id="8" name="Pladsholder til indhold 2">
            <a:extLst>
              <a:ext uri="{FF2B5EF4-FFF2-40B4-BE49-F238E27FC236}">
                <a16:creationId xmlns:a16="http://schemas.microsoft.com/office/drawing/2014/main" id="{0AF384A7-59B2-9C0A-2BDF-DF19FDD6D214}"/>
              </a:ext>
            </a:extLst>
          </p:cNvPr>
          <p:cNvSpPr txBox="1">
            <a:spLocks/>
          </p:cNvSpPr>
          <p:nvPr/>
        </p:nvSpPr>
        <p:spPr>
          <a:xfrm>
            <a:off x="609600" y="1509923"/>
            <a:ext cx="9068709" cy="385333"/>
          </a:xfrm>
          <a:prstGeom prst="rect">
            <a:avLst/>
          </a:prstGeom>
        </p:spPr>
        <p:txBody>
          <a:bodyPr vert="horz" lIns="107287" tIns="53643" rIns="107287" bIns="53643" rtlCol="0">
            <a:spAutoFit/>
          </a:bodyPr>
          <a:lstStyle>
            <a:lvl1pPr marL="0" indent="0" algn="l" defTabSz="1072866" rtl="0" eaLnBrk="1" latinLnBrk="0" hangingPunct="1">
              <a:spcBef>
                <a:spcPct val="20000"/>
              </a:spcBef>
              <a:buSzPct val="25000"/>
              <a:buFontTx/>
              <a:buNone/>
              <a:defRPr sz="1800" b="1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12919" indent="-281255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2898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35733" indent="-206751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944346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52958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tabLst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6902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4023246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59678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b="0" dirty="0"/>
              <a:t>En parallelforbindelse = En strømdeler = Samme spænding over alle modstande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ladsholder til indhold 2">
                <a:extLst>
                  <a:ext uri="{FF2B5EF4-FFF2-40B4-BE49-F238E27FC236}">
                    <a16:creationId xmlns:a16="http://schemas.microsoft.com/office/drawing/2014/main" id="{2216B1E6-61DD-3F86-7FA1-2086495ACA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49962" y="3234079"/>
                <a:ext cx="3607291" cy="864375"/>
              </a:xfrm>
              <a:prstGeom prst="rect">
                <a:avLst/>
              </a:prstGeom>
            </p:spPr>
            <p:txBody>
              <a:bodyPr vert="horz" wrap="square" lIns="107287" tIns="53643" rIns="107287" bIns="53643" rtlCol="0">
                <a:spAutoFit/>
              </a:bodyPr>
              <a:lstStyle>
                <a:lvl1pPr marL="0" indent="0" algn="l" defTabSz="1072866" rtl="0" eaLnBrk="1" latinLnBrk="0" hangingPunct="1">
                  <a:spcBef>
                    <a:spcPct val="20000"/>
                  </a:spcBef>
                  <a:buSzPct val="25000"/>
                  <a:buFontTx/>
                  <a:buNone/>
                  <a:defRPr sz="1800" b="1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312919" indent="-281255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528982" indent="-216063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735733" indent="-206751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944346" indent="-208613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1152958" indent="-208613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tabLst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6pPr>
                <a:lvl7pPr marL="1369022" indent="-216063" algn="l" defTabSz="1072866" rtl="0" eaLnBrk="1" latinLnBrk="0" hangingPunct="1">
                  <a:spcBef>
                    <a:spcPct val="20000"/>
                  </a:spcBef>
                  <a:buClr>
                    <a:schemeClr val="bg1">
                      <a:lumMod val="85000"/>
                    </a:schemeClr>
                  </a:buClr>
                  <a:buFont typeface="Arial" pitchFamily="34" charset="0"/>
                  <a:buChar char="•"/>
                  <a:defRPr sz="1400" kern="1200" baseline="0">
                    <a:solidFill>
                      <a:srgbClr val="006273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7pPr>
                <a:lvl8pPr marL="4023246" indent="-268216" algn="l" defTabSz="1072866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559678" indent="-268216" algn="l" defTabSz="1072866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a-DK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da-DK" sz="2400" b="0" i="0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den>
                      </m:f>
                      <m:r>
                        <a:rPr lang="da-DK" sz="2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a-DK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a-DK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a-DK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da-DK" sz="24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da-DK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a-DK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a-DK" sz="24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a-DK" sz="2400" b="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9" name="Pladsholder til indhold 2">
                <a:extLst>
                  <a:ext uri="{FF2B5EF4-FFF2-40B4-BE49-F238E27FC236}">
                    <a16:creationId xmlns:a16="http://schemas.microsoft.com/office/drawing/2014/main" id="{2216B1E6-61DD-3F86-7FA1-2086495AC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9962" y="3234079"/>
                <a:ext cx="3607291" cy="8643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ladsholder til indhold 2">
            <a:extLst>
              <a:ext uri="{FF2B5EF4-FFF2-40B4-BE49-F238E27FC236}">
                <a16:creationId xmlns:a16="http://schemas.microsoft.com/office/drawing/2014/main" id="{E78E095A-7FBC-EDC5-70B6-7CFFDCE37E0F}"/>
              </a:ext>
            </a:extLst>
          </p:cNvPr>
          <p:cNvSpPr txBox="1">
            <a:spLocks/>
          </p:cNvSpPr>
          <p:nvPr/>
        </p:nvSpPr>
        <p:spPr>
          <a:xfrm>
            <a:off x="7749964" y="4143503"/>
            <a:ext cx="2275633" cy="477666"/>
          </a:xfrm>
          <a:prstGeom prst="rect">
            <a:avLst/>
          </a:prstGeom>
        </p:spPr>
        <p:txBody>
          <a:bodyPr vert="horz" lIns="107287" tIns="53643" rIns="107287" bIns="53643" rtlCol="0">
            <a:spAutoFit/>
          </a:bodyPr>
          <a:lstStyle>
            <a:lvl1pPr marL="0" indent="0" algn="l" defTabSz="1072866" rtl="0" eaLnBrk="1" latinLnBrk="0" hangingPunct="1">
              <a:spcBef>
                <a:spcPct val="20000"/>
              </a:spcBef>
              <a:buSzPct val="25000"/>
              <a:buFontTx/>
              <a:buNone/>
              <a:defRPr sz="1800" b="1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12919" indent="-281255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2898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35733" indent="-206751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944346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52958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tabLst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6902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4023246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59678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2400" b="0" dirty="0">
                <a:solidFill>
                  <a:schemeClr val="tx1"/>
                </a:solidFill>
                <a:latin typeface="+mn-lt"/>
              </a:rPr>
              <a:t>I</a:t>
            </a:r>
            <a:r>
              <a:rPr lang="da-DK" sz="2400" b="0" baseline="-25000" dirty="0">
                <a:solidFill>
                  <a:schemeClr val="tx1"/>
                </a:solidFill>
                <a:latin typeface="+mn-lt"/>
              </a:rPr>
              <a:t>P</a:t>
            </a:r>
            <a:r>
              <a:rPr lang="da-DK" sz="2400" b="0" dirty="0">
                <a:solidFill>
                  <a:schemeClr val="tx1"/>
                </a:solidFill>
                <a:latin typeface="+mn-lt"/>
              </a:rPr>
              <a:t> = I1 + I2</a:t>
            </a:r>
          </a:p>
        </p:txBody>
      </p:sp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4337A344-18CC-9967-8871-29BD1B8B63DD}"/>
              </a:ext>
            </a:extLst>
          </p:cNvPr>
          <p:cNvSpPr txBox="1">
            <a:spLocks/>
          </p:cNvSpPr>
          <p:nvPr/>
        </p:nvSpPr>
        <p:spPr>
          <a:xfrm>
            <a:off x="7749963" y="4723912"/>
            <a:ext cx="2958922" cy="477666"/>
          </a:xfrm>
          <a:prstGeom prst="rect">
            <a:avLst/>
          </a:prstGeom>
        </p:spPr>
        <p:txBody>
          <a:bodyPr vert="horz" wrap="square" lIns="107287" tIns="53643" rIns="107287" bIns="53643" rtlCol="0">
            <a:spAutoFit/>
          </a:bodyPr>
          <a:lstStyle>
            <a:lvl1pPr marL="0" indent="0" algn="l" defTabSz="1072866" rtl="0" eaLnBrk="1" latinLnBrk="0" hangingPunct="1">
              <a:spcBef>
                <a:spcPct val="20000"/>
              </a:spcBef>
              <a:buSzPct val="25000"/>
              <a:buFontTx/>
              <a:buNone/>
              <a:defRPr sz="1800" b="1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12919" indent="-281255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2898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35733" indent="-206751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944346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52958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tabLst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6902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4023246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59678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2400" b="0" dirty="0" err="1">
                <a:solidFill>
                  <a:schemeClr val="tx1"/>
                </a:solidFill>
                <a:latin typeface="+mn-lt"/>
              </a:rPr>
              <a:t>P</a:t>
            </a:r>
            <a:r>
              <a:rPr lang="da-DK" sz="2400" b="0" baseline="-25000" dirty="0" err="1">
                <a:solidFill>
                  <a:schemeClr val="tx1"/>
                </a:solidFill>
                <a:latin typeface="+mn-lt"/>
              </a:rPr>
              <a:t>p</a:t>
            </a:r>
            <a:r>
              <a:rPr lang="da-DK" sz="2400" b="0" dirty="0">
                <a:solidFill>
                  <a:schemeClr val="tx1"/>
                </a:solidFill>
                <a:latin typeface="+mn-lt"/>
              </a:rPr>
              <a:t> = P1 + P2</a:t>
            </a:r>
          </a:p>
        </p:txBody>
      </p:sp>
      <p:pic>
        <p:nvPicPr>
          <p:cNvPr id="15" name="Billede 14">
            <a:extLst>
              <a:ext uri="{FF2B5EF4-FFF2-40B4-BE49-F238E27FC236}">
                <a16:creationId xmlns:a16="http://schemas.microsoft.com/office/drawing/2014/main" id="{BF320383-2DBB-2794-AFE5-70C3472D2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47" y="2660277"/>
            <a:ext cx="4791075" cy="2400300"/>
          </a:xfrm>
          <a:prstGeom prst="rect">
            <a:avLst/>
          </a:prstGeom>
        </p:spPr>
      </p:pic>
      <p:pic>
        <p:nvPicPr>
          <p:cNvPr id="18" name="Billede 17">
            <a:extLst>
              <a:ext uri="{FF2B5EF4-FFF2-40B4-BE49-F238E27FC236}">
                <a16:creationId xmlns:a16="http://schemas.microsoft.com/office/drawing/2014/main" id="{0BF6C92F-32CF-7057-A743-9E40D579A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5597" y="4095262"/>
            <a:ext cx="866775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099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5B64DC4E-FB9D-F45E-1FAE-82AFAAD72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24823-1627-4649-A18C-2FAAEF4F08A8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32F73380-3E7C-692D-1258-CF1145D40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0035D319-AF1D-51BB-18EF-4D2E17BF3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8</a:t>
            </a:fld>
            <a:endParaRPr lang="da-DK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749540D-4715-844D-B606-8EE0D0C7E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Eksempler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7325DAFB-F750-B005-B5CD-458793F940EF}"/>
              </a:ext>
            </a:extLst>
          </p:cNvPr>
          <p:cNvSpPr txBox="1"/>
          <p:nvPr/>
        </p:nvSpPr>
        <p:spPr>
          <a:xfrm>
            <a:off x="827842" y="2264675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/>
              <a:t>Tre resistanser på hhv. 200, 160 og 140 </a:t>
            </a:r>
            <a:r>
              <a:rPr lang="el-GR" dirty="0"/>
              <a:t>Ω </a:t>
            </a:r>
            <a:r>
              <a:rPr lang="da-DK" dirty="0"/>
              <a:t>serieforbindes. </a:t>
            </a:r>
          </a:p>
          <a:p>
            <a:r>
              <a:rPr lang="da-DK" dirty="0"/>
              <a:t>Den samlede resistans beregnes.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BB03CDC2-A18A-DF2B-102B-3B5BBD80AF8D}"/>
              </a:ext>
            </a:extLst>
          </p:cNvPr>
          <p:cNvSpPr txBox="1"/>
          <p:nvPr/>
        </p:nvSpPr>
        <p:spPr>
          <a:xfrm>
            <a:off x="827842" y="3238036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/>
              <a:t>Tre resistanser på hhv. 125, 100 og 40 </a:t>
            </a:r>
            <a:r>
              <a:rPr lang="el-GR" dirty="0"/>
              <a:t>Ω </a:t>
            </a:r>
            <a:r>
              <a:rPr lang="da-DK" dirty="0"/>
              <a:t>parallelforbindes. </a:t>
            </a:r>
          </a:p>
          <a:p>
            <a:r>
              <a:rPr lang="da-DK" dirty="0"/>
              <a:t>Den samlede resistans beregnes.</a:t>
            </a: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3D591FE5-936E-085C-9726-6F6130DE6CA3}"/>
              </a:ext>
            </a:extLst>
          </p:cNvPr>
          <p:cNvSpPr txBox="1"/>
          <p:nvPr/>
        </p:nvSpPr>
        <p:spPr>
          <a:xfrm>
            <a:off x="827842" y="4095658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/>
              <a:t>En akkumulator har i tomgang klemspændingen U = 12,4 V. Ved belastning med 6,0 A falder klemspændingen til 11,2 V. </a:t>
            </a:r>
          </a:p>
          <a:p>
            <a:r>
              <a:rPr lang="da-DK" dirty="0"/>
              <a:t>Beregn akkumulatorens indre modstand.</a:t>
            </a:r>
          </a:p>
        </p:txBody>
      </p:sp>
    </p:spTree>
    <p:extLst>
      <p:ext uri="{BB962C8B-B14F-4D97-AF65-F5344CB8AC3E}">
        <p14:creationId xmlns:p14="http://schemas.microsoft.com/office/powerpoint/2010/main" val="27914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1-02 MARTEC_Powerpoint_master.potx" id="{706DAD8C-2ED0-45D8-BBB1-6C355189BD4F}" vid="{C48A9D34-A5E3-4D26-9936-D4D38ABE4CA2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5C8CDECDFE604A9828CFDC608EFB56" ma:contentTypeVersion="13" ma:contentTypeDescription="Opret et nyt dokument." ma:contentTypeScope="" ma:versionID="e5786a71ccba6fd5eae826ad368fd2a7">
  <xsd:schema xmlns:xsd="http://www.w3.org/2001/XMLSchema" xmlns:xs="http://www.w3.org/2001/XMLSchema" xmlns:p="http://schemas.microsoft.com/office/2006/metadata/properties" xmlns:ns2="52776432-5f6f-4461-a773-af4277ea9cc4" xmlns:ns3="b112c056-f141-4248-a46f-e5f0219ad1a7" targetNamespace="http://schemas.microsoft.com/office/2006/metadata/properties" ma:root="true" ma:fieldsID="772453836f661fba2ac2fe97a8e00cb1" ns2:_="" ns3:_="">
    <xsd:import namespace="52776432-5f6f-4461-a773-af4277ea9cc4"/>
    <xsd:import namespace="b112c056-f141-4248-a46f-e5f0219ad1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76432-5f6f-4461-a773-af4277ea9c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ledmærker" ma:readOnly="false" ma:fieldId="{5cf76f15-5ced-4ddc-b409-7134ff3c332f}" ma:taxonomyMulti="true" ma:sspId="6bcb8b38-6e7a-4c58-8596-3803d9a7ba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12c056-f141-4248-a46f-e5f0219ad1a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c1d1a0f5-b42e-4dcc-a771-72dc4fda9f68}" ma:internalName="TaxCatchAll" ma:showField="CatchAllData" ma:web="b112c056-f141-4248-a46f-e5f0219ad1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776432-5f6f-4461-a773-af4277ea9cc4">
      <Terms xmlns="http://schemas.microsoft.com/office/infopath/2007/PartnerControls"/>
    </lcf76f155ced4ddcb4097134ff3c332f>
    <TaxCatchAll xmlns="b112c056-f141-4248-a46f-e5f0219ad1a7" xsi:nil="true"/>
  </documentManagement>
</p:properties>
</file>

<file path=customXml/itemProps1.xml><?xml version="1.0" encoding="utf-8"?>
<ds:datastoreItem xmlns:ds="http://schemas.openxmlformats.org/officeDocument/2006/customXml" ds:itemID="{00457D5A-596A-46AA-A318-6F7174388B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76432-5f6f-4461-a773-af4277ea9cc4"/>
    <ds:schemaRef ds:uri="b112c056-f141-4248-a46f-e5f0219ad1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B6C4CBC-3AA0-4ACA-AAB6-19B83B6998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6D3237-3D1C-490B-A287-176CE119699F}">
  <ds:schemaRefs>
    <ds:schemaRef ds:uri="b112c056-f141-4248-a46f-e5f0219ad1a7"/>
    <ds:schemaRef ds:uri="http://schemas.microsoft.com/office/2006/metadata/properties"/>
    <ds:schemaRef ds:uri="52776432-5f6f-4461-a773-af4277ea9cc4"/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2021-02 MARTEC_Powerpoint_master</Template>
  <TotalTime>331</TotalTime>
  <Words>344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Segoe UI Symbol</vt:lpstr>
      <vt:lpstr>Office-tema</vt:lpstr>
      <vt:lpstr>Jævnstrømskredsløb</vt:lpstr>
      <vt:lpstr>Opgaver</vt:lpstr>
      <vt:lpstr>Elektromotorisk kraft og klemspænding</vt:lpstr>
      <vt:lpstr>Beregning af erstatningsmodstande</vt:lpstr>
      <vt:lpstr>Spændingsdeling</vt:lpstr>
      <vt:lpstr>Beregning af erstatningsmodstande</vt:lpstr>
      <vt:lpstr>Strømdeling</vt:lpstr>
      <vt:lpstr>Eksempler</vt:lpstr>
    </vt:vector>
  </TitlesOfParts>
  <Company>MARTEC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Simon Tran Agerholm</dc:creator>
  <cp:lastModifiedBy>Simon Tran Agerholm</cp:lastModifiedBy>
  <cp:revision>4</cp:revision>
  <dcterms:created xsi:type="dcterms:W3CDTF">2023-03-19T20:11:15Z</dcterms:created>
  <dcterms:modified xsi:type="dcterms:W3CDTF">2026-01-26T12:24:09Z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0x0101004A5C8CDECDFE604A9828CFDC608EFB56</vt:lpwstr>
  </property>
  <property fmtid="{D5CDD505-2E9C-101B-9397-08002B2CF9AE}" pid="3" name="MediaServiceImageTags">
    <vt:lpwstr/>
  </property>
</Properties>
</file>