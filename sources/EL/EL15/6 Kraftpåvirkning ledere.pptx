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712" r:id="rId3"/>
    <p:sldMasterId id="2147483787" r:id="rId4"/>
  </p:sldMasterIdLst>
  <p:notesMasterIdLst>
    <p:notesMasterId r:id="rId10"/>
  </p:notesMasterIdLst>
  <p:sldIdLst>
    <p:sldId id="275" r:id="rId5"/>
    <p:sldId id="257" r:id="rId6"/>
    <p:sldId id="269" r:id="rId7"/>
    <p:sldId id="273" r:id="rId8"/>
    <p:sldId id="274" r:id="rId9"/>
  </p:sldIdLst>
  <p:sldSz cx="12192000" cy="6858000"/>
  <p:notesSz cx="9874250" cy="6724650"/>
  <p:embeddedFontLst>
    <p:embeddedFont>
      <p:font typeface="Cambria Math" panose="02040503050406030204" pitchFamily="18" charset="0"/>
      <p:regular r:id="rId11"/>
    </p:embeddedFont>
  </p:embeddedFontLst>
  <p:defaultTextStyle>
    <a:defPPr>
      <a:defRPr lang="da-DK"/>
    </a:defPPr>
    <a:lvl1pPr marL="0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6433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72866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9298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45731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82164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18597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55029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91462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19">
          <p15:clr>
            <a:srgbClr val="A4A3A4"/>
          </p15:clr>
        </p15:guide>
        <p15:guide id="2" pos="311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5BFA8E-EB5E-4C6E-A34A-999622863574}" v="1" dt="2026-09-21T09:50:17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62" y="2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19"/>
        <p:guide pos="311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Tran Agerholm" userId="dd55e2d3-906e-4a4a-90ea-dda6205f875e" providerId="ADAL" clId="{5EFFF862-C165-4C4A-8B20-E280CAF10480}"/>
    <pc:docChg chg="modSld modMainMaster">
      <pc:chgData name="Simon Tran Agerholm" userId="dd55e2d3-906e-4a4a-90ea-dda6205f875e" providerId="ADAL" clId="{5EFFF862-C165-4C4A-8B20-E280CAF10480}" dt="2026-09-21T09:50:17.202" v="0"/>
      <pc:docMkLst>
        <pc:docMk/>
      </pc:docMkLst>
      <pc:sldChg chg="modSp">
        <pc:chgData name="Simon Tran Agerholm" userId="dd55e2d3-906e-4a4a-90ea-dda6205f875e" providerId="ADAL" clId="{5EFFF862-C165-4C4A-8B20-E280CAF10480}" dt="2026-09-21T09:50:17.202" v="0"/>
        <pc:sldMkLst>
          <pc:docMk/>
          <pc:sldMk cId="85598206" sldId="257"/>
        </pc:sldMkLst>
        <pc:spChg chg="mod">
          <ac:chgData name="Simon Tran Agerholm" userId="dd55e2d3-906e-4a4a-90ea-dda6205f875e" providerId="ADAL" clId="{5EFFF862-C165-4C4A-8B20-E280CAF10480}" dt="2026-09-21T09:50:17.202" v="0"/>
          <ac:spMkLst>
            <pc:docMk/>
            <pc:sldMk cId="85598206" sldId="257"/>
            <ac:spMk id="6" creationId="{00000000-0000-0000-0000-000000000000}"/>
          </ac:spMkLst>
        </pc:spChg>
      </pc:sldChg>
      <pc:sldChg chg="modSp">
        <pc:chgData name="Simon Tran Agerholm" userId="dd55e2d3-906e-4a4a-90ea-dda6205f875e" providerId="ADAL" clId="{5EFFF862-C165-4C4A-8B20-E280CAF10480}" dt="2026-09-21T09:50:17.202" v="0"/>
        <pc:sldMkLst>
          <pc:docMk/>
          <pc:sldMk cId="1306362881" sldId="269"/>
        </pc:sldMkLst>
        <pc:spChg chg="mod">
          <ac:chgData name="Simon Tran Agerholm" userId="dd55e2d3-906e-4a4a-90ea-dda6205f875e" providerId="ADAL" clId="{5EFFF862-C165-4C4A-8B20-E280CAF10480}" dt="2026-09-21T09:50:17.202" v="0"/>
          <ac:spMkLst>
            <pc:docMk/>
            <pc:sldMk cId="1306362881" sldId="269"/>
            <ac:spMk id="6" creationId="{00000000-0000-0000-0000-000000000000}"/>
          </ac:spMkLst>
        </pc:spChg>
      </pc:sldChg>
      <pc:sldChg chg="modSp">
        <pc:chgData name="Simon Tran Agerholm" userId="dd55e2d3-906e-4a4a-90ea-dda6205f875e" providerId="ADAL" clId="{5EFFF862-C165-4C4A-8B20-E280CAF10480}" dt="2026-09-21T09:50:17.202" v="0"/>
        <pc:sldMkLst>
          <pc:docMk/>
          <pc:sldMk cId="1672006945" sldId="273"/>
        </pc:sldMkLst>
        <pc:spChg chg="mod">
          <ac:chgData name="Simon Tran Agerholm" userId="dd55e2d3-906e-4a4a-90ea-dda6205f875e" providerId="ADAL" clId="{5EFFF862-C165-4C4A-8B20-E280CAF10480}" dt="2026-09-21T09:50:17.202" v="0"/>
          <ac:spMkLst>
            <pc:docMk/>
            <pc:sldMk cId="1672006945" sldId="273"/>
            <ac:spMk id="6" creationId="{00000000-0000-0000-0000-000000000000}"/>
          </ac:spMkLst>
        </pc:spChg>
      </pc:sldChg>
      <pc:sldChg chg="modSp">
        <pc:chgData name="Simon Tran Agerholm" userId="dd55e2d3-906e-4a4a-90ea-dda6205f875e" providerId="ADAL" clId="{5EFFF862-C165-4C4A-8B20-E280CAF10480}" dt="2026-09-21T09:50:17.202" v="0"/>
        <pc:sldMkLst>
          <pc:docMk/>
          <pc:sldMk cId="3064030294" sldId="274"/>
        </pc:sldMkLst>
        <pc:spChg chg="mod">
          <ac:chgData name="Simon Tran Agerholm" userId="dd55e2d3-906e-4a4a-90ea-dda6205f875e" providerId="ADAL" clId="{5EFFF862-C165-4C4A-8B20-E280CAF10480}" dt="2026-09-21T09:50:17.202" v="0"/>
          <ac:spMkLst>
            <pc:docMk/>
            <pc:sldMk cId="3064030294" sldId="274"/>
            <ac:spMk id="6" creationId="{00000000-0000-0000-0000-000000000000}"/>
          </ac:spMkLst>
        </pc:spChg>
      </pc:sldChg>
      <pc:sldMasterChg chg="modSp modSldLayout">
        <pc:chgData name="Simon Tran Agerholm" userId="dd55e2d3-906e-4a4a-90ea-dda6205f875e" providerId="ADAL" clId="{5EFFF862-C165-4C4A-8B20-E280CAF10480}" dt="2026-09-21T09:50:17.202" v="0"/>
        <pc:sldMasterMkLst>
          <pc:docMk/>
          <pc:sldMasterMk cId="0" sldId="2147483712"/>
        </pc:sldMasterMkLst>
        <pc:spChg chg="mod">
          <ac:chgData name="Simon Tran Agerholm" userId="dd55e2d3-906e-4a4a-90ea-dda6205f875e" providerId="ADAL" clId="{5EFFF862-C165-4C4A-8B20-E280CAF10480}" dt="2026-09-21T09:50:17.202" v="0"/>
          <ac:spMkLst>
            <pc:docMk/>
            <pc:sldMasterMk cId="0" sldId="2147483712"/>
            <ac:spMk id="17" creationId="{00000000-0000-0000-0000-000000000000}"/>
          </ac:spMkLst>
        </pc:spChg>
        <pc:sldLayoutChg chg="modSp">
          <pc:chgData name="Simon Tran Agerholm" userId="dd55e2d3-906e-4a4a-90ea-dda6205f875e" providerId="ADAL" clId="{5EFFF862-C165-4C4A-8B20-E280CAF10480}" dt="2026-09-21T09:50:17.202" v="0"/>
          <pc:sldLayoutMkLst>
            <pc:docMk/>
            <pc:sldMasterMk cId="0" sldId="2147483712"/>
            <pc:sldLayoutMk cId="0" sldId="2147483720"/>
          </pc:sldLayoutMkLst>
          <pc:spChg chg="mod">
            <ac:chgData name="Simon Tran Agerholm" userId="dd55e2d3-906e-4a4a-90ea-dda6205f875e" providerId="ADAL" clId="{5EFFF862-C165-4C4A-8B20-E280CAF10480}" dt="2026-09-21T09:50:17.202" v="0"/>
            <ac:spMkLst>
              <pc:docMk/>
              <pc:sldMasterMk cId="0" sldId="2147483712"/>
              <pc:sldLayoutMk cId="0" sldId="2147483720"/>
              <ac:spMk id="7" creationId="{00000000-0000-0000-0000-000000000000}"/>
            </ac:spMkLst>
          </pc:spChg>
        </pc:sldLayoutChg>
        <pc:sldLayoutChg chg="modSp">
          <pc:chgData name="Simon Tran Agerholm" userId="dd55e2d3-906e-4a4a-90ea-dda6205f875e" providerId="ADAL" clId="{5EFFF862-C165-4C4A-8B20-E280CAF10480}" dt="2026-09-21T09:50:17.202" v="0"/>
          <pc:sldLayoutMkLst>
            <pc:docMk/>
            <pc:sldMasterMk cId="0" sldId="2147483712"/>
            <pc:sldLayoutMk cId="1631020059" sldId="2147483765"/>
          </pc:sldLayoutMkLst>
          <pc:spChg chg="mod">
            <ac:chgData name="Simon Tran Agerholm" userId="dd55e2d3-906e-4a4a-90ea-dda6205f875e" providerId="ADAL" clId="{5EFFF862-C165-4C4A-8B20-E280CAF10480}" dt="2026-09-21T09:50:17.202" v="0"/>
            <ac:spMkLst>
              <pc:docMk/>
              <pc:sldMasterMk cId="0" sldId="2147483712"/>
              <pc:sldLayoutMk cId="1631020059" sldId="2147483765"/>
              <ac:spMk id="8" creationId="{00000000-0000-0000-0000-000000000000}"/>
            </ac:spMkLst>
          </pc:spChg>
        </pc:sldLayoutChg>
        <pc:sldLayoutChg chg="modSp">
          <pc:chgData name="Simon Tran Agerholm" userId="dd55e2d3-906e-4a4a-90ea-dda6205f875e" providerId="ADAL" clId="{5EFFF862-C165-4C4A-8B20-E280CAF10480}" dt="2026-09-21T09:50:17.202" v="0"/>
          <pc:sldLayoutMkLst>
            <pc:docMk/>
            <pc:sldMasterMk cId="0" sldId="2147483712"/>
            <pc:sldLayoutMk cId="4045498528" sldId="2147483768"/>
          </pc:sldLayoutMkLst>
          <pc:spChg chg="mod">
            <ac:chgData name="Simon Tran Agerholm" userId="dd55e2d3-906e-4a4a-90ea-dda6205f875e" providerId="ADAL" clId="{5EFFF862-C165-4C4A-8B20-E280CAF10480}" dt="2026-09-21T09:50:17.202" v="0"/>
            <ac:spMkLst>
              <pc:docMk/>
              <pc:sldMasterMk cId="0" sldId="2147483712"/>
              <pc:sldLayoutMk cId="4045498528" sldId="2147483768"/>
              <ac:spMk id="8" creationId="{00000000-0000-0000-0000-000000000000}"/>
            </ac:spMkLst>
          </pc:spChg>
        </pc:sldLayoutChg>
        <pc:sldLayoutChg chg="modSp">
          <pc:chgData name="Simon Tran Agerholm" userId="dd55e2d3-906e-4a4a-90ea-dda6205f875e" providerId="ADAL" clId="{5EFFF862-C165-4C4A-8B20-E280CAF10480}" dt="2026-09-21T09:50:17.202" v="0"/>
          <pc:sldLayoutMkLst>
            <pc:docMk/>
            <pc:sldMasterMk cId="0" sldId="2147483712"/>
            <pc:sldLayoutMk cId="3481985682" sldId="2147483770"/>
          </pc:sldLayoutMkLst>
          <pc:spChg chg="mod">
            <ac:chgData name="Simon Tran Agerholm" userId="dd55e2d3-906e-4a4a-90ea-dda6205f875e" providerId="ADAL" clId="{5EFFF862-C165-4C4A-8B20-E280CAF10480}" dt="2026-09-21T09:50:17.202" v="0"/>
            <ac:spMkLst>
              <pc:docMk/>
              <pc:sldMasterMk cId="0" sldId="2147483712"/>
              <pc:sldLayoutMk cId="3481985682" sldId="2147483770"/>
              <ac:spMk id="8" creationId="{00000000-0000-0000-0000-000000000000}"/>
            </ac:spMkLst>
          </pc:spChg>
        </pc:sldLayoutChg>
        <pc:sldLayoutChg chg="modSp">
          <pc:chgData name="Simon Tran Agerholm" userId="dd55e2d3-906e-4a4a-90ea-dda6205f875e" providerId="ADAL" clId="{5EFFF862-C165-4C4A-8B20-E280CAF10480}" dt="2026-09-21T09:50:17.202" v="0"/>
          <pc:sldLayoutMkLst>
            <pc:docMk/>
            <pc:sldMasterMk cId="0" sldId="2147483712"/>
            <pc:sldLayoutMk cId="1707880721" sldId="2147483771"/>
          </pc:sldLayoutMkLst>
          <pc:spChg chg="mod">
            <ac:chgData name="Simon Tran Agerholm" userId="dd55e2d3-906e-4a4a-90ea-dda6205f875e" providerId="ADAL" clId="{5EFFF862-C165-4C4A-8B20-E280CAF10480}" dt="2026-09-21T09:50:17.202" v="0"/>
            <ac:spMkLst>
              <pc:docMk/>
              <pc:sldMasterMk cId="0" sldId="2147483712"/>
              <pc:sldLayoutMk cId="1707880721" sldId="2147483771"/>
              <ac:spMk id="8" creationId="{00000000-0000-0000-0000-000000000000}"/>
            </ac:spMkLst>
          </pc:spChg>
        </pc:sldLayoutChg>
      </pc:sldMasterChg>
      <pc:sldMasterChg chg="modSp modSldLayout">
        <pc:chgData name="Simon Tran Agerholm" userId="dd55e2d3-906e-4a4a-90ea-dda6205f875e" providerId="ADAL" clId="{5EFFF862-C165-4C4A-8B20-E280CAF10480}" dt="2026-09-21T09:50:17.202" v="0"/>
        <pc:sldMasterMkLst>
          <pc:docMk/>
          <pc:sldMasterMk cId="763850213" sldId="2147483787"/>
        </pc:sldMasterMkLst>
        <pc:spChg chg="mod">
          <ac:chgData name="Simon Tran Agerholm" userId="dd55e2d3-906e-4a4a-90ea-dda6205f875e" providerId="ADAL" clId="{5EFFF862-C165-4C4A-8B20-E280CAF10480}" dt="2026-09-21T09:50:17.202" v="0"/>
          <ac:spMkLst>
            <pc:docMk/>
            <pc:sldMasterMk cId="763850213" sldId="2147483787"/>
            <ac:spMk id="5" creationId="{00000000-0000-0000-0000-000000000000}"/>
          </ac:spMkLst>
        </pc:spChg>
        <pc:sldLayoutChg chg="modSp">
          <pc:chgData name="Simon Tran Agerholm" userId="dd55e2d3-906e-4a4a-90ea-dda6205f875e" providerId="ADAL" clId="{5EFFF862-C165-4C4A-8B20-E280CAF10480}" dt="2026-09-21T09:50:17.202" v="0"/>
          <pc:sldLayoutMkLst>
            <pc:docMk/>
            <pc:sldMasterMk cId="763850213" sldId="2147483787"/>
            <pc:sldLayoutMk cId="391460471" sldId="2147483788"/>
          </pc:sldLayoutMkLst>
          <pc:spChg chg="mod">
            <ac:chgData name="Simon Tran Agerholm" userId="dd55e2d3-906e-4a4a-90ea-dda6205f875e" providerId="ADAL" clId="{5EFFF862-C165-4C4A-8B20-E280CAF10480}" dt="2026-09-21T09:50:17.202" v="0"/>
            <ac:spMkLst>
              <pc:docMk/>
              <pc:sldMasterMk cId="763850213" sldId="2147483787"/>
              <pc:sldLayoutMk cId="391460471" sldId="2147483788"/>
              <ac:spMk id="5" creationId="{00000000-0000-0000-0000-000000000000}"/>
            </ac:spMkLst>
          </pc:spChg>
        </pc:sldLayoutChg>
        <pc:sldLayoutChg chg="modSp">
          <pc:chgData name="Simon Tran Agerholm" userId="dd55e2d3-906e-4a4a-90ea-dda6205f875e" providerId="ADAL" clId="{5EFFF862-C165-4C4A-8B20-E280CAF10480}" dt="2026-09-21T09:50:17.202" v="0"/>
          <pc:sldLayoutMkLst>
            <pc:docMk/>
            <pc:sldMasterMk cId="763850213" sldId="2147483787"/>
            <pc:sldLayoutMk cId="2378105830" sldId="2147483789"/>
          </pc:sldLayoutMkLst>
          <pc:spChg chg="mod">
            <ac:chgData name="Simon Tran Agerholm" userId="dd55e2d3-906e-4a4a-90ea-dda6205f875e" providerId="ADAL" clId="{5EFFF862-C165-4C4A-8B20-E280CAF10480}" dt="2026-09-21T09:50:17.202" v="0"/>
            <ac:spMkLst>
              <pc:docMk/>
              <pc:sldMasterMk cId="763850213" sldId="2147483787"/>
              <pc:sldLayoutMk cId="2378105830" sldId="2147483789"/>
              <ac:spMk id="5" creationId="{00000000-0000-0000-0000-000000000000}"/>
            </ac:spMkLst>
          </pc:spChg>
        </pc:sldLayoutChg>
        <pc:sldLayoutChg chg="modSp">
          <pc:chgData name="Simon Tran Agerholm" userId="dd55e2d3-906e-4a4a-90ea-dda6205f875e" providerId="ADAL" clId="{5EFFF862-C165-4C4A-8B20-E280CAF10480}" dt="2026-09-21T09:50:17.202" v="0"/>
          <pc:sldLayoutMkLst>
            <pc:docMk/>
            <pc:sldMasterMk cId="763850213" sldId="2147483787"/>
            <pc:sldLayoutMk cId="663819887" sldId="2147483790"/>
          </pc:sldLayoutMkLst>
          <pc:spChg chg="mod">
            <ac:chgData name="Simon Tran Agerholm" userId="dd55e2d3-906e-4a4a-90ea-dda6205f875e" providerId="ADAL" clId="{5EFFF862-C165-4C4A-8B20-E280CAF10480}" dt="2026-09-21T09:50:17.202" v="0"/>
            <ac:spMkLst>
              <pc:docMk/>
              <pc:sldMasterMk cId="763850213" sldId="2147483787"/>
              <pc:sldLayoutMk cId="663819887" sldId="2147483790"/>
              <ac:spMk id="5" creationId="{00000000-0000-0000-0000-000000000000}"/>
            </ac:spMkLst>
          </pc:spChg>
        </pc:sldLayoutChg>
        <pc:sldLayoutChg chg="modSp">
          <pc:chgData name="Simon Tran Agerholm" userId="dd55e2d3-906e-4a4a-90ea-dda6205f875e" providerId="ADAL" clId="{5EFFF862-C165-4C4A-8B20-E280CAF10480}" dt="2026-09-21T09:50:17.202" v="0"/>
          <pc:sldLayoutMkLst>
            <pc:docMk/>
            <pc:sldMasterMk cId="763850213" sldId="2147483787"/>
            <pc:sldLayoutMk cId="370226128" sldId="2147483791"/>
          </pc:sldLayoutMkLst>
          <pc:spChg chg="mod">
            <ac:chgData name="Simon Tran Agerholm" userId="dd55e2d3-906e-4a4a-90ea-dda6205f875e" providerId="ADAL" clId="{5EFFF862-C165-4C4A-8B20-E280CAF10480}" dt="2026-09-21T09:50:17.202" v="0"/>
            <ac:spMkLst>
              <pc:docMk/>
              <pc:sldMasterMk cId="763850213" sldId="2147483787"/>
              <pc:sldLayoutMk cId="370226128" sldId="2147483791"/>
              <ac:spMk id="6" creationId="{00000000-0000-0000-0000-000000000000}"/>
            </ac:spMkLst>
          </pc:spChg>
        </pc:sldLayoutChg>
        <pc:sldLayoutChg chg="modSp">
          <pc:chgData name="Simon Tran Agerholm" userId="dd55e2d3-906e-4a4a-90ea-dda6205f875e" providerId="ADAL" clId="{5EFFF862-C165-4C4A-8B20-E280CAF10480}" dt="2026-09-21T09:50:17.202" v="0"/>
          <pc:sldLayoutMkLst>
            <pc:docMk/>
            <pc:sldMasterMk cId="763850213" sldId="2147483787"/>
            <pc:sldLayoutMk cId="2992592732" sldId="2147483792"/>
          </pc:sldLayoutMkLst>
          <pc:spChg chg="mod">
            <ac:chgData name="Simon Tran Agerholm" userId="dd55e2d3-906e-4a4a-90ea-dda6205f875e" providerId="ADAL" clId="{5EFFF862-C165-4C4A-8B20-E280CAF10480}" dt="2026-09-21T09:50:17.202" v="0"/>
            <ac:spMkLst>
              <pc:docMk/>
              <pc:sldMasterMk cId="763850213" sldId="2147483787"/>
              <pc:sldLayoutMk cId="2992592732" sldId="2147483792"/>
              <ac:spMk id="8" creationId="{00000000-0000-0000-0000-000000000000}"/>
            </ac:spMkLst>
          </pc:spChg>
        </pc:sldLayoutChg>
        <pc:sldLayoutChg chg="modSp">
          <pc:chgData name="Simon Tran Agerholm" userId="dd55e2d3-906e-4a4a-90ea-dda6205f875e" providerId="ADAL" clId="{5EFFF862-C165-4C4A-8B20-E280CAF10480}" dt="2026-09-21T09:50:17.202" v="0"/>
          <pc:sldLayoutMkLst>
            <pc:docMk/>
            <pc:sldMasterMk cId="763850213" sldId="2147483787"/>
            <pc:sldLayoutMk cId="3596260996" sldId="2147483793"/>
          </pc:sldLayoutMkLst>
          <pc:spChg chg="mod">
            <ac:chgData name="Simon Tran Agerholm" userId="dd55e2d3-906e-4a4a-90ea-dda6205f875e" providerId="ADAL" clId="{5EFFF862-C165-4C4A-8B20-E280CAF10480}" dt="2026-09-21T09:50:17.202" v="0"/>
            <ac:spMkLst>
              <pc:docMk/>
              <pc:sldMasterMk cId="763850213" sldId="2147483787"/>
              <pc:sldLayoutMk cId="3596260996" sldId="2147483793"/>
              <ac:spMk id="4" creationId="{00000000-0000-0000-0000-000000000000}"/>
            </ac:spMkLst>
          </pc:spChg>
        </pc:sldLayoutChg>
        <pc:sldLayoutChg chg="modSp">
          <pc:chgData name="Simon Tran Agerholm" userId="dd55e2d3-906e-4a4a-90ea-dda6205f875e" providerId="ADAL" clId="{5EFFF862-C165-4C4A-8B20-E280CAF10480}" dt="2026-09-21T09:50:17.202" v="0"/>
          <pc:sldLayoutMkLst>
            <pc:docMk/>
            <pc:sldMasterMk cId="763850213" sldId="2147483787"/>
            <pc:sldLayoutMk cId="1123594340" sldId="2147483794"/>
          </pc:sldLayoutMkLst>
          <pc:spChg chg="mod">
            <ac:chgData name="Simon Tran Agerholm" userId="dd55e2d3-906e-4a4a-90ea-dda6205f875e" providerId="ADAL" clId="{5EFFF862-C165-4C4A-8B20-E280CAF10480}" dt="2026-09-21T09:50:17.202" v="0"/>
            <ac:spMkLst>
              <pc:docMk/>
              <pc:sldMasterMk cId="763850213" sldId="2147483787"/>
              <pc:sldLayoutMk cId="1123594340" sldId="2147483794"/>
              <ac:spMk id="3" creationId="{00000000-0000-0000-0000-000000000000}"/>
            </ac:spMkLst>
          </pc:spChg>
        </pc:sldLayoutChg>
        <pc:sldLayoutChg chg="modSp">
          <pc:chgData name="Simon Tran Agerholm" userId="dd55e2d3-906e-4a4a-90ea-dda6205f875e" providerId="ADAL" clId="{5EFFF862-C165-4C4A-8B20-E280CAF10480}" dt="2026-09-21T09:50:17.202" v="0"/>
          <pc:sldLayoutMkLst>
            <pc:docMk/>
            <pc:sldMasterMk cId="763850213" sldId="2147483787"/>
            <pc:sldLayoutMk cId="395557416" sldId="2147483795"/>
          </pc:sldLayoutMkLst>
          <pc:spChg chg="mod">
            <ac:chgData name="Simon Tran Agerholm" userId="dd55e2d3-906e-4a4a-90ea-dda6205f875e" providerId="ADAL" clId="{5EFFF862-C165-4C4A-8B20-E280CAF10480}" dt="2026-09-21T09:50:17.202" v="0"/>
            <ac:spMkLst>
              <pc:docMk/>
              <pc:sldMasterMk cId="763850213" sldId="2147483787"/>
              <pc:sldLayoutMk cId="395557416" sldId="2147483795"/>
              <ac:spMk id="6" creationId="{00000000-0000-0000-0000-000000000000}"/>
            </ac:spMkLst>
          </pc:spChg>
        </pc:sldLayoutChg>
        <pc:sldLayoutChg chg="modSp">
          <pc:chgData name="Simon Tran Agerholm" userId="dd55e2d3-906e-4a4a-90ea-dda6205f875e" providerId="ADAL" clId="{5EFFF862-C165-4C4A-8B20-E280CAF10480}" dt="2026-09-21T09:50:17.202" v="0"/>
          <pc:sldLayoutMkLst>
            <pc:docMk/>
            <pc:sldMasterMk cId="763850213" sldId="2147483787"/>
            <pc:sldLayoutMk cId="2335571229" sldId="2147483796"/>
          </pc:sldLayoutMkLst>
          <pc:spChg chg="mod">
            <ac:chgData name="Simon Tran Agerholm" userId="dd55e2d3-906e-4a4a-90ea-dda6205f875e" providerId="ADAL" clId="{5EFFF862-C165-4C4A-8B20-E280CAF10480}" dt="2026-09-21T09:50:17.202" v="0"/>
            <ac:spMkLst>
              <pc:docMk/>
              <pc:sldMasterMk cId="763850213" sldId="2147483787"/>
              <pc:sldLayoutMk cId="2335571229" sldId="2147483796"/>
              <ac:spMk id="6" creationId="{00000000-0000-0000-0000-000000000000}"/>
            </ac:spMkLst>
          </pc:spChg>
        </pc:sldLayoutChg>
        <pc:sldLayoutChg chg="modSp">
          <pc:chgData name="Simon Tran Agerholm" userId="dd55e2d3-906e-4a4a-90ea-dda6205f875e" providerId="ADAL" clId="{5EFFF862-C165-4C4A-8B20-E280CAF10480}" dt="2026-09-21T09:50:17.202" v="0"/>
          <pc:sldLayoutMkLst>
            <pc:docMk/>
            <pc:sldMasterMk cId="763850213" sldId="2147483787"/>
            <pc:sldLayoutMk cId="615781477" sldId="2147483797"/>
          </pc:sldLayoutMkLst>
          <pc:spChg chg="mod">
            <ac:chgData name="Simon Tran Agerholm" userId="dd55e2d3-906e-4a4a-90ea-dda6205f875e" providerId="ADAL" clId="{5EFFF862-C165-4C4A-8B20-E280CAF10480}" dt="2026-09-21T09:50:17.202" v="0"/>
            <ac:spMkLst>
              <pc:docMk/>
              <pc:sldMasterMk cId="763850213" sldId="2147483787"/>
              <pc:sldLayoutMk cId="615781477" sldId="2147483797"/>
              <ac:spMk id="5" creationId="{00000000-0000-0000-0000-000000000000}"/>
            </ac:spMkLst>
          </pc:spChg>
        </pc:sldLayoutChg>
        <pc:sldLayoutChg chg="modSp">
          <pc:chgData name="Simon Tran Agerholm" userId="dd55e2d3-906e-4a4a-90ea-dda6205f875e" providerId="ADAL" clId="{5EFFF862-C165-4C4A-8B20-E280CAF10480}" dt="2026-09-21T09:50:17.202" v="0"/>
          <pc:sldLayoutMkLst>
            <pc:docMk/>
            <pc:sldMasterMk cId="763850213" sldId="2147483787"/>
            <pc:sldLayoutMk cId="3574671886" sldId="2147483798"/>
          </pc:sldLayoutMkLst>
          <pc:spChg chg="mod">
            <ac:chgData name="Simon Tran Agerholm" userId="dd55e2d3-906e-4a4a-90ea-dda6205f875e" providerId="ADAL" clId="{5EFFF862-C165-4C4A-8B20-E280CAF10480}" dt="2026-09-21T09:50:17.202" v="0"/>
            <ac:spMkLst>
              <pc:docMk/>
              <pc:sldMasterMk cId="763850213" sldId="2147483787"/>
              <pc:sldLayoutMk cId="3574671886" sldId="2147483798"/>
              <ac:spMk id="5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313" cy="336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5592763" y="0"/>
            <a:ext cx="4279900" cy="336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D42E9-3577-448A-94B8-0689F75B8EAB}" type="datetimeFigureOut">
              <a:rPr lang="da-DK" smtClean="0"/>
              <a:t>21-09-2026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2921000" y="841375"/>
            <a:ext cx="4032250" cy="2268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987425" y="3236913"/>
            <a:ext cx="7899400" cy="26479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6388100"/>
            <a:ext cx="4278313" cy="336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5592763" y="6388100"/>
            <a:ext cx="4279900" cy="336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D5DA8D-1D02-49F3-94FC-1F09A158429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66435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9" b="14030"/>
          <a:stretch/>
        </p:blipFill>
        <p:spPr>
          <a:xfrm>
            <a:off x="0" y="-1"/>
            <a:ext cx="12192000" cy="5145207"/>
          </a:xfrm>
          <a:prstGeom prst="rect">
            <a:avLst/>
          </a:prstGeom>
        </p:spPr>
      </p:pic>
      <p:sp>
        <p:nvSpPr>
          <p:cNvPr id="7" name="Rektangel 6"/>
          <p:cNvSpPr/>
          <p:nvPr/>
        </p:nvSpPr>
        <p:spPr>
          <a:xfrm>
            <a:off x="0" y="5145206"/>
            <a:ext cx="12192000" cy="84034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100"/>
          </a:p>
        </p:txBody>
      </p:sp>
      <p:pic>
        <p:nvPicPr>
          <p:cNvPr id="10" name="Billed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089" y="5739932"/>
            <a:ext cx="1892215" cy="560487"/>
          </a:xfrm>
          <a:prstGeom prst="rect">
            <a:avLst/>
          </a:prstGeom>
        </p:spPr>
      </p:pic>
      <p:sp>
        <p:nvSpPr>
          <p:cNvPr id="3" name="Pladsholder til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336062" y="5499100"/>
            <a:ext cx="8862646" cy="521074"/>
          </a:xfrm>
        </p:spPr>
        <p:txBody>
          <a:bodyPr/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 err="1"/>
              <a:t>Præsentationtitel</a:t>
            </a:r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quarter" idx="11" hasCustomPrompt="1"/>
          </p:nvPr>
        </p:nvSpPr>
        <p:spPr>
          <a:xfrm>
            <a:off x="335486" y="6129338"/>
            <a:ext cx="6979138" cy="450850"/>
          </a:xfrm>
        </p:spPr>
        <p:txBody>
          <a:bodyPr/>
          <a:lstStyle>
            <a:lvl2pPr marL="39114" indent="0">
              <a:buNone/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da-DK" dirty="0"/>
              <a:t>[Dato, sted, forfatter]</a:t>
            </a:r>
          </a:p>
        </p:txBody>
      </p:sp>
    </p:spTree>
    <p:extLst>
      <p:ext uri="{BB962C8B-B14F-4D97-AF65-F5344CB8AC3E}">
        <p14:creationId xmlns:p14="http://schemas.microsoft.com/office/powerpoint/2010/main" val="1721833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ktion 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35202" y="2828921"/>
            <a:ext cx="11521600" cy="901179"/>
          </a:xfrm>
        </p:spPr>
        <p:txBody>
          <a:bodyPr>
            <a:normAutofit/>
          </a:bodyPr>
          <a:lstStyle>
            <a:lvl1pPr algn="ctr">
              <a:defRPr sz="23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SEKTIONS OVERSKRIFT</a:t>
            </a: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9" name="Pladsholder til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335204" y="1388729"/>
            <a:ext cx="11522364" cy="1151467"/>
          </a:xfrm>
        </p:spPr>
        <p:txBody>
          <a:bodyPr anchor="ctr">
            <a:noAutofit/>
          </a:bodyPr>
          <a:lstStyle>
            <a:lvl1pPr algn="ctr">
              <a:buNone/>
              <a:defRPr sz="700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a-DK" dirty="0" err="1"/>
              <a:t>Nr</a:t>
            </a:r>
            <a:endParaRPr lang="da-DK" dirty="0"/>
          </a:p>
        </p:txBody>
      </p:sp>
      <p:sp>
        <p:nvSpPr>
          <p:cNvPr id="11" name="Pladsholder til tekst 10"/>
          <p:cNvSpPr>
            <a:spLocks noGrp="1"/>
          </p:cNvSpPr>
          <p:nvPr>
            <p:ph type="body" sz="quarter" idx="14" hasCustomPrompt="1"/>
          </p:nvPr>
        </p:nvSpPr>
        <p:spPr>
          <a:xfrm>
            <a:off x="334433" y="3789051"/>
            <a:ext cx="11523134" cy="2038351"/>
          </a:xfrm>
        </p:spPr>
        <p:txBody>
          <a:bodyPr>
            <a:normAutofit/>
          </a:bodyPr>
          <a:lstStyle>
            <a:lvl1pPr algn="ctr">
              <a:buNone/>
              <a:defRPr lang="da-DK" sz="2100" b="0" i="0" baseline="0" dirty="0">
                <a:solidFill>
                  <a:schemeClr val="bg1">
                    <a:lumMod val="50000"/>
                  </a:schemeClr>
                </a:solidFill>
              </a:defRPr>
            </a:lvl1pPr>
            <a:lvl4pPr>
              <a:buNone/>
              <a:defRPr lang="da-DK" dirty="0"/>
            </a:lvl4pPr>
          </a:lstStyle>
          <a:p>
            <a:pPr lvl="0"/>
            <a:r>
              <a:rPr lang="da-DK" dirty="0"/>
              <a:t>Beskrivende tekst</a:t>
            </a:r>
          </a:p>
        </p:txBody>
      </p:sp>
      <p:sp>
        <p:nvSpPr>
          <p:cNvPr id="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56354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8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1" y="6312002"/>
            <a:ext cx="1080144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2C5138C-EDAE-45B6-8DD0-E253B99A386E}" type="datetime1">
              <a:rPr lang="da-DK" smtClean="0"/>
              <a:t>21-09-2026</a:t>
            </a:fld>
            <a:endParaRPr lang="da-DK" dirty="0"/>
          </a:p>
        </p:txBody>
      </p:sp>
      <p:pic>
        <p:nvPicPr>
          <p:cNvPr id="10" name="Billed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0841" y="258166"/>
            <a:ext cx="1892215" cy="560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hold med text og tynd stre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455251" y="2228841"/>
            <a:ext cx="11161488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427953" y="1628758"/>
            <a:ext cx="11188786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0" y="6312002"/>
            <a:ext cx="1424640" cy="366183"/>
          </a:xfrm>
        </p:spPr>
        <p:txBody>
          <a:bodyPr/>
          <a:lstStyle>
            <a:lvl1pPr>
              <a:defRPr sz="1000" b="1" baseline="0">
                <a:solidFill>
                  <a:srgbClr val="006273"/>
                </a:solidFill>
                <a:latin typeface="Arial" pitchFamily="34" charset="0"/>
              </a:defRPr>
            </a:lvl1pPr>
          </a:lstStyle>
          <a:p>
            <a:fld id="{C44B903A-80CF-4195-B390-7AE5BA22C8BA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09386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552" y="258166"/>
            <a:ext cx="189221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0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hold med text og tynd streg uden bundstreg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455251" y="2228841"/>
            <a:ext cx="11161488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</a:defRPr>
            </a:lvl1pPr>
            <a:lvl2pPr marL="312919" indent="-281255">
              <a:defRPr sz="1400" baseline="0">
                <a:solidFill>
                  <a:srgbClr val="006273"/>
                </a:solidFill>
              </a:defRPr>
            </a:lvl2pPr>
            <a:lvl3pPr marL="528982" indent="-216063">
              <a:defRPr sz="1400" baseline="0">
                <a:solidFill>
                  <a:srgbClr val="006273"/>
                </a:solidFill>
              </a:defRPr>
            </a:lvl3pPr>
            <a:lvl4pPr marL="735733" indent="-206751">
              <a:defRPr sz="1400" baseline="0">
                <a:solidFill>
                  <a:srgbClr val="006273"/>
                </a:solidFill>
              </a:defRPr>
            </a:lvl4pPr>
            <a:lvl5pPr marL="944346" indent="-208613">
              <a:defRPr sz="1400" baseline="0">
                <a:solidFill>
                  <a:srgbClr val="006273"/>
                </a:solidFill>
              </a:defRPr>
            </a:lvl5pPr>
            <a:lvl6pPr>
              <a:defRPr sz="1400" baseline="0">
                <a:solidFill>
                  <a:srgbClr val="006273"/>
                </a:solidFill>
              </a:defRPr>
            </a:lvl6pPr>
            <a:lvl7pPr>
              <a:defRPr sz="1400" baseline="0">
                <a:solidFill>
                  <a:srgbClr val="006273"/>
                </a:solidFill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427953" y="1628758"/>
            <a:ext cx="11188786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1" y="6312002"/>
            <a:ext cx="1080144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1D799C57-E678-44D7-8278-7472D9F14884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09386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553" y="258166"/>
            <a:ext cx="189221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498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455251" y="2228841"/>
            <a:ext cx="11161488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427953" y="1628758"/>
            <a:ext cx="11188786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1" y="6312002"/>
            <a:ext cx="1080144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1E0523C6-7A68-4268-A60D-18B9F4BDD546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09386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553" y="258166"/>
            <a:ext cx="189221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85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1" y="6312002"/>
            <a:ext cx="1080144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3335663-A339-4362-971F-A137E7D2870C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09386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3441" y="258166"/>
            <a:ext cx="189221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880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3597-876D-4358-A96F-2482AB51FB30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146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33E28-9A89-4B39-976F-AFD8B685214E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378105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6CFEE-317F-4A3F-A52E-33E8B3C94E46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6381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F261D-3ED2-428A-9DCD-914DDDF3EF53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0226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076A8-B1BB-44E1-9CA6-A6C09221154C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92592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4743B-CAAB-4C35-89C3-5E0E9B4B0685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96260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051F6-5B20-4C42-8052-7996479FE4D0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23594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C7839-EB59-4957-A652-BD6CD1A8C503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55574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2CEC9-C5B4-44C4-804B-EE0580A206DC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3355712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4E4E9-BC75-4541-8C8B-743C910372C6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157814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C817-2313-4B55-A82A-B41586F66FD4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746718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7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505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dsholder til titel 13"/>
          <p:cNvSpPr>
            <a:spLocks noGrp="1"/>
          </p:cNvSpPr>
          <p:nvPr>
            <p:ph type="title"/>
          </p:nvPr>
        </p:nvSpPr>
        <p:spPr>
          <a:xfrm>
            <a:off x="575266" y="275167"/>
            <a:ext cx="11041472" cy="1143000"/>
          </a:xfrm>
          <a:prstGeom prst="rect">
            <a:avLst/>
          </a:prstGeom>
        </p:spPr>
        <p:txBody>
          <a:bodyPr vert="horz" lIns="107287" tIns="53643" rIns="107287" bIns="53643" rtlCol="0" anchor="ctr">
            <a:normAutofit/>
          </a:bodyPr>
          <a:lstStyle/>
          <a:p>
            <a:r>
              <a:rPr lang="da-DK" dirty="0"/>
              <a:t>KLIK FOR AT REDIGERE TITELTYPOGRAFI I MASTEREN</a:t>
            </a:r>
          </a:p>
        </p:txBody>
      </p:sp>
      <p:sp>
        <p:nvSpPr>
          <p:cNvPr id="16" name="Pladsholder til dato 15"/>
          <p:cNvSpPr>
            <a:spLocks noGrp="1"/>
          </p:cNvSpPr>
          <p:nvPr>
            <p:ph type="dt" sz="half" idx="2"/>
          </p:nvPr>
        </p:nvSpPr>
        <p:spPr>
          <a:xfrm>
            <a:off x="456467" y="6356354"/>
            <a:ext cx="311920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l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68CB9B8C-40D4-4996-9C30-820F307BF5D0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1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56354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8" name="Pladsholder til diasnummer 17"/>
          <p:cNvSpPr>
            <a:spLocks noGrp="1"/>
          </p:cNvSpPr>
          <p:nvPr>
            <p:ph type="sldNum" sz="quarter" idx="4"/>
          </p:nvPr>
        </p:nvSpPr>
        <p:spPr>
          <a:xfrm>
            <a:off x="8616339" y="6356354"/>
            <a:ext cx="311920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8" name="Pladsholder til tekst 7"/>
          <p:cNvSpPr>
            <a:spLocks noGrp="1"/>
          </p:cNvSpPr>
          <p:nvPr>
            <p:ph type="body" idx="1"/>
          </p:nvPr>
        </p:nvSpPr>
        <p:spPr>
          <a:xfrm>
            <a:off x="575266" y="1600203"/>
            <a:ext cx="11041472" cy="4525433"/>
          </a:xfrm>
          <a:prstGeom prst="rect">
            <a:avLst/>
          </a:prstGeom>
        </p:spPr>
        <p:txBody>
          <a:bodyPr vert="horz" lIns="107287" tIns="53643" rIns="107287" bIns="53643" rtlCol="0">
            <a:noAutofit/>
          </a:bodyPr>
          <a:lstStyle/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 err="1"/>
              <a:t>Level</a:t>
            </a:r>
            <a:r>
              <a:rPr lang="da-DK" dirty="0"/>
              <a:t> 6</a:t>
            </a:r>
          </a:p>
          <a:p>
            <a:pPr lvl="6"/>
            <a:r>
              <a:rPr lang="da-DK" dirty="0" err="1"/>
              <a:t>Level</a:t>
            </a:r>
            <a:r>
              <a:rPr lang="da-DK" dirty="0"/>
              <a:t> 7</a:t>
            </a:r>
          </a:p>
          <a:p>
            <a:pPr lvl="5"/>
            <a:endParaRPr lang="da-DK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20" r:id="rId2"/>
    <p:sldLayoutId id="2147483765" r:id="rId3"/>
    <p:sldLayoutId id="2147483768" r:id="rId4"/>
    <p:sldLayoutId id="2147483770" r:id="rId5"/>
    <p:sldLayoutId id="2147483771" r:id="rId6"/>
  </p:sldLayoutIdLst>
  <p:hf hdr="0"/>
  <p:txStyles>
    <p:titleStyle>
      <a:lvl1pPr marL="420951" indent="-420951" algn="l" defTabSz="1072866" rtl="0" eaLnBrk="1" latinLnBrk="0" hangingPunct="1">
        <a:spcBef>
          <a:spcPct val="0"/>
        </a:spcBef>
        <a:buClr>
          <a:schemeClr val="tx2"/>
        </a:buClr>
        <a:buFont typeface="+mj-lt"/>
        <a:buNone/>
        <a:defRPr sz="2800" b="1" kern="1200">
          <a:solidFill>
            <a:srgbClr val="006273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0" indent="0" algn="l" defTabSz="1072866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100" b="1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1pPr>
      <a:lvl2pPr marL="312919" indent="-273805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9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2pPr>
      <a:lvl3pPr marL="52898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3pPr>
      <a:lvl4pPr marL="735733" indent="-206751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4pPr>
      <a:lvl5pPr marL="944346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5pPr>
      <a:lvl6pPr marL="1152958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tabLst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6pPr>
      <a:lvl7pPr marL="136902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7pPr>
      <a:lvl8pPr marL="4023246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59678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6433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72866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9298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45731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82164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18597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55029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91462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14F25-B464-40ED-AF73-0F03454E8D79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63850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  <p:sldLayoutId id="2147483799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43AeuDvWc0k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0oM1P3sgn8" TargetMode="External"/><Relationship Id="rId2" Type="http://schemas.openxmlformats.org/officeDocument/2006/relationships/hyperlink" Target="https://www.youtube.com/watch?v=2yHvHz5tQNk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hyperlink" Target="https://www.youtube.com/watch?v=HtvXom0FCr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6272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2</a:t>
            </a:fld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quarter" idx="13"/>
          </p:nvPr>
        </p:nvSpPr>
        <p:spPr>
          <a:xfrm>
            <a:off x="1610710" y="1451929"/>
            <a:ext cx="8970890" cy="4737441"/>
          </a:xfrm>
        </p:spPr>
        <p:txBody>
          <a:bodyPr/>
          <a:lstStyle/>
          <a:p>
            <a:endParaRPr lang="da-DK" sz="2100" dirty="0">
              <a:solidFill>
                <a:schemeClr val="tx1"/>
              </a:solidFill>
            </a:endParaRPr>
          </a:p>
          <a:p>
            <a:r>
              <a:rPr lang="da-DK" sz="2100" dirty="0">
                <a:solidFill>
                  <a:schemeClr val="tx1"/>
                </a:solidFill>
              </a:rPr>
              <a:t>Brug venstrehåndsreglen og proptrækkerreglen.</a:t>
            </a:r>
          </a:p>
          <a:p>
            <a:endParaRPr lang="da-DK" sz="2100" dirty="0">
              <a:solidFill>
                <a:schemeClr val="tx1"/>
              </a:solidFill>
            </a:endParaRPr>
          </a:p>
          <a:p>
            <a:r>
              <a:rPr lang="da-DK" sz="2100" dirty="0">
                <a:solidFill>
                  <a:schemeClr val="tx1"/>
                </a:solidFill>
              </a:rPr>
              <a:t>Ledere med samme strømretning</a:t>
            </a:r>
            <a:br>
              <a:rPr lang="da-DK" sz="2100" dirty="0">
                <a:solidFill>
                  <a:schemeClr val="tx1"/>
                </a:solidFill>
              </a:rPr>
            </a:br>
            <a:r>
              <a:rPr lang="da-DK" sz="2100" dirty="0">
                <a:solidFill>
                  <a:schemeClr val="tx1"/>
                </a:solidFill>
              </a:rPr>
              <a:t>tiltrækker hinanden.</a:t>
            </a:r>
          </a:p>
          <a:p>
            <a:endParaRPr lang="da-DK" sz="2100" dirty="0">
              <a:solidFill>
                <a:schemeClr val="tx1"/>
              </a:solidFill>
            </a:endParaRPr>
          </a:p>
          <a:p>
            <a:r>
              <a:rPr lang="da-DK" sz="2100" dirty="0">
                <a:solidFill>
                  <a:schemeClr val="tx1"/>
                </a:solidFill>
              </a:rPr>
              <a:t>Ledere med modsat strømretning</a:t>
            </a:r>
            <a:br>
              <a:rPr lang="da-DK" sz="2100" dirty="0">
                <a:solidFill>
                  <a:schemeClr val="tx1"/>
                </a:solidFill>
              </a:rPr>
            </a:br>
            <a:r>
              <a:rPr lang="da-DK" sz="2100" dirty="0">
                <a:solidFill>
                  <a:schemeClr val="tx1"/>
                </a:solidFill>
              </a:rPr>
              <a:t>frastøder hinanden.</a:t>
            </a:r>
          </a:p>
          <a:p>
            <a:endParaRPr lang="da-DK" sz="2100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endParaRPr lang="da-DK" dirty="0">
              <a:solidFill>
                <a:schemeClr val="tx1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12892" y="971862"/>
            <a:ext cx="9090889" cy="480067"/>
          </a:xfrm>
        </p:spPr>
        <p:txBody>
          <a:bodyPr/>
          <a:lstStyle/>
          <a:p>
            <a:r>
              <a:rPr lang="da-DK" dirty="0"/>
              <a:t>Kraftpåvirkning af ledere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F40B703-E13B-46F4-B5C3-53CE1BA4DB74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B10571C6-E53D-9D21-F4AA-911E81AD4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617" y="2365765"/>
            <a:ext cx="4300754" cy="375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98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3</a:t>
            </a:fld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quarter" idx="13"/>
          </p:nvPr>
        </p:nvSpPr>
        <p:spPr>
          <a:xfrm>
            <a:off x="1550558" y="1634360"/>
            <a:ext cx="9031043" cy="4555010"/>
          </a:xfrm>
        </p:spPr>
        <p:txBody>
          <a:bodyPr/>
          <a:lstStyle/>
          <a:p>
            <a:pPr>
              <a:lnSpc>
                <a:spcPct val="103000"/>
              </a:lnSpc>
              <a:spcAft>
                <a:spcPts val="800"/>
              </a:spcAft>
            </a:pPr>
            <a:r>
              <a:rPr lang="da-DK" kern="150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Vi ser lige film: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endParaRPr lang="da-DK" kern="15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lang="da-DK" kern="150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https://www.youtube.com/watch?v=43AeuDvWc0k</a:t>
            </a:r>
            <a:endParaRPr lang="da-DK" kern="15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3000"/>
              </a:lnSpc>
              <a:spcAft>
                <a:spcPts val="800"/>
              </a:spcAft>
            </a:pPr>
            <a:endParaRPr lang="da-DK" kern="15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a-DK" u="sng" dirty="0">
              <a:solidFill>
                <a:schemeClr val="tx1"/>
              </a:solidFill>
            </a:endParaRPr>
          </a:p>
          <a:p>
            <a:endParaRPr lang="da-DK" u="sng" dirty="0">
              <a:solidFill>
                <a:schemeClr val="tx1"/>
              </a:solidFill>
            </a:endParaRPr>
          </a:p>
          <a:p>
            <a:endParaRPr lang="da-DK" sz="1500" dirty="0">
              <a:solidFill>
                <a:schemeClr val="tx1"/>
              </a:solidFill>
            </a:endParaRPr>
          </a:p>
          <a:p>
            <a:endParaRPr lang="da-DK" sz="1500" dirty="0">
              <a:solidFill>
                <a:schemeClr val="tx1"/>
              </a:solidFill>
            </a:endParaRPr>
          </a:p>
          <a:p>
            <a:endParaRPr lang="da-DK" sz="1500" dirty="0">
              <a:solidFill>
                <a:schemeClr val="tx1"/>
              </a:solidFill>
            </a:endParaRPr>
          </a:p>
          <a:p>
            <a:endParaRPr lang="da-DK" sz="1500" dirty="0">
              <a:solidFill>
                <a:schemeClr val="tx1"/>
              </a:solidFill>
            </a:endParaRPr>
          </a:p>
          <a:p>
            <a:endParaRPr lang="da-DK" sz="1500" dirty="0">
              <a:solidFill>
                <a:schemeClr val="tx1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50558" y="1103241"/>
            <a:ext cx="9090889" cy="480067"/>
          </a:xfrm>
        </p:spPr>
        <p:txBody>
          <a:bodyPr/>
          <a:lstStyle/>
          <a:p>
            <a:r>
              <a:rPr lang="da-DK" dirty="0"/>
              <a:t>Kraftpåvirkning af ledere fortsat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A8C3AB8-5FD8-43C7-BB07-EA52BBFD5824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</p:spTree>
    <p:extLst>
      <p:ext uri="{BB962C8B-B14F-4D97-AF65-F5344CB8AC3E}">
        <p14:creationId xmlns:p14="http://schemas.microsoft.com/office/powerpoint/2010/main" val="1306362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4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550558" y="1634360"/>
                <a:ext cx="9031043" cy="455501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da-DK" sz="1500" i="1" kern="15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𝐁</m:t>
                    </m:r>
                    <m:r>
                      <a:rPr lang="da-DK" sz="1500" i="1" kern="15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sz="15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a-DK" sz="15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da-DK" sz="15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sSub>
                          <m:sSubPr>
                            <m:ctrlPr>
                              <a:rPr lang="da-DK" sz="15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a-DK" sz="15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da-DK" sz="15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𝝅</m:t>
                        </m:r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𝒂</m:t>
                        </m:r>
                      </m:den>
                    </m:f>
                  </m:oMath>
                </a14:m>
                <a:r>
                  <a:rPr lang="da-DK" sz="1500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og 	</a:t>
                </a:r>
                <a14:m>
                  <m:oMath xmlns:m="http://schemas.openxmlformats.org/officeDocument/2006/math">
                    <m:r>
                      <a:rPr lang="da-DK" sz="1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da-DK" sz="1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sz="1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da-DK" sz="1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·</m:t>
                    </m:r>
                    <m:sSub>
                      <m:sSubPr>
                        <m:ctrlPr>
                          <a:rPr lang="da-DK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a-DK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a-DK" sz="1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·</m:t>
                    </m:r>
                    <m:r>
                      <a:rPr lang="da-DK" sz="1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kern="1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𝐹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sz="1500" i="1" kern="1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500" i="1" kern="1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da-DK" sz="1500" i="1" kern="1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·</m:t>
                          </m:r>
                          <m:sSub>
                            <m:sSubPr>
                              <m:ctrlPr>
                                <a:rPr lang="da-DK" sz="1500" i="1" kern="1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500" i="1" kern="1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da-DK" sz="1500" i="1" kern="1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</m:sub>
                          </m:sSub>
                        </m:num>
                        <m:den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·</m:t>
                          </m:r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𝝅</m:t>
                          </m:r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·</m:t>
                          </m:r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den>
                      </m:f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·</m:t>
                      </m:r>
                      <m:sSub>
                        <m:sSubPr>
                          <m:ctrlP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·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𝑙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sz="1500" i="1" kern="1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500" i="1" kern="1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da-DK" sz="1500" i="1" kern="1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·</m:t>
                          </m:r>
                          <m:sSub>
                            <m:sSubPr>
                              <m:ctrlPr>
                                <a:rPr lang="da-DK" sz="1500" i="1" kern="1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500" i="1" kern="1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a-DK" sz="1500" i="1" kern="1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·</m:t>
                          </m:r>
                          <m:sSub>
                            <m:sSubPr>
                              <m:ctrlPr>
                                <a:rPr lang="da-DK" sz="1500" i="1" kern="1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500" i="1" kern="1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da-DK" sz="1500" i="1" kern="1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</m:sub>
                          </m:sSub>
                        </m:num>
                        <m:den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·</m:t>
                          </m:r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𝝅</m:t>
                          </m:r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·</m:t>
                          </m:r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den>
                      </m:f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·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𝑙</m:t>
                      </m:r>
                    </m:oMath>
                  </m:oMathPara>
                </a14:m>
                <a:endParaRPr lang="da-DK" sz="1500" kern="1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sz="1500" kern="1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𝐹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sz="1500" i="1" kern="1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500" i="1" kern="1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da-DK" sz="1500" i="1" kern="1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·</m:t>
                          </m:r>
                          <m:sSub>
                            <m:sSubPr>
                              <m:ctrlPr>
                                <a:rPr lang="da-DK" sz="1500" i="1" kern="1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500" i="1" kern="1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a-DK" sz="1500" i="1" kern="1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·</m:t>
                          </m:r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𝟒</m:t>
                          </m:r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·</m:t>
                          </m:r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𝝅</m:t>
                          </m:r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·</m:t>
                          </m:r>
                          <m:sSup>
                            <m:sSupPr>
                              <m:ctrlPr>
                                <a:rPr lang="da-DK" sz="1500" i="1" kern="1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1500" i="1" kern="1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𝟏𝟎</m:t>
                              </m:r>
                            </m:e>
                            <m:sup>
                              <m:r>
                                <a:rPr lang="da-DK" sz="1500" i="1" kern="1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da-DK" sz="1500" i="1" kern="1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𝟕</m:t>
                              </m:r>
                            </m:sup>
                          </m:sSup>
                        </m:num>
                        <m:den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·</m:t>
                          </m:r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𝝅</m:t>
                          </m:r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·</m:t>
                          </m:r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den>
                      </m:f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·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𝑙</m:t>
                      </m:r>
                    </m:oMath>
                  </m:oMathPara>
                </a14:m>
                <a:endParaRPr lang="da-DK" sz="1500" kern="1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sz="1500" kern="1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sz="15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a-DK" sz="15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da-DK" sz="15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sSub>
                          <m:sSubPr>
                            <m:ctrlPr>
                              <a:rPr lang="da-DK" sz="15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a-DK" sz="15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da-DK" sz="15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sSup>
                          <m:sSupPr>
                            <m:ctrlPr>
                              <a:rPr lang="da-DK" sz="15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da-DK" sz="15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da-DK" sz="15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da-DK" sz="15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𝟕</m:t>
                            </m:r>
                          </m:sup>
                        </m:sSup>
                      </m:num>
                      <m:den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𝒂</m:t>
                        </m:r>
                      </m:den>
                    </m:f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da-DK" sz="15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da-DK" sz="1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sz="1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da-DK" sz="1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·</m:t>
                    </m:r>
                    <m:sSup>
                      <m:sSupPr>
                        <m:ctrlPr>
                          <a:rPr lang="da-DK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da-DK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a-DK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sup>
                    </m:sSup>
                    <m:r>
                      <a:rPr lang="da-DK" sz="1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·</m:t>
                    </m:r>
                    <m:f>
                      <m:fPr>
                        <m:ctrlPr>
                          <a:rPr lang="da-DK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sz="1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1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da-DK" sz="1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da-DK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sSub>
                          <m:sSubPr>
                            <m:ctrlPr>
                              <a:rPr lang="da-DK" sz="1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1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da-DK" sz="1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a-DK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</m:num>
                      <m:den>
                        <m:r>
                          <a:rPr lang="da-DK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den>
                    </m:f>
                    <m:r>
                      <a:rPr lang="da-DK" sz="1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·</m:t>
                    </m:r>
                    <m:r>
                      <a:rPr lang="da-DK" sz="1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da-DK" sz="1500" kern="1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r>
                  <a:rPr lang="da-DK" sz="1500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Hvis I</a:t>
                </a:r>
                <a:r>
                  <a:rPr lang="da-DK" sz="1500" kern="150" baseline="-25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da-DK" sz="1500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I</a:t>
                </a:r>
                <a:r>
                  <a:rPr lang="da-DK" sz="1500" kern="150" baseline="-25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da-DK" sz="1500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1 A      og      a = 1 m      =&gt;	</a:t>
                </a:r>
                <a:r>
                  <a:rPr lang="da-DK" sz="1500" kern="150" dirty="0">
                    <a:solidFill>
                      <a:schemeClr val="tx1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sSup>
                      <m:sSupPr>
                        <m:ctrlP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𝟏𝟎</m:t>
                        </m:r>
                      </m:e>
                      <m:sup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𝟕</m:t>
                        </m:r>
                      </m:sup>
                    </m:sSup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𝑵𝒎</m:t>
                    </m:r>
                  </m:oMath>
                </a14:m>
                <a:r>
                  <a:rPr lang="da-DK" sz="1500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er kraften per meter</a:t>
                </a: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r>
                  <a:rPr lang="da-DK" sz="1500" dirty="0">
                    <a:solidFill>
                      <a:schemeClr val="tx1"/>
                    </a:solidFill>
                  </a:rPr>
                  <a:t>Definition elektrisk strøm:</a:t>
                </a:r>
              </a:p>
              <a:p>
                <a:r>
                  <a:rPr lang="da-DK" sz="1500" dirty="0">
                    <a:solidFill>
                      <a:schemeClr val="tx1"/>
                    </a:solidFill>
                  </a:rPr>
                  <a:t>En ampere er defineret som strømstyrken af en konstant elektrisk strøm der – når den ledes i to parallelle, uendeligt lange ledere med forsvindende lille cirkulært tværsnit, som har en indbyrdes afstand på en meter og er anbragt i det tomme rum – bevirker, at den ene leder påvirker den anden leder med kraften </a:t>
                </a:r>
                <a14:m>
                  <m:oMath xmlns:m="http://schemas.openxmlformats.org/officeDocument/2006/math">
                    <m:r>
                      <a:rPr lang="da-DK" sz="1500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2∙</m:t>
                    </m:r>
                    <m:sSup>
                      <m:sSupPr>
                        <m:ctrlPr>
                          <a:rPr lang="da-DK" sz="15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da-DK" sz="15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da-DK" sz="15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−7</m:t>
                        </m:r>
                      </m:sup>
                    </m:sSup>
                  </m:oMath>
                </a14:m>
                <a:r>
                  <a:rPr lang="da-DK" sz="1500" kern="100" dirty="0">
                    <a:solidFill>
                      <a:schemeClr val="tx1"/>
                    </a:solidFill>
                  </a:rPr>
                  <a:t> newton for hver meter</a:t>
                </a:r>
                <a:r>
                  <a:rPr lang="da-DK" sz="1500" dirty="0">
                    <a:solidFill>
                      <a:schemeClr val="tx1"/>
                    </a:solidFill>
                  </a:rPr>
                  <a:t>.</a:t>
                </a:r>
              </a:p>
              <a:p>
                <a:endParaRPr lang="da-DK" sz="2100" dirty="0">
                  <a:solidFill>
                    <a:schemeClr val="tx1"/>
                  </a:solidFill>
                </a:endParaRPr>
              </a:p>
              <a:p>
                <a:r>
                  <a:rPr lang="da-DK" sz="2400" dirty="0">
                    <a:solidFill>
                      <a:schemeClr val="tx1"/>
                    </a:solidFill>
                  </a:rPr>
                  <a:t> </a:t>
                </a:r>
                <a:endParaRPr lang="da-DK" sz="21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3000"/>
                  </a:lnSpc>
                  <a:spcAft>
                    <a:spcPts val="800"/>
                  </a:spcAft>
                </a:pPr>
                <a:endParaRPr lang="da-DK" kern="150" dirty="0">
                  <a:solidFill>
                    <a:schemeClr val="tx1"/>
                  </a:solidFill>
                  <a:latin typeface="+mn-lt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3000"/>
                  </a:lnSpc>
                  <a:spcAft>
                    <a:spcPts val="800"/>
                  </a:spcAft>
                </a:pPr>
                <a:endParaRPr lang="da-DK" kern="150" dirty="0">
                  <a:solidFill>
                    <a:schemeClr val="tx1"/>
                  </a:solidFill>
                  <a:effectLst/>
                  <a:latin typeface="+mn-lt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550558" y="1634360"/>
                <a:ext cx="9031043" cy="4555010"/>
              </a:xfrm>
              <a:blipFill>
                <a:blip r:embed="rId2"/>
                <a:stretch>
                  <a:fillRect l="-67" b="-348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50558" y="1103241"/>
            <a:ext cx="9090889" cy="480067"/>
          </a:xfrm>
        </p:spPr>
        <p:txBody>
          <a:bodyPr/>
          <a:lstStyle/>
          <a:p>
            <a:r>
              <a:rPr lang="da-DK" dirty="0"/>
              <a:t>Check definitionen for enheden ampere 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4354756-2D44-4A3C-A3A2-06C1D33410D7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pic>
        <p:nvPicPr>
          <p:cNvPr id="11" name="Billede 10">
            <a:extLst>
              <a:ext uri="{FF2B5EF4-FFF2-40B4-BE49-F238E27FC236}">
                <a16:creationId xmlns:a16="http://schemas.microsoft.com/office/drawing/2014/main" id="{0A330410-BDDF-5FC5-FAF8-18F5A1DEA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250" y="1903238"/>
            <a:ext cx="4429050" cy="169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006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5</a:t>
            </a:fld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quarter" idx="13"/>
          </p:nvPr>
        </p:nvSpPr>
        <p:spPr>
          <a:xfrm>
            <a:off x="1550558" y="1634360"/>
            <a:ext cx="9031043" cy="4555010"/>
          </a:xfrm>
        </p:spPr>
        <p:txBody>
          <a:bodyPr/>
          <a:lstStyle/>
          <a:p>
            <a:pPr>
              <a:lnSpc>
                <a:spcPct val="103000"/>
              </a:lnSpc>
              <a:spcAft>
                <a:spcPts val="800"/>
              </a:spcAft>
            </a:pPr>
            <a:r>
              <a:rPr lang="da-DK" kern="150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Kortslutningseffekt på </a:t>
            </a:r>
            <a:r>
              <a:rPr lang="da-DK" kern="150" dirty="0" err="1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busbar</a:t>
            </a:r>
            <a:r>
              <a:rPr lang="da-DK" kern="150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lang="da-DK" kern="150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https://www.youtube.com/watch?v=2yHvHz5tQNk</a:t>
            </a:r>
            <a:endParaRPr lang="da-DK" kern="15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3000"/>
              </a:lnSpc>
              <a:spcAft>
                <a:spcPts val="800"/>
              </a:spcAft>
            </a:pPr>
            <a:endParaRPr lang="da-DK" kern="15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lang="da-DK" kern="150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https://www.youtube.com/watch?v=D0oM1P3sgn8</a:t>
            </a:r>
            <a:endParaRPr lang="da-DK" kern="15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3000"/>
              </a:lnSpc>
              <a:spcAft>
                <a:spcPts val="800"/>
              </a:spcAft>
            </a:pPr>
            <a:endParaRPr lang="da-DK" kern="15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lang="da-DK" kern="150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Kabel i kabelbakke: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lang="da-DK" kern="150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https://www.youtube.com/watch?v=HtvXom0FCrY</a:t>
            </a:r>
            <a:endParaRPr lang="da-DK" kern="15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3000"/>
              </a:lnSpc>
              <a:spcAft>
                <a:spcPts val="800"/>
              </a:spcAft>
            </a:pPr>
            <a:endParaRPr lang="da-DK" kern="15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3000"/>
              </a:lnSpc>
              <a:spcAft>
                <a:spcPts val="800"/>
              </a:spcAft>
            </a:pPr>
            <a:endParaRPr lang="da-DK" kern="15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3000"/>
              </a:lnSpc>
              <a:spcAft>
                <a:spcPts val="800"/>
              </a:spcAft>
            </a:pPr>
            <a:endParaRPr lang="da-DK" kern="15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3000"/>
              </a:lnSpc>
              <a:spcAft>
                <a:spcPts val="800"/>
              </a:spcAft>
            </a:pPr>
            <a:endParaRPr lang="da-DK" kern="15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a-DK" u="sng" dirty="0">
              <a:solidFill>
                <a:schemeClr val="tx1"/>
              </a:solidFill>
            </a:endParaRPr>
          </a:p>
          <a:p>
            <a:endParaRPr lang="da-DK" u="sng" dirty="0">
              <a:solidFill>
                <a:schemeClr val="tx1"/>
              </a:solidFill>
            </a:endParaRPr>
          </a:p>
          <a:p>
            <a:endParaRPr lang="da-DK" sz="1500" dirty="0">
              <a:solidFill>
                <a:schemeClr val="tx1"/>
              </a:solidFill>
            </a:endParaRPr>
          </a:p>
          <a:p>
            <a:endParaRPr lang="da-DK" sz="1500" dirty="0">
              <a:solidFill>
                <a:schemeClr val="tx1"/>
              </a:solidFill>
            </a:endParaRPr>
          </a:p>
          <a:p>
            <a:endParaRPr lang="da-DK" sz="1500" dirty="0">
              <a:solidFill>
                <a:schemeClr val="tx1"/>
              </a:solidFill>
            </a:endParaRPr>
          </a:p>
          <a:p>
            <a:endParaRPr lang="da-DK" sz="1500" dirty="0">
              <a:solidFill>
                <a:schemeClr val="tx1"/>
              </a:solidFill>
            </a:endParaRPr>
          </a:p>
          <a:p>
            <a:endParaRPr lang="da-DK" sz="1500" dirty="0">
              <a:solidFill>
                <a:schemeClr val="tx1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50558" y="1103241"/>
            <a:ext cx="9090889" cy="480067"/>
          </a:xfrm>
        </p:spPr>
        <p:txBody>
          <a:bodyPr/>
          <a:lstStyle/>
          <a:p>
            <a:r>
              <a:rPr lang="da-DK" dirty="0"/>
              <a:t>Hvad med virkeligheden?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F16207-602B-4838-BF12-5BEC484F7032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E6EE5E53-AA2D-6AAD-B0B2-7DA67E21F4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6504" y="2121155"/>
            <a:ext cx="3224434" cy="2525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030294"/>
      </p:ext>
    </p:extLst>
  </p:cSld>
  <p:clrMapOvr>
    <a:masterClrMapping/>
  </p:clrMapOvr>
</p:sld>
</file>

<file path=ppt/theme/theme1.xml><?xml version="1.0" encoding="utf-8"?>
<a:theme xmlns:a="http://schemas.openxmlformats.org/drawingml/2006/main" name="MARTEC">
  <a:themeElements>
    <a:clrScheme name="Shrpa farver">
      <a:dk1>
        <a:sysClr val="windowText" lastClr="000000"/>
      </a:dk1>
      <a:lt1>
        <a:sysClr val="window" lastClr="FFFFFF"/>
      </a:lt1>
      <a:dk2>
        <a:srgbClr val="0080DB"/>
      </a:dk2>
      <a:lt2>
        <a:srgbClr val="FFFFFF"/>
      </a:lt2>
      <a:accent1>
        <a:srgbClr val="BDCCD4"/>
      </a:accent1>
      <a:accent2>
        <a:srgbClr val="756A86"/>
      </a:accent2>
      <a:accent3>
        <a:srgbClr val="CCCCCC"/>
      </a:accent3>
      <a:accent4>
        <a:srgbClr val="727A8F"/>
      </a:accent4>
      <a:accent5>
        <a:srgbClr val="84C5CB"/>
      </a:accent5>
      <a:accent6>
        <a:srgbClr val="C8DFD8"/>
      </a:accent6>
      <a:hlink>
        <a:srgbClr val="0080DB"/>
      </a:hlink>
      <a:folHlink>
        <a:srgbClr val="808080"/>
      </a:folHlink>
    </a:clrScheme>
    <a:fontScheme name="Shrp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rtec - powerpoint skabelon_v4.potx" id="{7FFBE45C-995A-4409-9C30-AEA82B7B07D3}" vid="{4AC428D2-6199-44D7-8EC8-CD674AB0AFCC}"/>
    </a:ext>
  </a:extLst>
</a:theme>
</file>

<file path=ppt/theme/theme2.xml><?xml version="1.0" encoding="utf-8"?>
<a:theme xmlns:a="http://schemas.openxmlformats.org/drawingml/2006/main" name="Office 2013 – 2022 Tema">
  <a:themeElements>
    <a:clrScheme name="Office 2013 – 2022 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 T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 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A5C8CDECDFE604A9828CFDC608EFB56" ma:contentTypeVersion="13" ma:contentTypeDescription="Opret et nyt dokument." ma:contentTypeScope="" ma:versionID="e5786a71ccba6fd5eae826ad368fd2a7">
  <xsd:schema xmlns:xsd="http://www.w3.org/2001/XMLSchema" xmlns:xs="http://www.w3.org/2001/XMLSchema" xmlns:p="http://schemas.microsoft.com/office/2006/metadata/properties" xmlns:ns2="52776432-5f6f-4461-a773-af4277ea9cc4" xmlns:ns3="b112c056-f141-4248-a46f-e5f0219ad1a7" targetNamespace="http://schemas.microsoft.com/office/2006/metadata/properties" ma:root="true" ma:fieldsID="772453836f661fba2ac2fe97a8e00cb1" ns2:_="" ns3:_="">
    <xsd:import namespace="52776432-5f6f-4461-a773-af4277ea9cc4"/>
    <xsd:import namespace="b112c056-f141-4248-a46f-e5f0219ad1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776432-5f6f-4461-a773-af4277ea9c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Billedmærker" ma:readOnly="false" ma:fieldId="{5cf76f15-5ced-4ddc-b409-7134ff3c332f}" ma:taxonomyMulti="true" ma:sspId="6bcb8b38-6e7a-4c58-8596-3803d9a7ba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12c056-f141-4248-a46f-e5f0219ad1a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c1d1a0f5-b42e-4dcc-a771-72dc4fda9f68}" ma:internalName="TaxCatchAll" ma:showField="CatchAllData" ma:web="b112c056-f141-4248-a46f-e5f0219ad1a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8F0711-3176-4355-AFB8-DB07295087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E182BE4-DB57-4597-ADE7-E897AD5A31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776432-5f6f-4461-a773-af4277ea9cc4"/>
    <ds:schemaRef ds:uri="b112c056-f141-4248-a46f-e5f0219ad1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Præsentation</Template>
  <TotalTime>3981</TotalTime>
  <Words>259</Words>
  <Application>Microsoft Office PowerPoint</Application>
  <PresentationFormat>Widescreen</PresentationFormat>
  <Paragraphs>65</Paragraphs>
  <Slides>5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2</vt:i4>
      </vt:variant>
      <vt:variant>
        <vt:lpstr>Slidetitler</vt:lpstr>
      </vt:variant>
      <vt:variant>
        <vt:i4>5</vt:i4>
      </vt:variant>
    </vt:vector>
  </HeadingPairs>
  <TitlesOfParts>
    <vt:vector size="12" baseType="lpstr">
      <vt:lpstr>Calibri Light</vt:lpstr>
      <vt:lpstr>Arial</vt:lpstr>
      <vt:lpstr>Cambria Math</vt:lpstr>
      <vt:lpstr>Calibri</vt:lpstr>
      <vt:lpstr>Aptos</vt:lpstr>
      <vt:lpstr>MARTEC</vt:lpstr>
      <vt:lpstr>Office 2013 – 2022 Tema</vt:lpstr>
      <vt:lpstr>PowerPoint-præsentation</vt:lpstr>
      <vt:lpstr>Kraftpåvirkning af ledere</vt:lpstr>
      <vt:lpstr>Kraftpåvirkning af ledere fortsat</vt:lpstr>
      <vt:lpstr>Check definitionen for enheden ampere </vt:lpstr>
      <vt:lpstr>Hvad med virkeligheden?</vt:lpstr>
    </vt:vector>
  </TitlesOfParts>
  <Company>MARTEC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May-Britt Rasmussen</dc:creator>
  <cp:lastModifiedBy>Simon Tran Agerholm</cp:lastModifiedBy>
  <cp:revision>126</cp:revision>
  <dcterms:created xsi:type="dcterms:W3CDTF">2020-04-01T11:50:27Z</dcterms:created>
  <dcterms:modified xsi:type="dcterms:W3CDTF">2026-09-21T09:50:26Z</dcterms:modified>
</cp:coreProperties>
</file>