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712" r:id="rId3"/>
    <p:sldMasterId id="2147483800" r:id="rId4"/>
  </p:sldMasterIdLst>
  <p:notesMasterIdLst>
    <p:notesMasterId r:id="rId12"/>
  </p:notesMasterIdLst>
  <p:sldIdLst>
    <p:sldId id="273" r:id="rId5"/>
    <p:sldId id="257" r:id="rId6"/>
    <p:sldId id="267" r:id="rId7"/>
    <p:sldId id="269" r:id="rId8"/>
    <p:sldId id="270" r:id="rId9"/>
    <p:sldId id="272" r:id="rId10"/>
    <p:sldId id="268" r:id="rId11"/>
  </p:sldIdLst>
  <p:sldSz cx="12192000" cy="6858000"/>
  <p:notesSz cx="9874250" cy="6724650"/>
  <p:embeddedFontLst>
    <p:embeddedFont>
      <p:font typeface="Cambria Math" panose="02040503050406030204" pitchFamily="18" charset="0"/>
      <p:regular r:id="rId13"/>
    </p:embeddedFont>
    <p:embeddedFont>
      <p:font typeface="Cochocib Script Latin Pro" panose="02000503000000020003" pitchFamily="2" charset="0"/>
      <p:regular r:id="rId14"/>
    </p:embeddedFont>
  </p:embeddedFontLst>
  <p:defaultTextStyle>
    <a:defPPr>
      <a:defRPr lang="da-DK"/>
    </a:defPPr>
    <a:lvl1pPr marL="0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36433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72866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609298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45731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82164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18597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755029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91462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19">
          <p15:clr>
            <a:srgbClr val="A4A3A4"/>
          </p15:clr>
        </p15:guide>
        <p15:guide id="2" pos="311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162" y="2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19"/>
        <p:guide pos="311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5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 Tran Agerholm" userId="dd55e2d3-906e-4a4a-90ea-dda6205f875e" providerId="ADAL" clId="{5EFFF862-C165-4C4A-8B20-E280CAF10480}"/>
    <pc:docChg chg="undo custSel modSld">
      <pc:chgData name="Simon Tran Agerholm" userId="dd55e2d3-906e-4a4a-90ea-dda6205f875e" providerId="ADAL" clId="{5EFFF862-C165-4C4A-8B20-E280CAF10480}" dt="2026-09-21T10:02:54.676" v="17" actId="20577"/>
      <pc:docMkLst>
        <pc:docMk/>
      </pc:docMkLst>
      <pc:sldChg chg="modSp mod">
        <pc:chgData name="Simon Tran Agerholm" userId="dd55e2d3-906e-4a4a-90ea-dda6205f875e" providerId="ADAL" clId="{5EFFF862-C165-4C4A-8B20-E280CAF10480}" dt="2026-09-21T09:49:12.043" v="9" actId="5793"/>
        <pc:sldMkLst>
          <pc:docMk/>
          <pc:sldMk cId="4249405072" sldId="269"/>
        </pc:sldMkLst>
        <pc:spChg chg="mod">
          <ac:chgData name="Simon Tran Agerholm" userId="dd55e2d3-906e-4a4a-90ea-dda6205f875e" providerId="ADAL" clId="{5EFFF862-C165-4C4A-8B20-E280CAF10480}" dt="2026-09-21T09:49:12.043" v="9" actId="5793"/>
          <ac:spMkLst>
            <pc:docMk/>
            <pc:sldMk cId="4249405072" sldId="269"/>
            <ac:spMk id="3" creationId="{00000000-0000-0000-0000-000000000000}"/>
          </ac:spMkLst>
        </pc:spChg>
      </pc:sldChg>
      <pc:sldChg chg="modSp mod">
        <pc:chgData name="Simon Tran Agerholm" userId="dd55e2d3-906e-4a4a-90ea-dda6205f875e" providerId="ADAL" clId="{5EFFF862-C165-4C4A-8B20-E280CAF10480}" dt="2026-09-21T10:02:54.676" v="17" actId="20577"/>
        <pc:sldMkLst>
          <pc:docMk/>
          <pc:sldMk cId="1588238896" sldId="270"/>
        </pc:sldMkLst>
        <pc:spChg chg="mod">
          <ac:chgData name="Simon Tran Agerholm" userId="dd55e2d3-906e-4a4a-90ea-dda6205f875e" providerId="ADAL" clId="{5EFFF862-C165-4C4A-8B20-E280CAF10480}" dt="2026-09-21T10:02:54.676" v="17" actId="20577"/>
          <ac:spMkLst>
            <pc:docMk/>
            <pc:sldMk cId="1588238896" sldId="270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313" cy="336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5592763" y="0"/>
            <a:ext cx="4279900" cy="336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F83063-EF0F-4B57-8429-6C0FE09789D1}" type="datetimeFigureOut">
              <a:rPr lang="da-DK" smtClean="0"/>
              <a:t>21-09-2026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2921000" y="841375"/>
            <a:ext cx="4032250" cy="2268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987425" y="3236913"/>
            <a:ext cx="7899400" cy="26479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6388100"/>
            <a:ext cx="4278313" cy="336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5592763" y="6388100"/>
            <a:ext cx="4279900" cy="336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404342-D476-474B-8ECE-E8EDC6F6C78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21681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9" b="14030"/>
          <a:stretch/>
        </p:blipFill>
        <p:spPr>
          <a:xfrm>
            <a:off x="0" y="-1"/>
            <a:ext cx="12192000" cy="5145207"/>
          </a:xfrm>
          <a:prstGeom prst="rect">
            <a:avLst/>
          </a:prstGeom>
        </p:spPr>
      </p:pic>
      <p:sp>
        <p:nvSpPr>
          <p:cNvPr id="7" name="Rektangel 6"/>
          <p:cNvSpPr/>
          <p:nvPr/>
        </p:nvSpPr>
        <p:spPr>
          <a:xfrm>
            <a:off x="0" y="5145206"/>
            <a:ext cx="12192000" cy="84034"/>
          </a:xfrm>
          <a:prstGeom prst="rect">
            <a:avLst/>
          </a:prstGeom>
          <a:solidFill>
            <a:srgbClr val="76D2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100"/>
          </a:p>
        </p:txBody>
      </p:sp>
      <p:pic>
        <p:nvPicPr>
          <p:cNvPr id="10" name="Billed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089" y="5739932"/>
            <a:ext cx="1892215" cy="560487"/>
          </a:xfrm>
          <a:prstGeom prst="rect">
            <a:avLst/>
          </a:prstGeom>
        </p:spPr>
      </p:pic>
      <p:sp>
        <p:nvSpPr>
          <p:cNvPr id="3" name="Pladsholder til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336062" y="5499100"/>
            <a:ext cx="8862646" cy="521074"/>
          </a:xfrm>
        </p:spPr>
        <p:txBody>
          <a:bodyPr/>
          <a:lstStyle>
            <a:lvl1pPr>
              <a:defRPr sz="3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 err="1"/>
              <a:t>Præsentationtitel</a:t>
            </a:r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quarter" idx="11" hasCustomPrompt="1"/>
          </p:nvPr>
        </p:nvSpPr>
        <p:spPr>
          <a:xfrm>
            <a:off x="335486" y="6129338"/>
            <a:ext cx="6979138" cy="450850"/>
          </a:xfrm>
        </p:spPr>
        <p:txBody>
          <a:bodyPr/>
          <a:lstStyle>
            <a:lvl2pPr marL="39114" indent="0">
              <a:buNone/>
              <a:defRPr>
                <a:solidFill>
                  <a:schemeClr val="tx1"/>
                </a:solidFill>
              </a:defRPr>
            </a:lvl2pPr>
          </a:lstStyle>
          <a:p>
            <a:pPr lvl="1"/>
            <a:r>
              <a:rPr lang="da-DK" dirty="0"/>
              <a:t>[Dato, sted, forfatter]</a:t>
            </a:r>
          </a:p>
        </p:txBody>
      </p:sp>
    </p:spTree>
    <p:extLst>
      <p:ext uri="{BB962C8B-B14F-4D97-AF65-F5344CB8AC3E}">
        <p14:creationId xmlns:p14="http://schemas.microsoft.com/office/powerpoint/2010/main" val="1721833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ktion st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35202" y="2828921"/>
            <a:ext cx="11521600" cy="901179"/>
          </a:xfrm>
        </p:spPr>
        <p:txBody>
          <a:bodyPr>
            <a:normAutofit/>
          </a:bodyPr>
          <a:lstStyle>
            <a:lvl1pPr algn="ctr">
              <a:defRPr sz="2300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SEKTIONS OVERSKRIFT</a:t>
            </a: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8616339" y="6309386"/>
            <a:ext cx="311920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9" name="Pladsholder til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335204" y="1388729"/>
            <a:ext cx="11522364" cy="1151467"/>
          </a:xfrm>
        </p:spPr>
        <p:txBody>
          <a:bodyPr anchor="ctr">
            <a:noAutofit/>
          </a:bodyPr>
          <a:lstStyle>
            <a:lvl1pPr algn="ctr">
              <a:buNone/>
              <a:defRPr sz="700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a-DK" dirty="0" err="1"/>
              <a:t>Nr</a:t>
            </a:r>
            <a:endParaRPr lang="da-DK" dirty="0"/>
          </a:p>
        </p:txBody>
      </p:sp>
      <p:sp>
        <p:nvSpPr>
          <p:cNvPr id="11" name="Pladsholder til tekst 10"/>
          <p:cNvSpPr>
            <a:spLocks noGrp="1"/>
          </p:cNvSpPr>
          <p:nvPr>
            <p:ph type="body" sz="quarter" idx="14" hasCustomPrompt="1"/>
          </p:nvPr>
        </p:nvSpPr>
        <p:spPr>
          <a:xfrm>
            <a:off x="334433" y="3789051"/>
            <a:ext cx="11523134" cy="2038351"/>
          </a:xfrm>
        </p:spPr>
        <p:txBody>
          <a:bodyPr>
            <a:normAutofit/>
          </a:bodyPr>
          <a:lstStyle>
            <a:lvl1pPr algn="ctr">
              <a:buNone/>
              <a:defRPr lang="da-DK" sz="2100" b="0" i="0" baseline="0" dirty="0">
                <a:solidFill>
                  <a:schemeClr val="bg1">
                    <a:lumMod val="50000"/>
                  </a:schemeClr>
                </a:solidFill>
              </a:defRPr>
            </a:lvl1pPr>
            <a:lvl4pPr>
              <a:buNone/>
              <a:defRPr lang="da-DK" dirty="0"/>
            </a:lvl4pPr>
          </a:lstStyle>
          <a:p>
            <a:pPr lvl="0"/>
            <a:r>
              <a:rPr lang="da-DK" dirty="0"/>
              <a:t>Beskrivende tekst</a:t>
            </a:r>
          </a:p>
        </p:txBody>
      </p:sp>
      <p:sp>
        <p:nvSpPr>
          <p:cNvPr id="7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4165602" y="6356354"/>
            <a:ext cx="38608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/>
              <a:t>Peter Novrup Kristensen</a:t>
            </a:r>
            <a:endParaRPr lang="da-DK" dirty="0"/>
          </a:p>
        </p:txBody>
      </p:sp>
      <p:sp>
        <p:nvSpPr>
          <p:cNvPr id="8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240001" y="6312002"/>
            <a:ext cx="1080144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A5FE088B-D055-435C-9E6C-A8A0814DCCCF}" type="datetime1">
              <a:rPr lang="da-DK" smtClean="0"/>
              <a:t>21-09-2026</a:t>
            </a:fld>
            <a:endParaRPr lang="da-DK" dirty="0"/>
          </a:p>
        </p:txBody>
      </p:sp>
      <p:pic>
        <p:nvPicPr>
          <p:cNvPr id="10" name="Billed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0841" y="258166"/>
            <a:ext cx="1892215" cy="5604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dhold med text og tynd stre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8616339" y="6309386"/>
            <a:ext cx="311920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455251" y="2228841"/>
            <a:ext cx="11161488" cy="3960529"/>
          </a:xfrm>
          <a:prstGeom prst="rect">
            <a:avLst/>
          </a:prstGeo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  <a:lvl2pPr marL="312919" indent="-281255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2pPr>
            <a:lvl3pPr marL="528982" indent="-21606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3pPr>
            <a:lvl4pPr marL="735733" indent="-206751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4pPr>
            <a:lvl5pPr marL="944346" indent="-20861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6pPr>
            <a:lvl7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427953" y="1628758"/>
            <a:ext cx="11188786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240000" y="6312002"/>
            <a:ext cx="1424640" cy="366183"/>
          </a:xfrm>
        </p:spPr>
        <p:txBody>
          <a:bodyPr/>
          <a:lstStyle>
            <a:lvl1pPr>
              <a:defRPr sz="1000" b="1" baseline="0">
                <a:solidFill>
                  <a:srgbClr val="006273"/>
                </a:solidFill>
                <a:latin typeface="Arial" pitchFamily="34" charset="0"/>
              </a:defRPr>
            </a:lvl1pPr>
          </a:lstStyle>
          <a:p>
            <a:fld id="{311E57BD-648A-43E8-A711-C50A956B31E1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4165602" y="6309386"/>
            <a:ext cx="38608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/>
              <a:t>Peter Novrup Kristensen</a:t>
            </a:r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552" y="258166"/>
            <a:ext cx="189221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020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dhold med text og tynd streg uden bundstreg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8616339" y="6309386"/>
            <a:ext cx="311920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455251" y="2228841"/>
            <a:ext cx="11161488" cy="3960529"/>
          </a:xfrm>
          <a:prstGeom prst="rect">
            <a:avLst/>
          </a:prstGeo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 baseline="0">
                <a:solidFill>
                  <a:srgbClr val="006273"/>
                </a:solidFill>
              </a:defRPr>
            </a:lvl1pPr>
            <a:lvl2pPr marL="312919" indent="-281255">
              <a:defRPr sz="1400" baseline="0">
                <a:solidFill>
                  <a:srgbClr val="006273"/>
                </a:solidFill>
              </a:defRPr>
            </a:lvl2pPr>
            <a:lvl3pPr marL="528982" indent="-216063">
              <a:defRPr sz="1400" baseline="0">
                <a:solidFill>
                  <a:srgbClr val="006273"/>
                </a:solidFill>
              </a:defRPr>
            </a:lvl3pPr>
            <a:lvl4pPr marL="735733" indent="-206751">
              <a:defRPr sz="1400" baseline="0">
                <a:solidFill>
                  <a:srgbClr val="006273"/>
                </a:solidFill>
              </a:defRPr>
            </a:lvl4pPr>
            <a:lvl5pPr marL="944346" indent="-208613">
              <a:defRPr sz="1400" baseline="0">
                <a:solidFill>
                  <a:srgbClr val="006273"/>
                </a:solidFill>
              </a:defRPr>
            </a:lvl5pPr>
            <a:lvl6pPr>
              <a:defRPr sz="1400" baseline="0">
                <a:solidFill>
                  <a:srgbClr val="006273"/>
                </a:solidFill>
              </a:defRPr>
            </a:lvl6pPr>
            <a:lvl7pPr>
              <a:defRPr sz="1400" baseline="0">
                <a:solidFill>
                  <a:srgbClr val="006273"/>
                </a:solidFill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427953" y="1628758"/>
            <a:ext cx="11188786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240001" y="6312002"/>
            <a:ext cx="1080144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94C65EB8-6741-4C47-A349-5A0DA5C189A9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4165602" y="6309386"/>
            <a:ext cx="38608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da-DK"/>
              <a:t>Peter Novrup Kristensen</a:t>
            </a:r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553" y="258166"/>
            <a:ext cx="189221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498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m: Indhold med 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8616339" y="6309386"/>
            <a:ext cx="311920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455251" y="2228841"/>
            <a:ext cx="11161488" cy="3960529"/>
          </a:xfrm>
          <a:prstGeom prst="rect">
            <a:avLst/>
          </a:prstGeo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  <a:lvl2pPr marL="312919" indent="-281255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2pPr>
            <a:lvl3pPr marL="528982" indent="-21606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3pPr>
            <a:lvl4pPr marL="735733" indent="-206751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4pPr>
            <a:lvl5pPr marL="944346" indent="-20861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6pPr>
            <a:lvl7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427953" y="1628758"/>
            <a:ext cx="11188786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240001" y="6312002"/>
            <a:ext cx="1080144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5B4EF205-9E8E-433C-BDF9-3364ECA8B01A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4165602" y="6309386"/>
            <a:ext cx="38608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da-DK"/>
              <a:t>Peter Novrup Kristensen</a:t>
            </a:r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553" y="258166"/>
            <a:ext cx="189221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985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m: Indhold med 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8616339" y="6309386"/>
            <a:ext cx="311920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240001" y="6312002"/>
            <a:ext cx="1080144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169A30F-9B3F-4E6B-887A-2C1B5861F1E4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4165602" y="6309386"/>
            <a:ext cx="38608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/>
              <a:t>Peter Novrup Kristensen</a:t>
            </a:r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3441" y="258166"/>
            <a:ext cx="189221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880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2BA04-FAC2-4A99-89DC-9753FA4ABA6E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Peter Novrup Kristensen</a:t>
            </a:r>
            <a:endParaRPr lang="da-D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90707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664BC-CD53-472F-8E21-A105A7FFBB12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Peter Novrup Kristensen</a:t>
            </a:r>
            <a:endParaRPr lang="da-D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097011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79FAA-EDFA-4A06-8CD7-B894BFA469D1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Peter Novrup Kristensen</a:t>
            </a:r>
            <a:endParaRPr lang="da-D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48582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A7D7F-99CF-4327-BE88-621F937620A8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Peter Novrup Kristensen</a:t>
            </a:r>
            <a:endParaRPr lang="da-DK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75635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A8EBE-4FD3-483B-AF3D-E6C0A9EA5392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Peter Novrup Kristensen</a:t>
            </a:r>
            <a:endParaRPr lang="da-DK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461807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2385B-DE77-4D8D-A88C-988E575E710E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Peter Novrup Kristensen</a:t>
            </a:r>
            <a:endParaRPr lang="da-DK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720397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8BDFB-CA41-466C-9B87-B3D5FC26BE0A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Peter Novrup Kristensen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716405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62082-4071-41C3-81DA-687534CE24D4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Peter Novrup Kristensen</a:t>
            </a:r>
            <a:endParaRPr lang="da-DK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1651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70C81-0F96-4EB4-B642-DE9154BADD60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Peter Novrup Kristensen</a:t>
            </a:r>
            <a:endParaRPr lang="da-DK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3100520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DFD71-1352-444A-B624-96CFA1306152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Peter Novrup Kristensen</a:t>
            </a:r>
            <a:endParaRPr lang="da-D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5721035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C8339-C1B8-4764-94EF-9B42C61942C4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Peter Novrup Kristensen</a:t>
            </a:r>
            <a:endParaRPr lang="da-D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3324960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7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006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dsholder til titel 13"/>
          <p:cNvSpPr>
            <a:spLocks noGrp="1"/>
          </p:cNvSpPr>
          <p:nvPr>
            <p:ph type="title"/>
          </p:nvPr>
        </p:nvSpPr>
        <p:spPr>
          <a:xfrm>
            <a:off x="575266" y="275167"/>
            <a:ext cx="11041472" cy="1143000"/>
          </a:xfrm>
          <a:prstGeom prst="rect">
            <a:avLst/>
          </a:prstGeom>
        </p:spPr>
        <p:txBody>
          <a:bodyPr vert="horz" lIns="107287" tIns="53643" rIns="107287" bIns="53643" rtlCol="0" anchor="ctr">
            <a:normAutofit/>
          </a:bodyPr>
          <a:lstStyle/>
          <a:p>
            <a:r>
              <a:rPr lang="da-DK" dirty="0"/>
              <a:t>KLIK FOR AT REDIGERE TITELTYPOGRAFI I MASTEREN</a:t>
            </a:r>
          </a:p>
        </p:txBody>
      </p:sp>
      <p:sp>
        <p:nvSpPr>
          <p:cNvPr id="16" name="Pladsholder til dato 15"/>
          <p:cNvSpPr>
            <a:spLocks noGrp="1"/>
          </p:cNvSpPr>
          <p:nvPr>
            <p:ph type="dt" sz="half" idx="2"/>
          </p:nvPr>
        </p:nvSpPr>
        <p:spPr>
          <a:xfrm>
            <a:off x="456467" y="6356354"/>
            <a:ext cx="3119201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l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51FC4E1-2EDD-4DA9-9F91-0EC8184F318C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17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4165602" y="6356354"/>
            <a:ext cx="38608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da-DK"/>
              <a:t>Peter Novrup Kristensen</a:t>
            </a:r>
            <a:endParaRPr lang="da-DK" dirty="0"/>
          </a:p>
        </p:txBody>
      </p:sp>
      <p:sp>
        <p:nvSpPr>
          <p:cNvPr id="18" name="Pladsholder til diasnummer 17"/>
          <p:cNvSpPr>
            <a:spLocks noGrp="1"/>
          </p:cNvSpPr>
          <p:nvPr>
            <p:ph type="sldNum" sz="quarter" idx="4"/>
          </p:nvPr>
        </p:nvSpPr>
        <p:spPr>
          <a:xfrm>
            <a:off x="8616339" y="6356354"/>
            <a:ext cx="3119201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r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8" name="Pladsholder til tekst 7"/>
          <p:cNvSpPr>
            <a:spLocks noGrp="1"/>
          </p:cNvSpPr>
          <p:nvPr>
            <p:ph type="body" idx="1"/>
          </p:nvPr>
        </p:nvSpPr>
        <p:spPr>
          <a:xfrm>
            <a:off x="575266" y="1600203"/>
            <a:ext cx="11041472" cy="4525433"/>
          </a:xfrm>
          <a:prstGeom prst="rect">
            <a:avLst/>
          </a:prstGeom>
        </p:spPr>
        <p:txBody>
          <a:bodyPr vert="horz" lIns="107287" tIns="53643" rIns="107287" bIns="53643" rtlCol="0">
            <a:noAutofit/>
          </a:bodyPr>
          <a:lstStyle/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 err="1"/>
              <a:t>Level</a:t>
            </a:r>
            <a:r>
              <a:rPr lang="da-DK" dirty="0"/>
              <a:t> 6</a:t>
            </a:r>
          </a:p>
          <a:p>
            <a:pPr lvl="6"/>
            <a:r>
              <a:rPr lang="da-DK" dirty="0" err="1"/>
              <a:t>Level</a:t>
            </a:r>
            <a:r>
              <a:rPr lang="da-DK" dirty="0"/>
              <a:t> 7</a:t>
            </a:r>
          </a:p>
          <a:p>
            <a:pPr lvl="5"/>
            <a:endParaRPr lang="da-DK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20" r:id="rId2"/>
    <p:sldLayoutId id="2147483765" r:id="rId3"/>
    <p:sldLayoutId id="2147483768" r:id="rId4"/>
    <p:sldLayoutId id="2147483770" r:id="rId5"/>
    <p:sldLayoutId id="2147483771" r:id="rId6"/>
  </p:sldLayoutIdLst>
  <p:hf hdr="0"/>
  <p:txStyles>
    <p:titleStyle>
      <a:lvl1pPr marL="420951" indent="-420951" algn="l" defTabSz="1072866" rtl="0" eaLnBrk="1" latinLnBrk="0" hangingPunct="1">
        <a:spcBef>
          <a:spcPct val="0"/>
        </a:spcBef>
        <a:buClr>
          <a:schemeClr val="tx2"/>
        </a:buClr>
        <a:buFont typeface="+mj-lt"/>
        <a:buNone/>
        <a:defRPr sz="2800" b="1" kern="1200">
          <a:solidFill>
            <a:srgbClr val="006273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0" indent="0" algn="l" defTabSz="1072866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100" b="1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1pPr>
      <a:lvl2pPr marL="312919" indent="-273805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9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2pPr>
      <a:lvl3pPr marL="528982" indent="-21606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3pPr>
      <a:lvl4pPr marL="735733" indent="-206751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4pPr>
      <a:lvl5pPr marL="944346" indent="-20861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5pPr>
      <a:lvl6pPr marL="1152958" indent="-20861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tabLst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6pPr>
      <a:lvl7pPr marL="1369022" indent="-21606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7pPr>
      <a:lvl8pPr marL="4023246" indent="-268216" algn="l" defTabSz="107286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59678" indent="-268216" algn="l" defTabSz="107286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6433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72866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9298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45731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82164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18597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55029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91462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F44AF-0832-461A-921D-654F29AE3895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a-DK"/>
              <a:t>Peter Novrup Kristensen</a:t>
            </a:r>
            <a:endParaRPr lang="da-D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175105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  <p:sldLayoutId id="2147483812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F1PWnu01IQg" TargetMode="Externa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6272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2</a:t>
            </a:fld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sz="quarter" idx="13"/>
          </p:nvPr>
        </p:nvSpPr>
        <p:spPr>
          <a:xfrm>
            <a:off x="1610710" y="1451929"/>
            <a:ext cx="8970890" cy="4737441"/>
          </a:xfrm>
        </p:spPr>
        <p:txBody>
          <a:bodyPr/>
          <a:lstStyle/>
          <a:p>
            <a:endParaRPr lang="da-DK" sz="2100" dirty="0">
              <a:solidFill>
                <a:schemeClr val="tx1"/>
              </a:solidFill>
            </a:endParaRPr>
          </a:p>
          <a:p>
            <a:r>
              <a:rPr lang="da-DK" sz="2100" dirty="0">
                <a:solidFill>
                  <a:schemeClr val="tx1"/>
                </a:solidFill>
              </a:rPr>
              <a:t>Strøm i leder =&gt; magnetfelt</a:t>
            </a:r>
          </a:p>
          <a:p>
            <a:endParaRPr lang="da-DK" sz="2100" dirty="0">
              <a:solidFill>
                <a:schemeClr val="tx1"/>
              </a:solidFill>
            </a:endParaRPr>
          </a:p>
          <a:p>
            <a:r>
              <a:rPr lang="da-DK" sz="2100" dirty="0">
                <a:solidFill>
                  <a:schemeClr val="tx1"/>
                </a:solidFill>
              </a:rPr>
              <a:t>Leder påvirkes af kraft fra</a:t>
            </a:r>
            <a:br>
              <a:rPr lang="da-DK" sz="2100" dirty="0">
                <a:solidFill>
                  <a:schemeClr val="tx1"/>
                </a:solidFill>
              </a:rPr>
            </a:br>
            <a:r>
              <a:rPr lang="da-DK" sz="2100" dirty="0">
                <a:solidFill>
                  <a:schemeClr val="tx1"/>
                </a:solidFill>
              </a:rPr>
              <a:t>magnetfelt og magnetfelt</a:t>
            </a:r>
            <a:br>
              <a:rPr lang="da-DK" sz="2100" dirty="0">
                <a:solidFill>
                  <a:schemeClr val="tx1"/>
                </a:solidFill>
              </a:rPr>
            </a:br>
            <a:r>
              <a:rPr lang="da-DK" sz="2100" dirty="0">
                <a:solidFill>
                  <a:schemeClr val="tx1"/>
                </a:solidFill>
              </a:rPr>
              <a:t>påvirkes af kraft fra leder.</a:t>
            </a:r>
          </a:p>
          <a:p>
            <a:endParaRPr lang="da-DK" sz="2100" dirty="0">
              <a:solidFill>
                <a:schemeClr val="tx1"/>
              </a:solidFill>
            </a:endParaRPr>
          </a:p>
          <a:p>
            <a:r>
              <a:rPr lang="da-DK" sz="2100" dirty="0">
                <a:solidFill>
                  <a:schemeClr val="tx1"/>
                </a:solidFill>
              </a:rPr>
              <a:t>Teorien anvendes for at</a:t>
            </a:r>
            <a:br>
              <a:rPr lang="da-DK" sz="2100" dirty="0">
                <a:solidFill>
                  <a:schemeClr val="tx1"/>
                </a:solidFill>
              </a:rPr>
            </a:br>
            <a:r>
              <a:rPr lang="da-DK" sz="2100" dirty="0">
                <a:solidFill>
                  <a:schemeClr val="tx1"/>
                </a:solidFill>
              </a:rPr>
              <a:t>forstå motoren.</a:t>
            </a:r>
            <a:br>
              <a:rPr lang="da-DK" sz="2100" dirty="0">
                <a:solidFill>
                  <a:schemeClr val="tx1"/>
                </a:solidFill>
              </a:rPr>
            </a:br>
            <a:endParaRPr lang="da-DK" sz="2100" dirty="0">
              <a:solidFill>
                <a:schemeClr val="tx1"/>
              </a:solidFill>
            </a:endParaRPr>
          </a:p>
          <a:p>
            <a:endParaRPr lang="da-DK" sz="2100" dirty="0">
              <a:solidFill>
                <a:schemeClr val="tx1"/>
              </a:solidFill>
            </a:endParaRPr>
          </a:p>
          <a:p>
            <a:r>
              <a:rPr lang="da-DK" sz="2100" dirty="0">
                <a:solidFill>
                  <a:schemeClr val="tx1"/>
                </a:solidFill>
              </a:rPr>
              <a:t>	</a:t>
            </a:r>
            <a:endParaRPr lang="da-DK" dirty="0">
              <a:solidFill>
                <a:schemeClr val="tx1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12892" y="971862"/>
            <a:ext cx="9090889" cy="480067"/>
          </a:xfrm>
        </p:spPr>
        <p:txBody>
          <a:bodyPr/>
          <a:lstStyle/>
          <a:p>
            <a:r>
              <a:rPr lang="da-DK" dirty="0"/>
              <a:t>Leder i magnetfelt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CA9D8C0-8986-42CE-9EEF-FD034FE32C3C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/>
              <a:t>Peter Novrup Kristensen</a:t>
            </a:r>
            <a:endParaRPr lang="da-DK" dirty="0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69748EC8-0DEC-796D-D4B8-1A8225843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980" y="2303475"/>
            <a:ext cx="1698484" cy="3299659"/>
          </a:xfrm>
          <a:prstGeom prst="rect">
            <a:avLst/>
          </a:prstGeom>
        </p:spPr>
      </p:pic>
      <p:pic>
        <p:nvPicPr>
          <p:cNvPr id="9" name="Billede 8">
            <a:extLst>
              <a:ext uri="{FF2B5EF4-FFF2-40B4-BE49-F238E27FC236}">
                <a16:creationId xmlns:a16="http://schemas.microsoft.com/office/drawing/2014/main" id="{86415C58-2B39-CA25-9C6E-C70C34C92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4989" y="1792432"/>
            <a:ext cx="3070984" cy="389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98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3</a:t>
            </a:fld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sz="quarter" idx="13"/>
          </p:nvPr>
        </p:nvSpPr>
        <p:spPr>
          <a:xfrm>
            <a:off x="1550558" y="1634360"/>
            <a:ext cx="9031043" cy="4555010"/>
          </a:xfrm>
        </p:spPr>
        <p:txBody>
          <a:bodyPr/>
          <a:lstStyle/>
          <a:p>
            <a:r>
              <a:rPr lang="da-DK" sz="2100" u="sng" kern="1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Retning</a:t>
            </a:r>
            <a:r>
              <a:rPr lang="da-DK" sz="2100" kern="1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af kraften på lederen findes ved brug af venstrehåndsreglen (motorreglen):</a:t>
            </a:r>
          </a:p>
          <a:p>
            <a:pPr marL="342900" indent="-342900">
              <a:buAutoNum type="arabicPeriod"/>
            </a:pPr>
            <a:r>
              <a:rPr lang="da-DK" sz="2100" kern="1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Hold venstre hånd langs lederen.</a:t>
            </a:r>
          </a:p>
          <a:p>
            <a:pPr marL="342900" indent="-342900">
              <a:buAutoNum type="arabicPeriod"/>
            </a:pPr>
            <a:r>
              <a:rPr lang="da-DK" sz="2100" kern="1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Feltlinjerne skal gå ind i håndfladen.</a:t>
            </a:r>
          </a:p>
          <a:p>
            <a:pPr marL="342900" indent="-342900">
              <a:buAutoNum type="arabicPeriod"/>
            </a:pPr>
            <a:r>
              <a:rPr lang="da-DK" sz="2100" kern="1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Fingrene i strømmens retning.</a:t>
            </a:r>
          </a:p>
          <a:p>
            <a:endParaRPr lang="da-DK" sz="2100" kern="15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da-DK" sz="2100" kern="1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 er tommelfingeren i kraftens retning.</a:t>
            </a:r>
          </a:p>
          <a:p>
            <a:endParaRPr lang="da-DK" sz="2100" kern="15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da-DK" sz="2100" kern="1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Dette er den kraft, som lederen påvirkes med</a:t>
            </a:r>
            <a:br>
              <a:rPr lang="da-DK" sz="2100" kern="1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a-DK" sz="2100" kern="1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et magnetfelt.</a:t>
            </a:r>
          </a:p>
          <a:p>
            <a:endParaRPr lang="da-DK" sz="1500" dirty="0">
              <a:solidFill>
                <a:schemeClr val="tx1"/>
              </a:solidFill>
            </a:endParaRPr>
          </a:p>
          <a:p>
            <a:endParaRPr lang="da-DK" sz="1500" dirty="0">
              <a:solidFill>
                <a:schemeClr val="tx1"/>
              </a:solidFill>
            </a:endParaRPr>
          </a:p>
          <a:p>
            <a:endParaRPr lang="da-DK" sz="1500" dirty="0">
              <a:solidFill>
                <a:schemeClr val="tx1"/>
              </a:solidFill>
            </a:endParaRPr>
          </a:p>
          <a:p>
            <a:endParaRPr lang="da-DK" sz="1500" dirty="0">
              <a:solidFill>
                <a:schemeClr val="tx1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50558" y="1103241"/>
            <a:ext cx="9090889" cy="480067"/>
          </a:xfrm>
        </p:spPr>
        <p:txBody>
          <a:bodyPr/>
          <a:lstStyle/>
          <a:p>
            <a:r>
              <a:rPr lang="da-DK" dirty="0"/>
              <a:t>Hvilken retning har kraften?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980C816-FEE6-4B80-A8B8-09250FD0C82B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/>
              <a:t>Peter Novrup Kristensen</a:t>
            </a:r>
            <a:endParaRPr lang="da-DK" dirty="0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EFBD8E90-1DE1-AD3B-FC02-7DA9DCAE4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0206" y="2149149"/>
            <a:ext cx="3070984" cy="389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301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4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1550558" y="1634360"/>
                <a:ext cx="9031043" cy="4555010"/>
              </a:xfrm>
            </p:spPr>
            <p:txBody>
              <a:bodyPr/>
              <a:lstStyle/>
              <a:p>
                <a:pPr>
                  <a:lnSpc>
                    <a:spcPct val="103000"/>
                  </a:lnSpc>
                  <a:spcAft>
                    <a:spcPts val="800"/>
                  </a:spcAft>
                </a:pPr>
                <a:r>
                  <a:rPr lang="da-DK" sz="2400" kern="150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Kraftens størrelse er </a:t>
                </a:r>
                <a14:m>
                  <m:oMath xmlns:m="http://schemas.openxmlformats.org/officeDocument/2006/math">
                    <m:r>
                      <a:rPr lang="da-DK" sz="24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𝐅</m:t>
                    </m:r>
                    <m:r>
                      <a:rPr lang="da-DK" sz="24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da-DK" sz="24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𝑩</m:t>
                    </m:r>
                    <m:r>
                      <a:rPr lang="da-DK" sz="24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da-DK" sz="24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𝑰</m:t>
                    </m:r>
                    <m:r>
                      <a:rPr lang="da-DK" sz="24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da-DK" sz="24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𝒍</m:t>
                    </m:r>
                  </m:oMath>
                </a14:m>
                <a:endParaRPr lang="da-DK" sz="2400" kern="150" dirty="0">
                  <a:solidFill>
                    <a:schemeClr val="tx1"/>
                  </a:solidFill>
                  <a:latin typeface="+mn-lt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3000"/>
                  </a:lnSpc>
                  <a:spcAft>
                    <a:spcPts val="800"/>
                  </a:spcAft>
                </a:pPr>
                <a:endParaRPr lang="da-DK" kern="150" dirty="0">
                  <a:solidFill>
                    <a:schemeClr val="tx1"/>
                  </a:solidFill>
                  <a:latin typeface="+mn-lt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3000"/>
                  </a:lnSpc>
                  <a:spcAft>
                    <a:spcPts val="800"/>
                  </a:spcAft>
                </a:pPr>
                <a:r>
                  <a:rPr lang="da-DK" kern="150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F	Kraften lederen påvirkes med [N]</a:t>
                </a:r>
              </a:p>
              <a:p>
                <a:pPr>
                  <a:lnSpc>
                    <a:spcPct val="103000"/>
                  </a:lnSpc>
                  <a:spcAft>
                    <a:spcPts val="800"/>
                  </a:spcAft>
                </a:pPr>
                <a:r>
                  <a:rPr lang="da-DK" dirty="0">
                    <a:solidFill>
                      <a:schemeClr val="tx1"/>
                    </a:solidFill>
                    <a:latin typeface="+mn-lt"/>
                  </a:rPr>
                  <a:t>B	Fluxtætheden [T]</a:t>
                </a:r>
              </a:p>
              <a:p>
                <a:r>
                  <a:rPr lang="da-DK" kern="150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I	Strømmen i lederen</a:t>
                </a:r>
              </a:p>
              <a:p>
                <a:r>
                  <a:rPr lang="da-DK" kern="150">
                    <a:solidFill>
                      <a:schemeClr val="tx1"/>
                    </a:solidFill>
                    <a:latin typeface="Cochocib Script Latin Pro" panose="020B0604020202020204" pitchFamily="2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 </a:t>
                </a:r>
                <a:r>
                  <a:rPr lang="da-DK" kern="150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	lederens længde (kun den længde, som</a:t>
                </a:r>
                <a:br>
                  <a:rPr lang="da-DK" kern="150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da-DK" kern="150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	befinder sig i magnetfeltet [m]</a:t>
                </a:r>
              </a:p>
              <a:p>
                <a:pPr>
                  <a:lnSpc>
                    <a:spcPct val="103000"/>
                  </a:lnSpc>
                  <a:spcAft>
                    <a:spcPts val="800"/>
                  </a:spcAft>
                </a:pPr>
                <a:endParaRPr lang="da-DK" kern="150" dirty="0">
                  <a:solidFill>
                    <a:schemeClr val="tx1"/>
                  </a:solidFill>
                  <a:latin typeface="+mn-lt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3000"/>
                  </a:lnSpc>
                  <a:spcAft>
                    <a:spcPts val="800"/>
                  </a:spcAft>
                </a:pPr>
                <a:endParaRPr lang="da-DK" kern="150" dirty="0">
                  <a:solidFill>
                    <a:schemeClr val="tx1"/>
                  </a:solidFill>
                  <a:effectLst/>
                  <a:latin typeface="+mn-lt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1550558" y="1634360"/>
                <a:ext cx="9031043" cy="4555010"/>
              </a:xfrm>
              <a:blipFill>
                <a:blip r:embed="rId2"/>
                <a:stretch>
                  <a:fillRect l="-877" t="-107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50558" y="1103241"/>
            <a:ext cx="9090889" cy="480067"/>
          </a:xfrm>
        </p:spPr>
        <p:txBody>
          <a:bodyPr/>
          <a:lstStyle/>
          <a:p>
            <a:r>
              <a:rPr lang="da-DK" dirty="0"/>
              <a:t>Hvilken størrelse har kraften?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2F9C285-0E0F-4E87-BBD2-EC77D6F68FA4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/>
              <a:t>Peter Novrup Kristensen</a:t>
            </a:r>
            <a:endParaRPr lang="da-DK" dirty="0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EFBD8E90-1DE1-AD3B-FC02-7DA9DCAE4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0206" y="2149149"/>
            <a:ext cx="3070984" cy="389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405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lede 8">
            <a:extLst>
              <a:ext uri="{FF2B5EF4-FFF2-40B4-BE49-F238E27FC236}">
                <a16:creationId xmlns:a16="http://schemas.microsoft.com/office/drawing/2014/main" id="{1F7E1817-0143-0BF6-4745-8D3367F31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9299" y="3210173"/>
            <a:ext cx="5648952" cy="2956589"/>
          </a:xfrm>
          <a:prstGeom prst="rect">
            <a:avLst/>
          </a:prstGeom>
        </p:spPr>
      </p:pic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5</a:t>
            </a:fld>
            <a:endParaRPr lang="da-DK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dsholder til indhold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1610400" y="1350934"/>
                <a:ext cx="8971200" cy="4838437"/>
              </a:xfrm>
            </p:spPr>
            <p:txBody>
              <a:bodyPr/>
              <a:lstStyle/>
              <a:p>
                <a:pPr>
                  <a:lnSpc>
                    <a:spcPct val="103000"/>
                  </a:lnSpc>
                  <a:spcAft>
                    <a:spcPts val="800"/>
                  </a:spcAft>
                </a:pPr>
                <a:r>
                  <a:rPr lang="da-DK" sz="2400" kern="150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Kraftens størrelse er </a:t>
                </a:r>
                <a14:m>
                  <m:oMath xmlns:m="http://schemas.openxmlformats.org/officeDocument/2006/math">
                    <m:r>
                      <a:rPr lang="da-DK" sz="24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𝐅</m:t>
                    </m:r>
                    <m:r>
                      <a:rPr lang="da-DK" sz="24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da-DK" sz="24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𝑩</m:t>
                    </m:r>
                    <m:r>
                      <a:rPr lang="da-DK" sz="24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da-DK" sz="24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𝑰</m:t>
                    </m:r>
                    <m:r>
                      <a:rPr lang="da-DK" sz="24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da-DK" sz="24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𝒍</m:t>
                    </m:r>
                  </m:oMath>
                </a14:m>
                <a:endParaRPr lang="da-DK" sz="2400" kern="150" dirty="0">
                  <a:solidFill>
                    <a:schemeClr val="tx1"/>
                  </a:solidFill>
                  <a:latin typeface="+mn-lt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3000"/>
                  </a:lnSpc>
                  <a:spcAft>
                    <a:spcPts val="800"/>
                  </a:spcAft>
                </a:pPr>
                <a:r>
                  <a:rPr lang="da-DK" u="sng" kern="150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Udledning af formel</a:t>
                </a:r>
                <a:br>
                  <a:rPr lang="da-DK" u="sng" kern="150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da-DK" kern="150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Leder bevæges gennem et magnetfelt med hastigheden v</a:t>
                </a:r>
                <a:br>
                  <a:rPr lang="da-DK" kern="150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da-DK" kern="150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=&gt; der induceres en strøm i </a:t>
                </a:r>
                <a:r>
                  <a:rPr lang="da-DK" kern="15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lederen </a:t>
                </a:r>
                <a:br>
                  <a:rPr lang="da-DK" kern="15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da-DK" kern="15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=&gt; </a:t>
                </a:r>
                <a:r>
                  <a:rPr lang="da-DK" kern="150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der er et magnetfelt om lederen</a:t>
                </a:r>
                <a:br>
                  <a:rPr lang="da-DK" kern="150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da-DK" kern="150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=&gt; der er en kraft mod højre (motorreglen)</a:t>
                </a:r>
              </a:p>
              <a:p>
                <a:pPr>
                  <a:lnSpc>
                    <a:spcPct val="103000"/>
                  </a:lnSpc>
                  <a:spcAft>
                    <a:spcPts val="800"/>
                  </a:spcAft>
                </a:pPr>
                <a:r>
                  <a:rPr lang="da-DK" kern="150" dirty="0">
                    <a:solidFill>
                      <a:schemeClr val="tx1"/>
                    </a:solidFill>
                    <a:effectLst/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Herved er det nødvendig at trække med en</a:t>
                </a:r>
                <a:br>
                  <a:rPr lang="da-DK" kern="150" dirty="0">
                    <a:solidFill>
                      <a:schemeClr val="tx1"/>
                    </a:solidFill>
                    <a:effectLst/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da-DK" kern="150" dirty="0">
                    <a:solidFill>
                      <a:schemeClr val="tx1"/>
                    </a:solidFill>
                    <a:effectLst/>
                    <a:latin typeface="+mn-lt"/>
                    <a:ea typeface="Calibri" panose="020F0502020204030204" pitchFamily="34" charset="0"/>
                    <a:cs typeface="Times New Roman" panose="02020603050405020304" pitchFamily="18" charset="0"/>
                  </a:rPr>
                  <a:t>ligeså stor kraft i modsat retning.</a:t>
                </a:r>
                <a:endParaRPr lang="da-DK" sz="15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a-DK" sz="1500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E</m:t>
                    </m:r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𝑙</m:t>
                    </m:r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𝑣</m:t>
                    </m:r>
                  </m:oMath>
                </a14:m>
                <a:r>
                  <a:rPr lang="da-DK" sz="1500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og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a-DK" sz="15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da-DK" sz="1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sz="1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da-DK" sz="1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·</m:t>
                    </m:r>
                    <m:r>
                      <a:rPr lang="da-DK" sz="1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da-DK" sz="1500" dirty="0">
                    <a:solidFill>
                      <a:schemeClr val="tx1"/>
                    </a:solidFill>
                  </a:rPr>
                  <a:t> i leder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da-DK" sz="15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a-DK" sz="15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da-DK" sz="15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a-DK" sz="15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sz="15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da-DK" sz="15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da-DK" sz="15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da-DK" sz="15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f>
                        <m:fPr>
                          <m:ctrlPr>
                            <a:rPr lang="da-DK" sz="1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1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>
                            <a:rPr lang="da-DK" sz="1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da-DK" sz="15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𝐼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·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𝑅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·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𝐼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𝐼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·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·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𝑙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·</m:t>
                      </m:r>
                      <m:f>
                        <m:fPr>
                          <m:ctrlPr>
                            <a:rPr lang="da-DK" sz="1500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da-DK" sz="1500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num>
                        <m:den>
                          <m:r>
                            <a:rPr lang="da-DK" sz="1500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da-DK" sz="15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da-DK" sz="1500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da-DK" sz="1500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da-DK" sz="1500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·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𝑅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·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𝐼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·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·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𝑙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·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𝑠</m:t>
                      </m:r>
                    </m:oMath>
                  </m:oMathPara>
                </a14:m>
                <a:endParaRPr lang="da-DK" sz="1500" kern="1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da-DK" sz="1500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a-DK" sz="1500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da-DK" sz="1500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𝑒𝑙</m:t>
                          </m:r>
                        </m:sub>
                      </m:sSub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sz="1500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a-DK" sz="1500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da-DK" sz="1500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𝑚𝑒𝑘</m:t>
                          </m:r>
                        </m:sub>
                      </m:sSub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𝐹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·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𝑠</m:t>
                      </m:r>
                    </m:oMath>
                  </m:oMathPara>
                </a14:m>
                <a:endParaRPr lang="da-DK" sz="1500" i="1" kern="150" dirty="0">
                  <a:solidFill>
                    <a:schemeClr val="tx1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𝐹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·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𝐼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·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·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𝑙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·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𝑠</m:t>
                      </m:r>
                    </m:oMath>
                  </m:oMathPara>
                </a14:m>
                <a:endParaRPr lang="da-DK" sz="1500" kern="1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𝐹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𝐼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·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·</m:t>
                      </m:r>
                      <m:r>
                        <a:rPr lang="da-DK" sz="1500" i="1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𝑙</m:t>
                      </m:r>
                    </m:oMath>
                  </m:oMathPara>
                </a14:m>
                <a:endParaRPr lang="da-DK" sz="1500" kern="1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da-DK" sz="1500" kern="1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da-DK" sz="1500" kern="1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da-DK" sz="1500" kern="1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endParaRPr lang="da-DK" sz="1500" kern="1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1610400" y="1350934"/>
                <a:ext cx="8971200" cy="4838437"/>
              </a:xfrm>
              <a:blipFill>
                <a:blip r:embed="rId3"/>
                <a:stretch>
                  <a:fillRect l="-883" t="-1009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490712" y="870867"/>
            <a:ext cx="9090889" cy="480067"/>
          </a:xfrm>
        </p:spPr>
        <p:txBody>
          <a:bodyPr/>
          <a:lstStyle/>
          <a:p>
            <a:r>
              <a:rPr lang="da-DK" dirty="0"/>
              <a:t>Udledning af kraftens størrelse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BBA0080-BF25-4D35-899C-FEF9F4BF9B6B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/>
              <a:t>Peter Novrup Kristensen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588238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6</a:t>
            </a:fld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sz="quarter" idx="13"/>
          </p:nvPr>
        </p:nvSpPr>
        <p:spPr>
          <a:xfrm>
            <a:off x="1550558" y="1634360"/>
            <a:ext cx="9031043" cy="4555010"/>
          </a:xfrm>
        </p:spPr>
        <p:txBody>
          <a:bodyPr/>
          <a:lstStyle/>
          <a:p>
            <a:pPr>
              <a:lnSpc>
                <a:spcPct val="103000"/>
              </a:lnSpc>
              <a:spcAft>
                <a:spcPts val="800"/>
              </a:spcAft>
            </a:pPr>
            <a:r>
              <a:rPr lang="da-DK" sz="2400" kern="150" dirty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Vi ser lige en film: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endParaRPr lang="da-DK" sz="2400" kern="150" dirty="0">
              <a:solidFill>
                <a:schemeClr val="tx1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lang="da-DK" sz="2400" kern="150" dirty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https://www.youtube.com/watch?v=F1PWnu01IQg</a:t>
            </a:r>
            <a:endParaRPr lang="da-DK" sz="2400" kern="150" dirty="0">
              <a:solidFill>
                <a:schemeClr val="tx1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3000"/>
              </a:lnSpc>
              <a:spcAft>
                <a:spcPts val="800"/>
              </a:spcAft>
            </a:pPr>
            <a:endParaRPr lang="da-DK" sz="2400" kern="150" dirty="0">
              <a:solidFill>
                <a:schemeClr val="tx1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3000"/>
              </a:lnSpc>
              <a:spcAft>
                <a:spcPts val="800"/>
              </a:spcAft>
            </a:pPr>
            <a:endParaRPr lang="da-DK" sz="2400" kern="150" dirty="0">
              <a:solidFill>
                <a:schemeClr val="tx1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3000"/>
              </a:lnSpc>
              <a:spcAft>
                <a:spcPts val="800"/>
              </a:spcAft>
            </a:pPr>
            <a:endParaRPr lang="da-DK" kern="150" dirty="0">
              <a:solidFill>
                <a:schemeClr val="tx1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da-DK" sz="1500" dirty="0">
              <a:solidFill>
                <a:schemeClr val="tx1"/>
              </a:solidFill>
            </a:endParaRPr>
          </a:p>
          <a:p>
            <a:endParaRPr lang="da-DK" sz="1500" dirty="0">
              <a:solidFill>
                <a:schemeClr val="tx1"/>
              </a:solidFill>
            </a:endParaRPr>
          </a:p>
          <a:p>
            <a:endParaRPr lang="da-DK" sz="1500" dirty="0">
              <a:solidFill>
                <a:schemeClr val="tx1"/>
              </a:solidFill>
            </a:endParaRPr>
          </a:p>
          <a:p>
            <a:endParaRPr lang="da-DK" sz="1500" dirty="0">
              <a:solidFill>
                <a:schemeClr val="tx1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50558" y="1103241"/>
            <a:ext cx="9090889" cy="480067"/>
          </a:xfrm>
        </p:spPr>
        <p:txBody>
          <a:bodyPr/>
          <a:lstStyle/>
          <a:p>
            <a:r>
              <a:rPr lang="da-DK" dirty="0"/>
              <a:t>Hvad med praksis?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F39A9BC-7518-4044-90B7-BC28494FCA1F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/>
              <a:t>Peter Novrup Kristensen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44939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7</a:t>
            </a:fld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sz="quarter" idx="13"/>
          </p:nvPr>
        </p:nvSpPr>
        <p:spPr>
          <a:xfrm>
            <a:off x="1550558" y="1634360"/>
            <a:ext cx="9031043" cy="4555010"/>
          </a:xfrm>
        </p:spPr>
        <p:txBody>
          <a:bodyPr/>
          <a:lstStyle/>
          <a:p>
            <a:r>
              <a:rPr lang="da-DK" sz="1500" u="sng" dirty="0"/>
              <a:t>Opgave 1</a:t>
            </a:r>
          </a:p>
          <a:p>
            <a:r>
              <a:rPr lang="da-DK" sz="1500" dirty="0"/>
              <a:t>En 6 meter lang leder, hvori der løber 3 A, er i et magnetfelt med fluxtætheden 20 mT. </a:t>
            </a:r>
          </a:p>
          <a:p>
            <a:endParaRPr lang="da-DK" sz="1500" u="sng" dirty="0"/>
          </a:p>
          <a:p>
            <a:r>
              <a:rPr lang="da-DK" sz="1500" dirty="0"/>
              <a:t>Beregn den kraft, som påvirker lederen.</a:t>
            </a:r>
          </a:p>
          <a:p>
            <a:endParaRPr lang="da-DK" sz="1500" dirty="0"/>
          </a:p>
          <a:p>
            <a:r>
              <a:rPr lang="da-DK" sz="1500" u="sng" dirty="0"/>
              <a:t>Opgave 2</a:t>
            </a:r>
          </a:p>
          <a:p>
            <a:r>
              <a:rPr lang="da-DK" sz="1500" dirty="0"/>
              <a:t>En leder, hvori der løber 10 A, er i et magnetfelt med fluxtætheden 50 mT. Denne leder påvirkes med en kraft på 1 N.</a:t>
            </a:r>
          </a:p>
          <a:p>
            <a:endParaRPr lang="da-DK" sz="1500" u="sng" dirty="0"/>
          </a:p>
          <a:p>
            <a:r>
              <a:rPr lang="da-DK" sz="1500" dirty="0"/>
              <a:t>Beregn lederens længde.</a:t>
            </a:r>
          </a:p>
          <a:p>
            <a:endParaRPr lang="da-DK" sz="1500" dirty="0"/>
          </a:p>
          <a:p>
            <a:r>
              <a:rPr lang="da-DK" sz="1500" u="sng" dirty="0"/>
              <a:t>Opgave 3</a:t>
            </a:r>
          </a:p>
          <a:p>
            <a:r>
              <a:rPr lang="da-DK" sz="1500" dirty="0"/>
              <a:t>En 200 m lang leder, hvori der løber 15 A, er i et magnetfelt. Denne leder påvirkes med en kraft på 75 N.</a:t>
            </a:r>
          </a:p>
          <a:p>
            <a:endParaRPr lang="da-DK" sz="1500" u="sng" dirty="0"/>
          </a:p>
          <a:p>
            <a:r>
              <a:rPr lang="da-DK" sz="1500" dirty="0"/>
              <a:t>Beregn magnetfeltets fluxtæthed.</a:t>
            </a:r>
          </a:p>
          <a:p>
            <a:endParaRPr lang="da-DK" sz="1500" dirty="0">
              <a:solidFill>
                <a:srgbClr val="00B0F0"/>
              </a:solidFill>
            </a:endParaRPr>
          </a:p>
          <a:p>
            <a:endParaRPr lang="da-DK" sz="1500" dirty="0">
              <a:solidFill>
                <a:srgbClr val="00B0F0"/>
              </a:solidFill>
            </a:endParaRPr>
          </a:p>
          <a:p>
            <a:endParaRPr lang="da-DK" sz="1500" dirty="0">
              <a:solidFill>
                <a:srgbClr val="00B0F0"/>
              </a:solidFill>
            </a:endParaRPr>
          </a:p>
          <a:p>
            <a:endParaRPr lang="da-DK" sz="1500" dirty="0">
              <a:solidFill>
                <a:srgbClr val="00B0F0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50558" y="1103241"/>
            <a:ext cx="9090889" cy="480067"/>
          </a:xfrm>
        </p:spPr>
        <p:txBody>
          <a:bodyPr/>
          <a:lstStyle/>
          <a:p>
            <a:r>
              <a:rPr lang="da-DK" dirty="0"/>
              <a:t>Eksempel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2DEF69C-9E68-46E4-B717-0C89B2C12CCC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/>
              <a:t>Peter Novrup Kristensen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73309582"/>
      </p:ext>
    </p:extLst>
  </p:cSld>
  <p:clrMapOvr>
    <a:masterClrMapping/>
  </p:clrMapOvr>
</p:sld>
</file>

<file path=ppt/theme/theme1.xml><?xml version="1.0" encoding="utf-8"?>
<a:theme xmlns:a="http://schemas.openxmlformats.org/drawingml/2006/main" name="MARTEC">
  <a:themeElements>
    <a:clrScheme name="Shrpa farver">
      <a:dk1>
        <a:sysClr val="windowText" lastClr="000000"/>
      </a:dk1>
      <a:lt1>
        <a:sysClr val="window" lastClr="FFFFFF"/>
      </a:lt1>
      <a:dk2>
        <a:srgbClr val="0080DB"/>
      </a:dk2>
      <a:lt2>
        <a:srgbClr val="FFFFFF"/>
      </a:lt2>
      <a:accent1>
        <a:srgbClr val="BDCCD4"/>
      </a:accent1>
      <a:accent2>
        <a:srgbClr val="756A86"/>
      </a:accent2>
      <a:accent3>
        <a:srgbClr val="CCCCCC"/>
      </a:accent3>
      <a:accent4>
        <a:srgbClr val="727A8F"/>
      </a:accent4>
      <a:accent5>
        <a:srgbClr val="84C5CB"/>
      </a:accent5>
      <a:accent6>
        <a:srgbClr val="C8DFD8"/>
      </a:accent6>
      <a:hlink>
        <a:srgbClr val="0080DB"/>
      </a:hlink>
      <a:folHlink>
        <a:srgbClr val="808080"/>
      </a:folHlink>
    </a:clrScheme>
    <a:fontScheme name="Shrpa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rtec - powerpoint skabelon_v4.potx" id="{7FFBE45C-995A-4409-9C30-AEA82B7B07D3}" vid="{4AC428D2-6199-44D7-8EC8-CD674AB0AFCC}"/>
    </a:ext>
  </a:extLst>
</a:theme>
</file>

<file path=ppt/theme/theme2.xml><?xml version="1.0" encoding="utf-8"?>
<a:theme xmlns:a="http://schemas.openxmlformats.org/drawingml/2006/main" name="Office 2013 – 2022 Tema">
  <a:themeElements>
    <a:clrScheme name="Office 2013 – 2022 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 T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 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A5C8CDECDFE604A9828CFDC608EFB56" ma:contentTypeVersion="13" ma:contentTypeDescription="Opret et nyt dokument." ma:contentTypeScope="" ma:versionID="e5786a71ccba6fd5eae826ad368fd2a7">
  <xsd:schema xmlns:xsd="http://www.w3.org/2001/XMLSchema" xmlns:xs="http://www.w3.org/2001/XMLSchema" xmlns:p="http://schemas.microsoft.com/office/2006/metadata/properties" xmlns:ns2="52776432-5f6f-4461-a773-af4277ea9cc4" xmlns:ns3="b112c056-f141-4248-a46f-e5f0219ad1a7" targetNamespace="http://schemas.microsoft.com/office/2006/metadata/properties" ma:root="true" ma:fieldsID="772453836f661fba2ac2fe97a8e00cb1" ns2:_="" ns3:_="">
    <xsd:import namespace="52776432-5f6f-4461-a773-af4277ea9cc4"/>
    <xsd:import namespace="b112c056-f141-4248-a46f-e5f0219ad1a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776432-5f6f-4461-a773-af4277ea9c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Billedmærker" ma:readOnly="false" ma:fieldId="{5cf76f15-5ced-4ddc-b409-7134ff3c332f}" ma:taxonomyMulti="true" ma:sspId="6bcb8b38-6e7a-4c58-8596-3803d9a7ba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12c056-f141-4248-a46f-e5f0219ad1a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c1d1a0f5-b42e-4dcc-a771-72dc4fda9f68}" ma:internalName="TaxCatchAll" ma:showField="CatchAllData" ma:web="b112c056-f141-4248-a46f-e5f0219ad1a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FF6E6A4-76B6-439C-9B4D-E8C3E0C11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776432-5f6f-4461-a773-af4277ea9cc4"/>
    <ds:schemaRef ds:uri="b112c056-f141-4248-a46f-e5f0219ad1a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994B493-F240-41B7-BD21-0BF1752EDCF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Præsentation</Template>
  <TotalTime>3867</TotalTime>
  <Words>442</Words>
  <Application>Microsoft Office PowerPoint</Application>
  <PresentationFormat>Widescreen</PresentationFormat>
  <Paragraphs>93</Paragraphs>
  <Slides>7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6</vt:i4>
      </vt:variant>
      <vt:variant>
        <vt:lpstr>Tema</vt:lpstr>
      </vt:variant>
      <vt:variant>
        <vt:i4>2</vt:i4>
      </vt:variant>
      <vt:variant>
        <vt:lpstr>Slidetitler</vt:lpstr>
      </vt:variant>
      <vt:variant>
        <vt:i4>7</vt:i4>
      </vt:variant>
    </vt:vector>
  </HeadingPairs>
  <TitlesOfParts>
    <vt:vector size="15" baseType="lpstr">
      <vt:lpstr>Calibri Light</vt:lpstr>
      <vt:lpstr>Arial</vt:lpstr>
      <vt:lpstr>Cambria Math</vt:lpstr>
      <vt:lpstr>Cochocib Script Latin Pro</vt:lpstr>
      <vt:lpstr>Calibri</vt:lpstr>
      <vt:lpstr>Aptos</vt:lpstr>
      <vt:lpstr>MARTEC</vt:lpstr>
      <vt:lpstr>Office 2013 – 2022 Tema</vt:lpstr>
      <vt:lpstr>PowerPoint-præsentation</vt:lpstr>
      <vt:lpstr>Leder i magnetfelt</vt:lpstr>
      <vt:lpstr>Hvilken retning har kraften?</vt:lpstr>
      <vt:lpstr>Hvilken størrelse har kraften?</vt:lpstr>
      <vt:lpstr>Udledning af kraftens størrelse</vt:lpstr>
      <vt:lpstr>Hvad med praksis?</vt:lpstr>
      <vt:lpstr>Eksempel</vt:lpstr>
    </vt:vector>
  </TitlesOfParts>
  <Company>MARTEC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Simon Tran Agerholm</dc:creator>
  <cp:lastModifiedBy>Simon Tran Agerholm</cp:lastModifiedBy>
  <cp:revision>136</cp:revision>
  <dcterms:created xsi:type="dcterms:W3CDTF">2020-04-01T11:50:27Z</dcterms:created>
  <dcterms:modified xsi:type="dcterms:W3CDTF">2026-09-21T10:02:55Z</dcterms:modified>
</cp:coreProperties>
</file>