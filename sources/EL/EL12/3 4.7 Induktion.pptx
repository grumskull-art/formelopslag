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2" r:id="rId3"/>
    <p:sldMasterId id="2147483787" r:id="rId4"/>
  </p:sldMasterIdLst>
  <p:notesMasterIdLst>
    <p:notesMasterId r:id="rId11"/>
  </p:notesMasterIdLst>
  <p:sldIdLst>
    <p:sldId id="278" r:id="rId5"/>
    <p:sldId id="257" r:id="rId6"/>
    <p:sldId id="258" r:id="rId7"/>
    <p:sldId id="277" r:id="rId8"/>
    <p:sldId id="276" r:id="rId9"/>
    <p:sldId id="275" r:id="rId10"/>
  </p:sldIdLst>
  <p:sldSz cx="12192000" cy="6858000"/>
  <p:notesSz cx="9874250" cy="6724650"/>
  <p:embeddedFontLst>
    <p:embeddedFont>
      <p:font typeface="Cambria Math" panose="02040503050406030204" pitchFamily="18" charset="0"/>
      <p:regular r:id="rId12"/>
    </p:embeddedFont>
  </p:embeddedFontLst>
  <p:defaultTextStyle>
    <a:defPPr>
      <a:defRPr lang="da-DK"/>
    </a:defPPr>
    <a:lvl1pPr marL="0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19">
          <p15:clr>
            <a:srgbClr val="A4A3A4"/>
          </p15:clr>
        </p15:guide>
        <p15:guide id="2" pos="311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6EC475-189E-4EA8-A20F-6BF5C73635B2}" v="45" dt="2025-09-23T20:51:52.3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>
        <p:scale>
          <a:sx n="92" d="100"/>
          <a:sy n="92" d="100"/>
        </p:scale>
        <p:origin x="106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19"/>
        <p:guide pos="311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Novrup Kristensen" userId="e9830fe9-38b7-45a0-9b60-2e1ca18252cf" providerId="ADAL" clId="{701D90F2-ED15-4BC8-9C9E-AE6F600B562E}"/>
    <pc:docChg chg="undo custSel addSld delSld modSld addMainMaster modMainMaster">
      <pc:chgData name="Peter Novrup Kristensen" userId="e9830fe9-38b7-45a0-9b60-2e1ca18252cf" providerId="ADAL" clId="{701D90F2-ED15-4BC8-9C9E-AE6F600B562E}" dt="2024-10-06T16:16:11.001" v="43" actId="113"/>
      <pc:docMkLst>
        <pc:docMk/>
      </pc:docMkLst>
      <pc:sldChg chg="del">
        <pc:chgData name="Peter Novrup Kristensen" userId="e9830fe9-38b7-45a0-9b60-2e1ca18252cf" providerId="ADAL" clId="{701D90F2-ED15-4BC8-9C9E-AE6F600B562E}" dt="2024-10-06T16:06:21.631" v="2" actId="47"/>
        <pc:sldMkLst>
          <pc:docMk/>
          <pc:sldMk cId="4262271175" sldId="256"/>
        </pc:sldMkLst>
      </pc:sldChg>
      <pc:sldChg chg="modSp mod">
        <pc:chgData name="Peter Novrup Kristensen" userId="e9830fe9-38b7-45a0-9b60-2e1ca18252cf" providerId="ADAL" clId="{701D90F2-ED15-4BC8-9C9E-AE6F600B562E}" dt="2024-10-06T16:09:49" v="11" actId="1076"/>
        <pc:sldMkLst>
          <pc:docMk/>
          <pc:sldMk cId="85598206" sldId="257"/>
        </pc:sldMkLst>
      </pc:sldChg>
      <pc:sldChg chg="addSp delSp modSp mod">
        <pc:chgData name="Peter Novrup Kristensen" userId="e9830fe9-38b7-45a0-9b60-2e1ca18252cf" providerId="ADAL" clId="{701D90F2-ED15-4BC8-9C9E-AE6F600B562E}" dt="2024-10-06T16:13:06.296" v="36" actId="2711"/>
        <pc:sldMkLst>
          <pc:docMk/>
          <pc:sldMk cId="1575408348" sldId="258"/>
        </pc:sldMkLst>
      </pc:sldChg>
      <pc:sldChg chg="modSp mod">
        <pc:chgData name="Peter Novrup Kristensen" userId="e9830fe9-38b7-45a0-9b60-2e1ca18252cf" providerId="ADAL" clId="{701D90F2-ED15-4BC8-9C9E-AE6F600B562E}" dt="2024-10-06T16:16:11.001" v="43" actId="113"/>
        <pc:sldMkLst>
          <pc:docMk/>
          <pc:sldMk cId="2792432768" sldId="275"/>
        </pc:sldMkLst>
      </pc:sldChg>
      <pc:sldChg chg="addSp delSp modSp mod">
        <pc:chgData name="Peter Novrup Kristensen" userId="e9830fe9-38b7-45a0-9b60-2e1ca18252cf" providerId="ADAL" clId="{701D90F2-ED15-4BC8-9C9E-AE6F600B562E}" dt="2024-10-06T16:15:37.750" v="40" actId="207"/>
        <pc:sldMkLst>
          <pc:docMk/>
          <pc:sldMk cId="1169262881" sldId="276"/>
        </pc:sldMkLst>
      </pc:sldChg>
      <pc:sldChg chg="addSp delSp modSp mod">
        <pc:chgData name="Peter Novrup Kristensen" userId="e9830fe9-38b7-45a0-9b60-2e1ca18252cf" providerId="ADAL" clId="{701D90F2-ED15-4BC8-9C9E-AE6F600B562E}" dt="2024-10-06T16:14:49.973" v="39" actId="20577"/>
        <pc:sldMkLst>
          <pc:docMk/>
          <pc:sldMk cId="3764331504" sldId="277"/>
        </pc:sldMkLst>
      </pc:sldChg>
      <pc:sldChg chg="add">
        <pc:chgData name="Peter Novrup Kristensen" userId="e9830fe9-38b7-45a0-9b60-2e1ca18252cf" providerId="ADAL" clId="{701D90F2-ED15-4BC8-9C9E-AE6F600B562E}" dt="2024-10-06T16:06:16.410" v="1"/>
        <pc:sldMkLst>
          <pc:docMk/>
          <pc:sldMk cId="1296272113" sldId="278"/>
        </pc:sldMkLst>
      </pc:sldChg>
      <pc:sldChg chg="new del">
        <pc:chgData name="Peter Novrup Kristensen" userId="e9830fe9-38b7-45a0-9b60-2e1ca18252cf" providerId="ADAL" clId="{701D90F2-ED15-4BC8-9C9E-AE6F600B562E}" dt="2024-10-06T16:09:43.491" v="10" actId="47"/>
        <pc:sldMkLst>
          <pc:docMk/>
          <pc:sldMk cId="3413807533" sldId="279"/>
        </pc:sldMkLst>
      </pc:sldChg>
      <pc:sldMasterChg chg="modSp modSldLayout">
        <pc:chgData name="Peter Novrup Kristensen" userId="e9830fe9-38b7-45a0-9b60-2e1ca18252cf" providerId="ADAL" clId="{701D90F2-ED15-4BC8-9C9E-AE6F600B562E}" dt="2024-10-06T16:06:41.092" v="3"/>
        <pc:sldMasterMkLst>
          <pc:docMk/>
          <pc:sldMasterMk cId="0" sldId="2147483712"/>
        </pc:sldMasterMkLst>
        <pc:sldLayoutChg chg="modSp">
          <pc:chgData name="Peter Novrup Kristensen" userId="e9830fe9-38b7-45a0-9b60-2e1ca18252cf" providerId="ADAL" clId="{701D90F2-ED15-4BC8-9C9E-AE6F600B562E}" dt="2024-10-06T16:06:41.092" v="3"/>
          <pc:sldLayoutMkLst>
            <pc:docMk/>
            <pc:sldMasterMk cId="0" sldId="2147483712"/>
            <pc:sldLayoutMk cId="0" sldId="2147483720"/>
          </pc:sldLayoutMkLst>
        </pc:sldLayoutChg>
        <pc:sldLayoutChg chg="modSp">
          <pc:chgData name="Peter Novrup Kristensen" userId="e9830fe9-38b7-45a0-9b60-2e1ca18252cf" providerId="ADAL" clId="{701D90F2-ED15-4BC8-9C9E-AE6F600B562E}" dt="2024-10-06T16:06:41.092" v="3"/>
          <pc:sldLayoutMkLst>
            <pc:docMk/>
            <pc:sldMasterMk cId="0" sldId="2147483712"/>
            <pc:sldLayoutMk cId="1631020059" sldId="2147483765"/>
          </pc:sldLayoutMkLst>
        </pc:sldLayoutChg>
        <pc:sldLayoutChg chg="modSp">
          <pc:chgData name="Peter Novrup Kristensen" userId="e9830fe9-38b7-45a0-9b60-2e1ca18252cf" providerId="ADAL" clId="{701D90F2-ED15-4BC8-9C9E-AE6F600B562E}" dt="2024-10-06T16:06:41.092" v="3"/>
          <pc:sldLayoutMkLst>
            <pc:docMk/>
            <pc:sldMasterMk cId="0" sldId="2147483712"/>
            <pc:sldLayoutMk cId="4045498528" sldId="2147483768"/>
          </pc:sldLayoutMkLst>
        </pc:sldLayoutChg>
        <pc:sldLayoutChg chg="modSp">
          <pc:chgData name="Peter Novrup Kristensen" userId="e9830fe9-38b7-45a0-9b60-2e1ca18252cf" providerId="ADAL" clId="{701D90F2-ED15-4BC8-9C9E-AE6F600B562E}" dt="2024-10-06T16:06:41.092" v="3"/>
          <pc:sldLayoutMkLst>
            <pc:docMk/>
            <pc:sldMasterMk cId="0" sldId="2147483712"/>
            <pc:sldLayoutMk cId="3481985682" sldId="2147483770"/>
          </pc:sldLayoutMkLst>
        </pc:sldLayoutChg>
        <pc:sldLayoutChg chg="modSp">
          <pc:chgData name="Peter Novrup Kristensen" userId="e9830fe9-38b7-45a0-9b60-2e1ca18252cf" providerId="ADAL" clId="{701D90F2-ED15-4BC8-9C9E-AE6F600B562E}" dt="2024-10-06T16:06:41.092" v="3"/>
          <pc:sldLayoutMkLst>
            <pc:docMk/>
            <pc:sldMasterMk cId="0" sldId="2147483712"/>
            <pc:sldLayoutMk cId="1707880721" sldId="2147483771"/>
          </pc:sldLayoutMkLst>
        </pc:sldLayoutChg>
        <pc:sldLayoutChg chg="modSp">
          <pc:chgData name="Peter Novrup Kristensen" userId="e9830fe9-38b7-45a0-9b60-2e1ca18252cf" providerId="ADAL" clId="{701D90F2-ED15-4BC8-9C9E-AE6F600B562E}" dt="2024-10-06T16:06:41.092" v="3"/>
          <pc:sldLayoutMkLst>
            <pc:docMk/>
            <pc:sldMasterMk cId="0" sldId="2147483712"/>
            <pc:sldLayoutMk cId="1721833145" sldId="2147483773"/>
          </pc:sldLayoutMkLst>
        </pc:sldLayoutChg>
      </pc:sldMasterChg>
      <pc:sldMasterChg chg="modSp add addSldLayout modSldLayout">
        <pc:chgData name="Peter Novrup Kristensen" userId="e9830fe9-38b7-45a0-9b60-2e1ca18252cf" providerId="ADAL" clId="{701D90F2-ED15-4BC8-9C9E-AE6F600B562E}" dt="2024-10-06T16:06:41.092" v="3"/>
        <pc:sldMasterMkLst>
          <pc:docMk/>
          <pc:sldMasterMk cId="4184154176" sldId="2147483774"/>
        </pc:sldMasterMkLst>
        <pc:sldLayoutChg chg="modSp add">
          <pc:chgData name="Peter Novrup Kristensen" userId="e9830fe9-38b7-45a0-9b60-2e1ca18252cf" providerId="ADAL" clId="{701D90F2-ED15-4BC8-9C9E-AE6F600B562E}" dt="2024-10-06T16:06:41.092" v="3"/>
          <pc:sldLayoutMkLst>
            <pc:docMk/>
            <pc:sldMasterMk cId="4184154176" sldId="2147483774"/>
            <pc:sldLayoutMk cId="2954255623" sldId="2147483786"/>
          </pc:sldLayoutMkLst>
        </pc:sldLayoutChg>
      </pc:sldMasterChg>
    </pc:docChg>
  </pc:docChgLst>
  <pc:docChgLst>
    <pc:chgData name="Simon Tran Agerholm" userId="dd55e2d3-906e-4a4a-90ea-dda6205f875e" providerId="ADAL" clId="{BED8CD69-CB39-43C2-BA69-421C35C84D59}"/>
    <pc:docChg chg="modSld modMainMaster">
      <pc:chgData name="Simon Tran Agerholm" userId="dd55e2d3-906e-4a4a-90ea-dda6205f875e" providerId="ADAL" clId="{BED8CD69-CB39-43C2-BA69-421C35C84D59}" dt="2025-02-21T07:11:31.834" v="0"/>
      <pc:docMkLst>
        <pc:docMk/>
      </pc:docMkLst>
      <pc:sldChg chg="modSp">
        <pc:chgData name="Simon Tran Agerholm" userId="dd55e2d3-906e-4a4a-90ea-dda6205f875e" providerId="ADAL" clId="{BED8CD69-CB39-43C2-BA69-421C35C84D59}" dt="2025-02-21T07:11:31.834" v="0"/>
        <pc:sldMkLst>
          <pc:docMk/>
          <pc:sldMk cId="85598206" sldId="257"/>
        </pc:sldMkLst>
      </pc:sldChg>
      <pc:sldChg chg="modSp">
        <pc:chgData name="Simon Tran Agerholm" userId="dd55e2d3-906e-4a4a-90ea-dda6205f875e" providerId="ADAL" clId="{BED8CD69-CB39-43C2-BA69-421C35C84D59}" dt="2025-02-21T07:11:31.834" v="0"/>
        <pc:sldMkLst>
          <pc:docMk/>
          <pc:sldMk cId="1575408348" sldId="258"/>
        </pc:sldMkLst>
      </pc:sldChg>
      <pc:sldChg chg="modSp">
        <pc:chgData name="Simon Tran Agerholm" userId="dd55e2d3-906e-4a4a-90ea-dda6205f875e" providerId="ADAL" clId="{BED8CD69-CB39-43C2-BA69-421C35C84D59}" dt="2025-02-21T07:11:31.834" v="0"/>
        <pc:sldMkLst>
          <pc:docMk/>
          <pc:sldMk cId="2792432768" sldId="275"/>
        </pc:sldMkLst>
      </pc:sldChg>
      <pc:sldChg chg="modSp">
        <pc:chgData name="Simon Tran Agerholm" userId="dd55e2d3-906e-4a4a-90ea-dda6205f875e" providerId="ADAL" clId="{BED8CD69-CB39-43C2-BA69-421C35C84D59}" dt="2025-02-21T07:11:31.834" v="0"/>
        <pc:sldMkLst>
          <pc:docMk/>
          <pc:sldMk cId="1169262881" sldId="276"/>
        </pc:sldMkLst>
      </pc:sldChg>
      <pc:sldChg chg="modSp">
        <pc:chgData name="Simon Tran Agerholm" userId="dd55e2d3-906e-4a4a-90ea-dda6205f875e" providerId="ADAL" clId="{BED8CD69-CB39-43C2-BA69-421C35C84D59}" dt="2025-02-21T07:11:31.834" v="0"/>
        <pc:sldMkLst>
          <pc:docMk/>
          <pc:sldMk cId="3764331504" sldId="277"/>
        </pc:sldMkLst>
      </pc:sldChg>
      <pc:sldMasterChg chg="modSp modSldLayout">
        <pc:chgData name="Simon Tran Agerholm" userId="dd55e2d3-906e-4a4a-90ea-dda6205f875e" providerId="ADAL" clId="{BED8CD69-CB39-43C2-BA69-421C35C84D59}" dt="2025-02-21T07:11:31.834" v="0"/>
        <pc:sldMasterMkLst>
          <pc:docMk/>
          <pc:sldMasterMk cId="0" sldId="2147483712"/>
        </pc:sldMasterMkLst>
        <pc:sldLayoutChg chg="modSp">
          <pc:chgData name="Simon Tran Agerholm" userId="dd55e2d3-906e-4a4a-90ea-dda6205f875e" providerId="ADAL" clId="{BED8CD69-CB39-43C2-BA69-421C35C84D59}" dt="2025-02-21T07:11:31.834" v="0"/>
          <pc:sldLayoutMkLst>
            <pc:docMk/>
            <pc:sldMasterMk cId="0" sldId="2147483712"/>
            <pc:sldLayoutMk cId="0" sldId="2147483720"/>
          </pc:sldLayoutMkLst>
        </pc:sldLayoutChg>
        <pc:sldLayoutChg chg="modSp">
          <pc:chgData name="Simon Tran Agerholm" userId="dd55e2d3-906e-4a4a-90ea-dda6205f875e" providerId="ADAL" clId="{BED8CD69-CB39-43C2-BA69-421C35C84D59}" dt="2025-02-21T07:11:31.834" v="0"/>
          <pc:sldLayoutMkLst>
            <pc:docMk/>
            <pc:sldMasterMk cId="0" sldId="2147483712"/>
            <pc:sldLayoutMk cId="1631020059" sldId="2147483765"/>
          </pc:sldLayoutMkLst>
        </pc:sldLayoutChg>
        <pc:sldLayoutChg chg="modSp">
          <pc:chgData name="Simon Tran Agerholm" userId="dd55e2d3-906e-4a4a-90ea-dda6205f875e" providerId="ADAL" clId="{BED8CD69-CB39-43C2-BA69-421C35C84D59}" dt="2025-02-21T07:11:31.834" v="0"/>
          <pc:sldLayoutMkLst>
            <pc:docMk/>
            <pc:sldMasterMk cId="0" sldId="2147483712"/>
            <pc:sldLayoutMk cId="4045498528" sldId="2147483768"/>
          </pc:sldLayoutMkLst>
        </pc:sldLayoutChg>
        <pc:sldLayoutChg chg="modSp">
          <pc:chgData name="Simon Tran Agerholm" userId="dd55e2d3-906e-4a4a-90ea-dda6205f875e" providerId="ADAL" clId="{BED8CD69-CB39-43C2-BA69-421C35C84D59}" dt="2025-02-21T07:11:31.834" v="0"/>
          <pc:sldLayoutMkLst>
            <pc:docMk/>
            <pc:sldMasterMk cId="0" sldId="2147483712"/>
            <pc:sldLayoutMk cId="3481985682" sldId="2147483770"/>
          </pc:sldLayoutMkLst>
        </pc:sldLayoutChg>
        <pc:sldLayoutChg chg="modSp">
          <pc:chgData name="Simon Tran Agerholm" userId="dd55e2d3-906e-4a4a-90ea-dda6205f875e" providerId="ADAL" clId="{BED8CD69-CB39-43C2-BA69-421C35C84D59}" dt="2025-02-21T07:11:31.834" v="0"/>
          <pc:sldLayoutMkLst>
            <pc:docMk/>
            <pc:sldMasterMk cId="0" sldId="2147483712"/>
            <pc:sldLayoutMk cId="1707880721" sldId="2147483771"/>
          </pc:sldLayoutMkLst>
        </pc:sldLayoutChg>
      </pc:sldMasterChg>
      <pc:sldMasterChg chg="modSp modSldLayout">
        <pc:chgData name="Simon Tran Agerholm" userId="dd55e2d3-906e-4a4a-90ea-dda6205f875e" providerId="ADAL" clId="{BED8CD69-CB39-43C2-BA69-421C35C84D59}" dt="2025-02-21T07:11:31.834" v="0"/>
        <pc:sldMasterMkLst>
          <pc:docMk/>
          <pc:sldMasterMk cId="974983897" sldId="2147483787"/>
        </pc:sldMasterMkLst>
        <pc:sldLayoutChg chg="modSp">
          <pc:chgData name="Simon Tran Agerholm" userId="dd55e2d3-906e-4a4a-90ea-dda6205f875e" providerId="ADAL" clId="{BED8CD69-CB39-43C2-BA69-421C35C84D59}" dt="2025-02-21T07:11:31.834" v="0"/>
          <pc:sldLayoutMkLst>
            <pc:docMk/>
            <pc:sldMasterMk cId="974983897" sldId="2147483787"/>
            <pc:sldLayoutMk cId="2414676227" sldId="2147483788"/>
          </pc:sldLayoutMkLst>
        </pc:sldLayoutChg>
        <pc:sldLayoutChg chg="modSp">
          <pc:chgData name="Simon Tran Agerholm" userId="dd55e2d3-906e-4a4a-90ea-dda6205f875e" providerId="ADAL" clId="{BED8CD69-CB39-43C2-BA69-421C35C84D59}" dt="2025-02-21T07:11:31.834" v="0"/>
          <pc:sldLayoutMkLst>
            <pc:docMk/>
            <pc:sldMasterMk cId="974983897" sldId="2147483787"/>
            <pc:sldLayoutMk cId="4140305206" sldId="2147483789"/>
          </pc:sldLayoutMkLst>
        </pc:sldLayoutChg>
        <pc:sldLayoutChg chg="modSp">
          <pc:chgData name="Simon Tran Agerholm" userId="dd55e2d3-906e-4a4a-90ea-dda6205f875e" providerId="ADAL" clId="{BED8CD69-CB39-43C2-BA69-421C35C84D59}" dt="2025-02-21T07:11:31.834" v="0"/>
          <pc:sldLayoutMkLst>
            <pc:docMk/>
            <pc:sldMasterMk cId="974983897" sldId="2147483787"/>
            <pc:sldLayoutMk cId="1937435378" sldId="2147483790"/>
          </pc:sldLayoutMkLst>
        </pc:sldLayoutChg>
        <pc:sldLayoutChg chg="modSp">
          <pc:chgData name="Simon Tran Agerholm" userId="dd55e2d3-906e-4a4a-90ea-dda6205f875e" providerId="ADAL" clId="{BED8CD69-CB39-43C2-BA69-421C35C84D59}" dt="2025-02-21T07:11:31.834" v="0"/>
          <pc:sldLayoutMkLst>
            <pc:docMk/>
            <pc:sldMasterMk cId="974983897" sldId="2147483787"/>
            <pc:sldLayoutMk cId="168957995" sldId="2147483791"/>
          </pc:sldLayoutMkLst>
        </pc:sldLayoutChg>
        <pc:sldLayoutChg chg="modSp">
          <pc:chgData name="Simon Tran Agerholm" userId="dd55e2d3-906e-4a4a-90ea-dda6205f875e" providerId="ADAL" clId="{BED8CD69-CB39-43C2-BA69-421C35C84D59}" dt="2025-02-21T07:11:31.834" v="0"/>
          <pc:sldLayoutMkLst>
            <pc:docMk/>
            <pc:sldMasterMk cId="974983897" sldId="2147483787"/>
            <pc:sldLayoutMk cId="4216989374" sldId="2147483792"/>
          </pc:sldLayoutMkLst>
        </pc:sldLayoutChg>
        <pc:sldLayoutChg chg="modSp">
          <pc:chgData name="Simon Tran Agerholm" userId="dd55e2d3-906e-4a4a-90ea-dda6205f875e" providerId="ADAL" clId="{BED8CD69-CB39-43C2-BA69-421C35C84D59}" dt="2025-02-21T07:11:31.834" v="0"/>
          <pc:sldLayoutMkLst>
            <pc:docMk/>
            <pc:sldMasterMk cId="974983897" sldId="2147483787"/>
            <pc:sldLayoutMk cId="1957846656" sldId="2147483793"/>
          </pc:sldLayoutMkLst>
        </pc:sldLayoutChg>
        <pc:sldLayoutChg chg="modSp">
          <pc:chgData name="Simon Tran Agerholm" userId="dd55e2d3-906e-4a4a-90ea-dda6205f875e" providerId="ADAL" clId="{BED8CD69-CB39-43C2-BA69-421C35C84D59}" dt="2025-02-21T07:11:31.834" v="0"/>
          <pc:sldLayoutMkLst>
            <pc:docMk/>
            <pc:sldMasterMk cId="974983897" sldId="2147483787"/>
            <pc:sldLayoutMk cId="3498216535" sldId="2147483794"/>
          </pc:sldLayoutMkLst>
        </pc:sldLayoutChg>
        <pc:sldLayoutChg chg="modSp">
          <pc:chgData name="Simon Tran Agerholm" userId="dd55e2d3-906e-4a4a-90ea-dda6205f875e" providerId="ADAL" clId="{BED8CD69-CB39-43C2-BA69-421C35C84D59}" dt="2025-02-21T07:11:31.834" v="0"/>
          <pc:sldLayoutMkLst>
            <pc:docMk/>
            <pc:sldMasterMk cId="974983897" sldId="2147483787"/>
            <pc:sldLayoutMk cId="2258408534" sldId="2147483795"/>
          </pc:sldLayoutMkLst>
        </pc:sldLayoutChg>
        <pc:sldLayoutChg chg="modSp">
          <pc:chgData name="Simon Tran Agerholm" userId="dd55e2d3-906e-4a4a-90ea-dda6205f875e" providerId="ADAL" clId="{BED8CD69-CB39-43C2-BA69-421C35C84D59}" dt="2025-02-21T07:11:31.834" v="0"/>
          <pc:sldLayoutMkLst>
            <pc:docMk/>
            <pc:sldMasterMk cId="974983897" sldId="2147483787"/>
            <pc:sldLayoutMk cId="1543228677" sldId="2147483796"/>
          </pc:sldLayoutMkLst>
        </pc:sldLayoutChg>
        <pc:sldLayoutChg chg="modSp">
          <pc:chgData name="Simon Tran Agerholm" userId="dd55e2d3-906e-4a4a-90ea-dda6205f875e" providerId="ADAL" clId="{BED8CD69-CB39-43C2-BA69-421C35C84D59}" dt="2025-02-21T07:11:31.834" v="0"/>
          <pc:sldLayoutMkLst>
            <pc:docMk/>
            <pc:sldMasterMk cId="974983897" sldId="2147483787"/>
            <pc:sldLayoutMk cId="2894498798" sldId="2147483797"/>
          </pc:sldLayoutMkLst>
        </pc:sldLayoutChg>
        <pc:sldLayoutChg chg="modSp">
          <pc:chgData name="Simon Tran Agerholm" userId="dd55e2d3-906e-4a4a-90ea-dda6205f875e" providerId="ADAL" clId="{BED8CD69-CB39-43C2-BA69-421C35C84D59}" dt="2025-02-21T07:11:31.834" v="0"/>
          <pc:sldLayoutMkLst>
            <pc:docMk/>
            <pc:sldMasterMk cId="974983897" sldId="2147483787"/>
            <pc:sldLayoutMk cId="3693970778" sldId="2147483798"/>
          </pc:sldLayoutMkLst>
        </pc:sldLayoutChg>
      </pc:sldMasterChg>
    </pc:docChg>
  </pc:docChgLst>
  <pc:docChgLst>
    <pc:chgData name="Simon Tran Agerholm" userId="dd55e2d3-906e-4a4a-90ea-dda6205f875e" providerId="ADAL" clId="{5EFFF862-C165-4C4A-8B20-E280CAF10480}"/>
    <pc:docChg chg="modSld">
      <pc:chgData name="Simon Tran Agerholm" userId="dd55e2d3-906e-4a4a-90ea-dda6205f875e" providerId="ADAL" clId="{5EFFF862-C165-4C4A-8B20-E280CAF10480}" dt="2025-09-23T20:51:52.339" v="44" actId="20577"/>
      <pc:docMkLst>
        <pc:docMk/>
      </pc:docMkLst>
      <pc:sldChg chg="modSp mod">
        <pc:chgData name="Simon Tran Agerholm" userId="dd55e2d3-906e-4a4a-90ea-dda6205f875e" providerId="ADAL" clId="{5EFFF862-C165-4C4A-8B20-E280CAF10480}" dt="2025-09-23T20:51:52.339" v="44" actId="20577"/>
        <pc:sldMkLst>
          <pc:docMk/>
          <pc:sldMk cId="1575408348" sldId="258"/>
        </pc:sldMkLst>
        <pc:spChg chg="mod">
          <ac:chgData name="Simon Tran Agerholm" userId="dd55e2d3-906e-4a4a-90ea-dda6205f875e" providerId="ADAL" clId="{5EFFF862-C165-4C4A-8B20-E280CAF10480}" dt="2025-09-23T20:51:52.339" v="44" actId="20577"/>
          <ac:spMkLst>
            <pc:docMk/>
            <pc:sldMk cId="1575408348" sldId="25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5592763" y="0"/>
            <a:ext cx="4279900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0F7C7-F7D5-4221-AB89-62EC26FEA510}" type="datetimeFigureOut">
              <a:rPr lang="da-DK" smtClean="0"/>
              <a:t>23-09-2025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921000" y="841375"/>
            <a:ext cx="4032250" cy="2268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987425" y="3236913"/>
            <a:ext cx="7899400" cy="26479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6388100"/>
            <a:ext cx="4278313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5592763" y="6388100"/>
            <a:ext cx="4279900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A1804-5D85-4B25-8C91-35688046746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74838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9" b="14030"/>
          <a:stretch/>
        </p:blipFill>
        <p:spPr>
          <a:xfrm>
            <a:off x="0" y="-1"/>
            <a:ext cx="12192000" cy="5145207"/>
          </a:xfrm>
          <a:prstGeom prst="rect">
            <a:avLst/>
          </a:prstGeom>
        </p:spPr>
      </p:pic>
      <p:sp>
        <p:nvSpPr>
          <p:cNvPr id="7" name="Rektangel 6"/>
          <p:cNvSpPr/>
          <p:nvPr/>
        </p:nvSpPr>
        <p:spPr>
          <a:xfrm>
            <a:off x="0" y="5145206"/>
            <a:ext cx="12192000" cy="84034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100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089" y="5739932"/>
            <a:ext cx="1892215" cy="560487"/>
          </a:xfrm>
          <a:prstGeom prst="rect">
            <a:avLst/>
          </a:prstGeom>
        </p:spPr>
      </p:pic>
      <p:sp>
        <p:nvSpPr>
          <p:cNvPr id="3" name="Pladsholder til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336062" y="5499100"/>
            <a:ext cx="8862646" cy="521074"/>
          </a:xfrm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 err="1"/>
              <a:t>Præsentationtitel</a:t>
            </a:r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quarter" idx="11" hasCustomPrompt="1"/>
          </p:nvPr>
        </p:nvSpPr>
        <p:spPr>
          <a:xfrm>
            <a:off x="335486" y="6129338"/>
            <a:ext cx="6979138" cy="450850"/>
          </a:xfrm>
        </p:spPr>
        <p:txBody>
          <a:bodyPr/>
          <a:lstStyle>
            <a:lvl2pPr marL="39114" indent="0">
              <a:buNone/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da-DK" dirty="0"/>
              <a:t>[Dato, sted, forfatter]</a:t>
            </a:r>
          </a:p>
        </p:txBody>
      </p:sp>
    </p:spTree>
    <p:extLst>
      <p:ext uri="{BB962C8B-B14F-4D97-AF65-F5344CB8AC3E}">
        <p14:creationId xmlns:p14="http://schemas.microsoft.com/office/powerpoint/2010/main" val="172183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ktion 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5202" y="2828921"/>
            <a:ext cx="11521600" cy="901179"/>
          </a:xfrm>
        </p:spPr>
        <p:txBody>
          <a:bodyPr>
            <a:normAutofit/>
          </a:bodyPr>
          <a:lstStyle>
            <a:lvl1pPr algn="ctr">
              <a:defRPr sz="23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SEKTIONS OVERSKRIFT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9" name="Pladsholder til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335204" y="1388729"/>
            <a:ext cx="11522364" cy="1151467"/>
          </a:xfrm>
        </p:spPr>
        <p:txBody>
          <a:bodyPr anchor="ctr">
            <a:noAutofit/>
          </a:bodyPr>
          <a:lstStyle>
            <a:lvl1pPr algn="ctr">
              <a:buNone/>
              <a:defRPr sz="70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a-DK" dirty="0" err="1"/>
              <a:t>Nr</a:t>
            </a:r>
            <a:endParaRPr lang="da-DK" dirty="0"/>
          </a:p>
        </p:txBody>
      </p:sp>
      <p:sp>
        <p:nvSpPr>
          <p:cNvPr id="11" name="Pladsholder til tekst 10"/>
          <p:cNvSpPr>
            <a:spLocks noGrp="1"/>
          </p:cNvSpPr>
          <p:nvPr>
            <p:ph type="body" sz="quarter" idx="14" hasCustomPrompt="1"/>
          </p:nvPr>
        </p:nvSpPr>
        <p:spPr>
          <a:xfrm>
            <a:off x="334433" y="3789051"/>
            <a:ext cx="11523134" cy="2038351"/>
          </a:xfrm>
        </p:spPr>
        <p:txBody>
          <a:bodyPr>
            <a:normAutofit/>
          </a:bodyPr>
          <a:lstStyle>
            <a:lvl1pPr algn="ctr">
              <a:buNone/>
              <a:defRPr lang="da-DK" sz="2100" b="0" i="0" baseline="0" dirty="0">
                <a:solidFill>
                  <a:schemeClr val="bg1">
                    <a:lumMod val="50000"/>
                  </a:schemeClr>
                </a:solidFill>
              </a:defRPr>
            </a:lvl1pPr>
            <a:lvl4pPr>
              <a:buNone/>
              <a:defRPr lang="da-DK" dirty="0"/>
            </a:lvl4pPr>
          </a:lstStyle>
          <a:p>
            <a:pPr lvl="0"/>
            <a:r>
              <a:rPr lang="da-DK" dirty="0"/>
              <a:t>Beskrivende tekst</a:t>
            </a:r>
          </a:p>
        </p:txBody>
      </p:sp>
      <p:sp>
        <p:nvSpPr>
          <p:cNvPr id="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56354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8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2A815526-B4E2-4503-8E2E-B1DEF654166E}" type="datetime1">
              <a:rPr lang="da-DK" smtClean="0"/>
              <a:t>23-09-2025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841" y="258166"/>
            <a:ext cx="1892215" cy="56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0" y="6312002"/>
            <a:ext cx="1424640" cy="366183"/>
          </a:xfrm>
        </p:spPr>
        <p:txBody>
          <a:bodyPr/>
          <a:lstStyle>
            <a:lvl1pPr>
              <a:defRPr sz="1000" b="1" baseline="0">
                <a:solidFill>
                  <a:srgbClr val="006273"/>
                </a:solidFill>
                <a:latin typeface="Arial" pitchFamily="34" charset="0"/>
              </a:defRPr>
            </a:lvl1pPr>
          </a:lstStyle>
          <a:p>
            <a:fld id="{2D112E1D-19A8-4042-A709-6060154FEC68}" type="datetime1">
              <a:rPr lang="da-DK" smtClean="0"/>
              <a:t>23-09-2025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2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 uden bundstreg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</a:defRPr>
            </a:lvl1pPr>
            <a:lvl2pPr marL="312919" indent="-281255">
              <a:defRPr sz="1400" baseline="0">
                <a:solidFill>
                  <a:srgbClr val="006273"/>
                </a:solidFill>
              </a:defRPr>
            </a:lvl2pPr>
            <a:lvl3pPr marL="528982" indent="-216063">
              <a:defRPr sz="1400" baseline="0">
                <a:solidFill>
                  <a:srgbClr val="006273"/>
                </a:solidFill>
              </a:defRPr>
            </a:lvl3pPr>
            <a:lvl4pPr marL="735733" indent="-206751">
              <a:defRPr sz="1400" baseline="0">
                <a:solidFill>
                  <a:srgbClr val="006273"/>
                </a:solidFill>
              </a:defRPr>
            </a:lvl4pPr>
            <a:lvl5pPr marL="944346" indent="-208613">
              <a:defRPr sz="1400" baseline="0">
                <a:solidFill>
                  <a:srgbClr val="006273"/>
                </a:solidFill>
              </a:defRPr>
            </a:lvl5pPr>
            <a:lvl6pPr>
              <a:defRPr sz="1400" baseline="0">
                <a:solidFill>
                  <a:srgbClr val="006273"/>
                </a:solidFill>
              </a:defRPr>
            </a:lvl6pPr>
            <a:lvl7pPr>
              <a:defRPr sz="1400" baseline="0">
                <a:solidFill>
                  <a:srgbClr val="006273"/>
                </a:solidFill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1D84A05D-9310-4CA1-A9EA-1D10119BDEC0}" type="datetime1">
              <a:rPr lang="da-DK" smtClean="0"/>
              <a:t>23-09-2025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3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9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2807FF2-E471-4942-B0CC-0F92A5639432}" type="datetime1">
              <a:rPr lang="da-DK" smtClean="0"/>
              <a:t>23-09-2025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3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8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E9F57BC-785A-43A3-A5DB-708280296DFC}" type="datetime1">
              <a:rPr lang="da-DK" smtClean="0"/>
              <a:t>23-09-2025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441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80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FF426-21A5-4452-BFB0-B912D1CFD1CF}" type="datetime1">
              <a:rPr lang="da-DK" smtClean="0"/>
              <a:t>23-09-2025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14676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53A7B-2F3D-484A-9673-17F274F600F4}" type="datetime1">
              <a:rPr lang="da-DK" smtClean="0"/>
              <a:t>23-09-2025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4030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8FA14-989A-4604-B96A-C849FD1A508F}" type="datetime1">
              <a:rPr lang="da-DK" smtClean="0"/>
              <a:t>23-09-2025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37435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A06F5-AE2D-4222-AE17-CAD8C43DD708}" type="datetime1">
              <a:rPr lang="da-DK" smtClean="0"/>
              <a:t>23-09-2025</a:t>
            </a:fld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8957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C66C6-06FB-4623-9A95-273EB163F6FA}" type="datetime1">
              <a:rPr lang="da-DK" smtClean="0"/>
              <a:t>23-09-2025</a:t>
            </a:fld>
            <a:endParaRPr lang="da-DK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16989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2449C-EB21-40B3-B048-0EAA39D7B8FE}" type="datetime1">
              <a:rPr lang="da-DK" smtClean="0"/>
              <a:t>23-09-2025</a:t>
            </a:fld>
            <a:endParaRPr lang="da-DK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57846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533CC-6927-43EF-B17E-FA156191B1AF}" type="datetime1">
              <a:rPr lang="da-DK" smtClean="0"/>
              <a:t>23-09-2025</a:t>
            </a:fld>
            <a:endParaRPr lang="da-DK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98216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928CC-77FF-424A-9DA9-05E5A24226A7}" type="datetime1">
              <a:rPr lang="da-DK" smtClean="0"/>
              <a:t>23-09-2025</a:t>
            </a:fld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584085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9B83A-601A-49B9-81C4-8A34395C2F05}" type="datetime1">
              <a:rPr lang="da-DK" smtClean="0"/>
              <a:t>23-09-2025</a:t>
            </a:fld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432286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A1311-FE49-410E-9644-29C9F700061B}" type="datetime1">
              <a:rPr lang="da-DK" smtClean="0"/>
              <a:t>23-09-2025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944987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A324B-8192-483C-A257-67C891CEC70B}" type="datetime1">
              <a:rPr lang="da-DK" smtClean="0"/>
              <a:t>23-09-2025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939707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8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dsholder til titel 13"/>
          <p:cNvSpPr>
            <a:spLocks noGrp="1"/>
          </p:cNvSpPr>
          <p:nvPr>
            <p:ph type="title"/>
          </p:nvPr>
        </p:nvSpPr>
        <p:spPr>
          <a:xfrm>
            <a:off x="575266" y="275167"/>
            <a:ext cx="11041472" cy="1143000"/>
          </a:xfrm>
          <a:prstGeom prst="rect">
            <a:avLst/>
          </a:prstGeom>
        </p:spPr>
        <p:txBody>
          <a:bodyPr vert="horz" lIns="107287" tIns="53643" rIns="107287" bIns="53643" rtlCol="0" anchor="ctr">
            <a:normAutofit/>
          </a:bodyPr>
          <a:lstStyle/>
          <a:p>
            <a:r>
              <a:rPr lang="da-DK" dirty="0"/>
              <a:t>KLIK FOR AT REDIGERE TITELTYPOGRAFI I MASTEREN</a:t>
            </a:r>
          </a:p>
        </p:txBody>
      </p:sp>
      <p:sp>
        <p:nvSpPr>
          <p:cNvPr id="16" name="Pladsholder til dato 15"/>
          <p:cNvSpPr>
            <a:spLocks noGrp="1"/>
          </p:cNvSpPr>
          <p:nvPr>
            <p:ph type="dt" sz="half" idx="2"/>
          </p:nvPr>
        </p:nvSpPr>
        <p:spPr>
          <a:xfrm>
            <a:off x="456467" y="6356354"/>
            <a:ext cx="311920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l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DD160EB-AC44-46A8-95A0-CF4C626DF7A9}" type="datetime1">
              <a:rPr lang="da-DK" smtClean="0"/>
              <a:t>23-09-2025</a:t>
            </a:fld>
            <a:endParaRPr lang="da-DK" dirty="0"/>
          </a:p>
        </p:txBody>
      </p:sp>
      <p:sp>
        <p:nvSpPr>
          <p:cNvPr id="1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56354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8" name="Pladsholder til diasnummer 17"/>
          <p:cNvSpPr>
            <a:spLocks noGrp="1"/>
          </p:cNvSpPr>
          <p:nvPr>
            <p:ph type="sldNum" sz="quarter" idx="4"/>
          </p:nvPr>
        </p:nvSpPr>
        <p:spPr>
          <a:xfrm>
            <a:off x="8616339" y="6356354"/>
            <a:ext cx="311920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8" name="Pladsholder til tekst 7"/>
          <p:cNvSpPr>
            <a:spLocks noGrp="1"/>
          </p:cNvSpPr>
          <p:nvPr>
            <p:ph type="body" idx="1"/>
          </p:nvPr>
        </p:nvSpPr>
        <p:spPr>
          <a:xfrm>
            <a:off x="575266" y="1600203"/>
            <a:ext cx="11041472" cy="4525433"/>
          </a:xfrm>
          <a:prstGeom prst="rect">
            <a:avLst/>
          </a:prstGeom>
        </p:spPr>
        <p:txBody>
          <a:bodyPr vert="horz" lIns="107287" tIns="53643" rIns="107287" bIns="53643" rtlCol="0">
            <a:noAutofit/>
          </a:bodyPr>
          <a:lstStyle/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 err="1"/>
              <a:t>Level</a:t>
            </a:r>
            <a:r>
              <a:rPr lang="da-DK" dirty="0"/>
              <a:t> 6</a:t>
            </a:r>
          </a:p>
          <a:p>
            <a:pPr lvl="6"/>
            <a:r>
              <a:rPr lang="da-DK" dirty="0" err="1"/>
              <a:t>Level</a:t>
            </a:r>
            <a:r>
              <a:rPr lang="da-DK" dirty="0"/>
              <a:t> 7</a:t>
            </a:r>
          </a:p>
          <a:p>
            <a:pPr lvl="5"/>
            <a:endParaRPr 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20" r:id="rId2"/>
    <p:sldLayoutId id="2147483765" r:id="rId3"/>
    <p:sldLayoutId id="2147483768" r:id="rId4"/>
    <p:sldLayoutId id="2147483770" r:id="rId5"/>
    <p:sldLayoutId id="2147483771" r:id="rId6"/>
  </p:sldLayoutIdLst>
  <p:hf hdr="0"/>
  <p:txStyles>
    <p:titleStyle>
      <a:lvl1pPr marL="420951" indent="-420951" algn="l" defTabSz="1072866" rtl="0" eaLnBrk="1" latinLnBrk="0" hangingPunct="1">
        <a:spcBef>
          <a:spcPct val="0"/>
        </a:spcBef>
        <a:buClr>
          <a:schemeClr val="tx2"/>
        </a:buClr>
        <a:buFont typeface="+mj-lt"/>
        <a:buNone/>
        <a:defRPr sz="2800" b="1" kern="1200">
          <a:solidFill>
            <a:srgbClr val="006273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1072866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100" b="1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1pPr>
      <a:lvl2pPr marL="312919" indent="-273805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9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2pPr>
      <a:lvl3pPr marL="52898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3pPr>
      <a:lvl4pPr marL="735733" indent="-206751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4pPr>
      <a:lvl5pPr marL="944346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5pPr>
      <a:lvl6pPr marL="1152958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tabLst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6pPr>
      <a:lvl7pPr marL="136902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7pPr>
      <a:lvl8pPr marL="4023246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9678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433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866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9298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731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2164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8597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5029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91462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FAA1A-7425-445B-A96C-7A21DDF34170}" type="datetime1">
              <a:rPr lang="da-DK" smtClean="0"/>
              <a:t>23-09-2025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74983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272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1610710" y="1451929"/>
            <a:ext cx="8970890" cy="4737441"/>
          </a:xfrm>
        </p:spPr>
        <p:txBody>
          <a:bodyPr/>
          <a:lstStyle/>
          <a:p>
            <a:r>
              <a:rPr lang="da-DK" i="1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Hvis magnetfeltets styrke ændres, vil der induceres en elektromotorisk kraft langs den lukket linje.</a:t>
            </a:r>
          </a:p>
          <a:p>
            <a:r>
              <a:rPr lang="da-DK" i="1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Størrelsen af den elektromotorisk kraft afhænger af  feltlinjernes ændringshastighed</a:t>
            </a:r>
            <a:r>
              <a:rPr lang="da-DK" b="0" i="1" kern="150" dirty="0">
                <a:solidFill>
                  <a:srgbClr val="00B050"/>
                </a:solidFill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da-DK" i="1" kern="150" dirty="0">
              <a:solidFill>
                <a:srgbClr val="00B050"/>
              </a:solidFill>
              <a:latin typeface="Cambria Math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kern="150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dirty="0"/>
          </a:p>
          <a:p>
            <a:r>
              <a:rPr lang="da-DK" sz="2100" dirty="0"/>
              <a:t>	</a:t>
            </a:r>
          </a:p>
          <a:p>
            <a:endParaRPr lang="da-DK" sz="2100" dirty="0"/>
          </a:p>
          <a:p>
            <a:endParaRPr lang="da-DK" sz="2100" dirty="0"/>
          </a:p>
          <a:p>
            <a:endParaRPr lang="da-DK" sz="2100" dirty="0"/>
          </a:p>
          <a:p>
            <a:endParaRPr lang="da-DK" sz="2100" dirty="0"/>
          </a:p>
          <a:p>
            <a:endParaRPr lang="da-DK" sz="2100" dirty="0"/>
          </a:p>
          <a:p>
            <a:endParaRPr lang="da-DK" sz="2100" dirty="0"/>
          </a:p>
          <a:p>
            <a:r>
              <a:rPr lang="da-DK" sz="2100" dirty="0"/>
              <a:t>	</a:t>
            </a:r>
            <a:endParaRPr lang="da-DK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638127" y="583038"/>
            <a:ext cx="9090889" cy="480067"/>
          </a:xfrm>
        </p:spPr>
        <p:txBody>
          <a:bodyPr/>
          <a:lstStyle/>
          <a:p>
            <a:r>
              <a:rPr lang="da-DK" dirty="0"/>
              <a:t>Induktion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0E84C481-9C1A-77F2-6637-30B6C3BEA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048" y="2789499"/>
            <a:ext cx="6868232" cy="3245429"/>
          </a:xfrm>
          <a:prstGeom prst="rect">
            <a:avLst/>
          </a:prstGeom>
        </p:spPr>
      </p:pic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A4724EFA-7871-3356-52B7-09560E9FD1A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9C5B98B-B3AC-4C3D-B96C-8053B17B5A08}" type="datetime1">
              <a:rPr lang="da-DK" smtClean="0"/>
              <a:t>23-09-2025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5598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3</a:t>
            </a:fld>
            <a:endParaRPr lang="da-D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565516" y="1063105"/>
                <a:ext cx="9060967" cy="5066897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a-DK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</m:d>
                      <m:r>
                        <a:rPr lang="da-DK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da-DK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𝛗</m:t>
                          </m:r>
                        </m:num>
                        <m:den>
                          <m:r>
                            <a:rPr lang="da-DK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m:rPr>
                          <m:nor/>
                        </m:rPr>
                        <a:rPr lang="da-DK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     </m:t>
                      </m:r>
                      <m:r>
                        <m:rPr>
                          <m:nor/>
                        </m:rPr>
                        <a:rPr lang="da-DK">
                          <a:solidFill>
                            <a:schemeClr val="tx1"/>
                          </a:solidFill>
                        </a:rPr>
                        <m:t>	</m:t>
                      </m:r>
                      <m:r>
                        <m:rPr>
                          <m:nor/>
                        </m:rPr>
                        <a:rPr lang="da-DK">
                          <a:solidFill>
                            <a:schemeClr val="tx1"/>
                          </a:solidFill>
                        </a:rPr>
                        <m:t>V</m:t>
                      </m:r>
                      <m:r>
                        <a:rPr lang="da-DK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𝑾𝒃</m:t>
                          </m:r>
                        </m:num>
                        <m:den>
                          <m:r>
                            <a:rPr lang="da-DK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  <m:r>
                        <m:rPr>
                          <m:nor/>
                        </m:rPr>
                        <a:rPr lang="da-DK">
                          <a:solidFill>
                            <a:schemeClr val="tx1"/>
                          </a:solidFill>
                        </a:rPr>
                        <m:t> </m:t>
                      </m:r>
                    </m:oMath>
                  </m:oMathPara>
                </a14:m>
                <a:endParaRPr lang="da-DK" dirty="0">
                  <a:solidFill>
                    <a:schemeClr val="tx1"/>
                  </a:solidFill>
                </a:endParaRPr>
              </a:p>
              <a:p>
                <a:endParaRPr lang="da-DK" dirty="0">
                  <a:solidFill>
                    <a:schemeClr val="tx1"/>
                  </a:solidFill>
                </a:endParaRPr>
              </a:p>
              <a:p>
                <a:r>
                  <a:rPr lang="da-DK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Formel udledes:</a:t>
                </a:r>
              </a:p>
              <a:p>
                <a14:m>
                  <m:oMath xmlns:m="http://schemas.openxmlformats.org/officeDocument/2006/math"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𝑩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num>
                      <m:den>
                        <m:r>
                          <a:rPr lang="da-DK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den>
                    </m:f>
                  </m:oMath>
                </a14:m>
                <a:r>
                  <a:rPr lang="da-DK" kern="15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	=&gt;	</a:t>
                </a:r>
                <a14:m>
                  <m:oMath xmlns:m="http://schemas.openxmlformats.org/officeDocument/2006/math"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𝚫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𝝓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𝑩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endParaRPr lang="da-DK" kern="15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𝚫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𝝓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𝑩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𝒍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𝚫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𝒔</m:t>
                    </m:r>
                  </m:oMath>
                </a14:m>
                <a:r>
                  <a:rPr lang="da-DK" kern="15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	da     </a:t>
                </a:r>
                <a14:m>
                  <m:oMath xmlns:m="http://schemas.openxmlformats.org/officeDocument/2006/math">
                    <m:r>
                      <a:rPr lang="da-DK" b="1" i="1" kern="15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𝒍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𝚫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𝒔</m:t>
                    </m:r>
                  </m:oMath>
                </a14:m>
                <a:endParaRPr lang="da-DK" kern="15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𝚫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𝝓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𝑩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𝒍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𝒗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𝚫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𝒕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</m:t>
                    </m:r>
                  </m:oMath>
                </a14:m>
                <a:r>
                  <a:rPr lang="da-DK" kern="15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da    </a:t>
                </a:r>
                <a14:m>
                  <m:oMath xmlns:m="http://schemas.openxmlformats.org/officeDocument/2006/math">
                    <m:r>
                      <a:rPr lang="da-DK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𝒗</m:t>
                    </m:r>
                    <m:r>
                      <a:rPr lang="da-DK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𝚫</m:t>
                        </m:r>
                        <m:r>
                          <a:rPr lang="da-DK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𝒔</m:t>
                        </m:r>
                      </m:num>
                      <m:den>
                        <m:r>
                          <a:rPr lang="da-DK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𝚫</m:t>
                        </m:r>
                        <m:r>
                          <a:rPr lang="da-DK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den>
                    </m:f>
                  </m:oMath>
                </a14:m>
                <a:r>
                  <a:rPr lang="da-DK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=&gt; </a:t>
                </a:r>
                <a14:m>
                  <m:oMath xmlns:m="http://schemas.openxmlformats.org/officeDocument/2006/math">
                    <m:r>
                      <a:rPr lang="da-DK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𝚫</m:t>
                    </m:r>
                    <m:r>
                      <a:rPr lang="da-DK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𝒔</m:t>
                    </m:r>
                    <m:r>
                      <a:rPr lang="da-DK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a-DK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𝒗</m:t>
                    </m:r>
                    <m:r>
                      <a:rPr lang="da-DK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𝚫</m:t>
                    </m:r>
                    <m:r>
                      <a:rPr lang="da-DK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𝒕</m:t>
                    </m:r>
                  </m:oMath>
                </a14:m>
                <a:endParaRPr lang="da-DK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da-DK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𝑩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𝒍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da-DK" kern="15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	da     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𝚫</m:t>
                        </m:r>
                        <m:r>
                          <a:rPr lang="da-DK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num>
                      <m:den>
                        <m:r>
                          <a:rPr lang="da-DK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𝚫</m:t>
                        </m:r>
                        <m:r>
                          <a:rPr lang="da-DK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den>
                    </m:f>
                  </m:oMath>
                </a14:m>
                <a:endParaRPr lang="da-DK" kern="15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da-DK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Dette er størrelsen af den elektromotoriske kraft, som induceres, når lederen </a:t>
                </a:r>
              </a:p>
              <a:p>
                <a:r>
                  <a:rPr lang="da-DK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bevæges med konstant hastighed i homogent magnetfelt.</a:t>
                </a:r>
              </a:p>
              <a:p>
                <a:endParaRPr lang="da-DK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565516" y="1063105"/>
                <a:ext cx="9060967" cy="5066897"/>
              </a:xfrm>
              <a:blipFill>
                <a:blip r:embed="rId2"/>
                <a:stretch>
                  <a:fillRect l="-404" b="-84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11" name="Billede 10">
            <a:extLst>
              <a:ext uri="{FF2B5EF4-FFF2-40B4-BE49-F238E27FC236}">
                <a16:creationId xmlns:a16="http://schemas.microsoft.com/office/drawing/2014/main" id="{13A5A1C8-07A2-C400-09E2-6FCC9B0CC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117" y="1547447"/>
            <a:ext cx="3569138" cy="2149771"/>
          </a:xfrm>
          <a:prstGeom prst="rect">
            <a:avLst/>
          </a:prstGeom>
        </p:spPr>
      </p:pic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3C76E8FE-7603-19AC-2AE3-C001C3E4927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3DAEC56-2B4C-40F8-8EB9-2E0587E279EF}" type="datetime1">
              <a:rPr lang="da-DK" smtClean="0"/>
              <a:t>23-09-2025</a:t>
            </a:fld>
            <a:endParaRPr lang="da-DK" dirty="0"/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A830F1B0-DD32-1BE9-12C4-5E8769E40D6A}"/>
              </a:ext>
            </a:extLst>
          </p:cNvPr>
          <p:cNvSpPr txBox="1">
            <a:spLocks/>
          </p:cNvSpPr>
          <p:nvPr/>
        </p:nvSpPr>
        <p:spPr>
          <a:xfrm>
            <a:off x="638127" y="583038"/>
            <a:ext cx="9090889" cy="480067"/>
          </a:xfrm>
          <a:prstGeom prst="rect">
            <a:avLst/>
          </a:prstGeom>
        </p:spPr>
        <p:txBody>
          <a:bodyPr vert="horz" lIns="107287" tIns="53643" rIns="107287" bIns="53643" rtlCol="0" anchor="ctr">
            <a:noAutofit/>
          </a:bodyPr>
          <a:lstStyle>
            <a:lvl1pPr marL="420951" indent="-420951" algn="l" defTabSz="1072866" rtl="0" eaLnBrk="1" latinLnBrk="0" hangingPunct="1">
              <a:spcBef>
                <a:spcPct val="0"/>
              </a:spcBef>
              <a:buClr>
                <a:schemeClr val="tx2"/>
              </a:buClr>
              <a:buFont typeface="+mj-lt"/>
              <a:buNone/>
              <a:defRPr sz="2300" b="1" kern="1200" baseline="0">
                <a:solidFill>
                  <a:srgbClr val="006273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da-DK" dirty="0"/>
              <a:t>Induceret elektromotorisk kraft i en leder</a:t>
            </a:r>
          </a:p>
        </p:txBody>
      </p:sp>
    </p:spTree>
    <p:extLst>
      <p:ext uri="{BB962C8B-B14F-4D97-AF65-F5344CB8AC3E}">
        <p14:creationId xmlns:p14="http://schemas.microsoft.com/office/powerpoint/2010/main" val="1575408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4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580478" y="1242489"/>
                <a:ext cx="9060967" cy="5066897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2400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da-DK" sz="2400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a-DK" sz="2400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da-DK" sz="2400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2400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da-DK" sz="2400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da-DK" sz="2400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𝑣</m:t>
                      </m:r>
                    </m:oMath>
                  </m:oMathPara>
                </a14:m>
                <a:endParaRPr lang="da-DK" sz="2400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da-DK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Dette er </a:t>
                </a:r>
                <a:r>
                  <a:rPr lang="da-DK" u="sng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størrelsen</a:t>
                </a:r>
                <a:r>
                  <a:rPr lang="da-DK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af den elektromotoriske kraft, som induceres, når lederen </a:t>
                </a:r>
              </a:p>
              <a:p>
                <a:r>
                  <a:rPr lang="da-DK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bevæges med konstant hastighed i homogent magnetfelt.</a:t>
                </a:r>
              </a:p>
              <a:p>
                <a:endParaRPr lang="da-DK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da-DK" u="sng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Retningen</a:t>
                </a:r>
                <a:r>
                  <a:rPr lang="da-DK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af den elektromotoriske kraft findes ved brug af højrehåndsreglen (generatorreglen):</a:t>
                </a:r>
              </a:p>
              <a:p>
                <a:pPr marL="342900" indent="-342900">
                  <a:buAutoNum type="arabicPeriod"/>
                </a:pPr>
                <a:r>
                  <a:rPr lang="da-DK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Hold højre hånd langs lederen.</a:t>
                </a:r>
              </a:p>
              <a:p>
                <a:pPr marL="342900" indent="-342900">
                  <a:buAutoNum type="arabicPeriod"/>
                </a:pPr>
                <a:r>
                  <a:rPr lang="da-DK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Feltlinjerne skal gå ind i håndfladen.</a:t>
                </a:r>
              </a:p>
              <a:p>
                <a:pPr marL="342900" indent="-342900">
                  <a:buAutoNum type="arabicPeriod"/>
                </a:pPr>
                <a:r>
                  <a:rPr lang="da-DK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Tommelfingeren skal pege i lederens bevægelsesretning.</a:t>
                </a:r>
              </a:p>
              <a:p>
                <a:endParaRPr lang="da-DK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da-DK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Nu er fingrene i den induceret spændings retning.</a:t>
                </a:r>
              </a:p>
              <a:p>
                <a:endParaRPr lang="da-DK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580478" y="1242489"/>
                <a:ext cx="9060967" cy="5066897"/>
              </a:xfrm>
              <a:blipFill>
                <a:blip r:embed="rId2"/>
                <a:stretch>
                  <a:fillRect l="-40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11" name="Billede 10">
            <a:extLst>
              <a:ext uri="{FF2B5EF4-FFF2-40B4-BE49-F238E27FC236}">
                <a16:creationId xmlns:a16="http://schemas.microsoft.com/office/drawing/2014/main" id="{13A5A1C8-07A2-C400-09E2-6FCC9B0CC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955" y="3588455"/>
            <a:ext cx="3569138" cy="2149771"/>
          </a:xfrm>
          <a:prstGeom prst="rect">
            <a:avLst/>
          </a:prstGeom>
        </p:spPr>
      </p:pic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D83AF2F6-B0D7-D757-1582-03E8C516E75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2B8B926-21F0-4D6B-B6FF-F8C231B290BB}" type="datetime1">
              <a:rPr lang="da-DK" smtClean="0"/>
              <a:t>23-09-2025</a:t>
            </a:fld>
            <a:endParaRPr lang="da-DK" dirty="0"/>
          </a:p>
        </p:txBody>
      </p:sp>
      <p:sp>
        <p:nvSpPr>
          <p:cNvPr id="10" name="Titel 3">
            <a:extLst>
              <a:ext uri="{FF2B5EF4-FFF2-40B4-BE49-F238E27FC236}">
                <a16:creationId xmlns:a16="http://schemas.microsoft.com/office/drawing/2014/main" id="{2829BB99-60FE-7ACC-004C-469CBB199ACC}"/>
              </a:ext>
            </a:extLst>
          </p:cNvPr>
          <p:cNvSpPr txBox="1">
            <a:spLocks/>
          </p:cNvSpPr>
          <p:nvPr/>
        </p:nvSpPr>
        <p:spPr>
          <a:xfrm>
            <a:off x="638127" y="583038"/>
            <a:ext cx="9090889" cy="480067"/>
          </a:xfrm>
          <a:prstGeom prst="rect">
            <a:avLst/>
          </a:prstGeom>
        </p:spPr>
        <p:txBody>
          <a:bodyPr vert="horz" lIns="107287" tIns="53643" rIns="107287" bIns="53643" rtlCol="0" anchor="ctr">
            <a:noAutofit/>
          </a:bodyPr>
          <a:lstStyle>
            <a:lvl1pPr marL="420951" indent="-420951" algn="l" defTabSz="1072866" rtl="0" eaLnBrk="1" latinLnBrk="0" hangingPunct="1">
              <a:spcBef>
                <a:spcPct val="0"/>
              </a:spcBef>
              <a:buClr>
                <a:schemeClr val="tx2"/>
              </a:buClr>
              <a:buFont typeface="+mj-lt"/>
              <a:buNone/>
              <a:defRPr sz="2300" b="1" kern="1200" baseline="0">
                <a:solidFill>
                  <a:srgbClr val="006273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da-DK" dirty="0"/>
              <a:t>Induceret elektromotorisk kraft i en leder</a:t>
            </a:r>
          </a:p>
        </p:txBody>
      </p:sp>
    </p:spTree>
    <p:extLst>
      <p:ext uri="{BB962C8B-B14F-4D97-AF65-F5344CB8AC3E}">
        <p14:creationId xmlns:p14="http://schemas.microsoft.com/office/powerpoint/2010/main" val="3764331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5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580478" y="1242489"/>
                <a:ext cx="9060967" cy="5066897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𝑲𝒂𝒏</m:t>
                      </m:r>
                      <m:r>
                        <a:rPr lang="da-DK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𝒏𝒐𝒈𝒆𝒏</m:t>
                      </m:r>
                      <m:r>
                        <a:rPr lang="da-DK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𝒉𝒖𝒔𝒌𝒆</m:t>
                      </m:r>
                      <m:r>
                        <a:rPr lang="da-DK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𝒄𝒚𝒌𝒆𝒍𝒅𝒚𝒏𝒂𝒎𝒐𝒆𝒏</m:t>
                      </m:r>
                      <m:r>
                        <a:rPr lang="da-DK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?</m:t>
                      </m:r>
                    </m:oMath>
                  </m:oMathPara>
                </a14:m>
                <a:endParaRPr lang="da-DK" sz="1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580478" y="1242489"/>
                <a:ext cx="9060967" cy="506689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B5DEF3A1-A5B2-15CB-6115-97C3B2A14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252" y="2106962"/>
            <a:ext cx="5257800" cy="3267075"/>
          </a:xfrm>
          <a:prstGeom prst="rect">
            <a:avLst/>
          </a:prstGeom>
        </p:spPr>
      </p:pic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ABB8D97B-3ED3-8FC9-57A0-5AED11650CE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F6CE181-18DD-49FA-8C4F-F6DC7113C2BF}" type="datetime1">
              <a:rPr lang="da-DK" smtClean="0"/>
              <a:t>23-09-2025</a:t>
            </a:fld>
            <a:endParaRPr lang="da-DK" dirty="0"/>
          </a:p>
        </p:txBody>
      </p:sp>
      <p:sp>
        <p:nvSpPr>
          <p:cNvPr id="11" name="Titel 3">
            <a:extLst>
              <a:ext uri="{FF2B5EF4-FFF2-40B4-BE49-F238E27FC236}">
                <a16:creationId xmlns:a16="http://schemas.microsoft.com/office/drawing/2014/main" id="{46DB94E3-8F6D-BDE7-A11D-C38887F24B06}"/>
              </a:ext>
            </a:extLst>
          </p:cNvPr>
          <p:cNvSpPr txBox="1">
            <a:spLocks/>
          </p:cNvSpPr>
          <p:nvPr/>
        </p:nvSpPr>
        <p:spPr>
          <a:xfrm>
            <a:off x="638127" y="583038"/>
            <a:ext cx="9090889" cy="480067"/>
          </a:xfrm>
          <a:prstGeom prst="rect">
            <a:avLst/>
          </a:prstGeom>
        </p:spPr>
        <p:txBody>
          <a:bodyPr vert="horz" lIns="107287" tIns="53643" rIns="107287" bIns="53643" rtlCol="0" anchor="ctr">
            <a:noAutofit/>
          </a:bodyPr>
          <a:lstStyle>
            <a:lvl1pPr marL="420951" indent="-420951" algn="l" defTabSz="1072866" rtl="0" eaLnBrk="1" latinLnBrk="0" hangingPunct="1">
              <a:spcBef>
                <a:spcPct val="0"/>
              </a:spcBef>
              <a:buClr>
                <a:schemeClr val="tx2"/>
              </a:buClr>
              <a:buFont typeface="+mj-lt"/>
              <a:buNone/>
              <a:defRPr sz="2300" b="1" kern="1200" baseline="0">
                <a:solidFill>
                  <a:srgbClr val="006273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da-DK" dirty="0"/>
              <a:t>Induceret elektromotorisk kraft i en leder</a:t>
            </a:r>
          </a:p>
        </p:txBody>
      </p:sp>
    </p:spTree>
    <p:extLst>
      <p:ext uri="{BB962C8B-B14F-4D97-AF65-F5344CB8AC3E}">
        <p14:creationId xmlns:p14="http://schemas.microsoft.com/office/powerpoint/2010/main" val="1169262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6E9F3C4D-BC50-CD2F-F678-F1A3DAFD1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6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935CAF5-2A88-3403-7911-9A70D50C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801" y="1040929"/>
            <a:ext cx="9090889" cy="480067"/>
          </a:xfrm>
        </p:spPr>
        <p:txBody>
          <a:bodyPr/>
          <a:lstStyle/>
          <a:p>
            <a:r>
              <a:rPr lang="da-DK" dirty="0"/>
              <a:t>Repetition</a:t>
            </a:r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9351D02-BFAB-E7F1-31A8-81681FF58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C5601AE5-E9F8-3CFA-743C-9EAF570F2E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3981" y="1586044"/>
            <a:ext cx="8984084" cy="4367604"/>
          </a:xfrm>
        </p:spPr>
        <p:txBody>
          <a:bodyPr/>
          <a:lstStyle/>
          <a:p>
            <a:pPr algn="l"/>
            <a:r>
              <a:rPr lang="da-DK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1. </a:t>
            </a:r>
            <a:r>
              <a:rPr lang="da-DK" i="0" dirty="0">
                <a:solidFill>
                  <a:srgbClr val="000000"/>
                </a:solidFill>
                <a:effectLst/>
                <a:latin typeface="+mn-lt"/>
              </a:rPr>
              <a:t>Hvordan</a:t>
            </a:r>
            <a:r>
              <a:rPr lang="da-DK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anvendes generatorreglen, og hvad viser den?</a:t>
            </a:r>
          </a:p>
          <a:p>
            <a:pPr algn="l"/>
            <a:r>
              <a:rPr lang="da-DK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2. Hvad afhænger størrelsen af den inducerede spænding af?</a:t>
            </a:r>
          </a:p>
          <a:p>
            <a:pPr algn="l"/>
            <a:endParaRPr lang="da-DK" kern="100" dirty="0">
              <a:solidFill>
                <a:schemeClr val="tx1"/>
              </a:solidFill>
              <a:ea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da-DK" kern="100" dirty="0">
              <a:solidFill>
                <a:schemeClr val="tx1"/>
              </a:solidFill>
              <a:ea typeface="Calibri" panose="020F0502020204030204" pitchFamily="34" charset="0"/>
            </a:endParaRPr>
          </a:p>
          <a:p>
            <a:pPr marL="342900" indent="-342900">
              <a:buAutoNum type="arabicPeriod"/>
            </a:pPr>
            <a:endParaRPr lang="da-DK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dirty="0">
              <a:solidFill>
                <a:srgbClr val="00B050"/>
              </a:solidFill>
            </a:endParaRPr>
          </a:p>
          <a:p>
            <a:endParaRPr lang="da-DK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E15701E7-D0C6-A253-A088-A4715C007AE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7CFD0F3-D7EB-4B95-89DA-177D0D91F27C}" type="datetime1">
              <a:rPr lang="da-DK" smtClean="0"/>
              <a:t>23-09-2025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92432768"/>
      </p:ext>
    </p:extLst>
  </p:cSld>
  <p:clrMapOvr>
    <a:masterClrMapping/>
  </p:clrMapOvr>
</p:sld>
</file>

<file path=ppt/theme/theme1.xml><?xml version="1.0" encoding="utf-8"?>
<a:theme xmlns:a="http://schemas.openxmlformats.org/drawingml/2006/main" name="MARTEC">
  <a:themeElements>
    <a:clrScheme name="Shrpa farver">
      <a:dk1>
        <a:sysClr val="windowText" lastClr="000000"/>
      </a:dk1>
      <a:lt1>
        <a:sysClr val="window" lastClr="FFFFFF"/>
      </a:lt1>
      <a:dk2>
        <a:srgbClr val="0080DB"/>
      </a:dk2>
      <a:lt2>
        <a:srgbClr val="FFFFFF"/>
      </a:lt2>
      <a:accent1>
        <a:srgbClr val="BDCCD4"/>
      </a:accent1>
      <a:accent2>
        <a:srgbClr val="756A86"/>
      </a:accent2>
      <a:accent3>
        <a:srgbClr val="CCCCCC"/>
      </a:accent3>
      <a:accent4>
        <a:srgbClr val="727A8F"/>
      </a:accent4>
      <a:accent5>
        <a:srgbClr val="84C5CB"/>
      </a:accent5>
      <a:accent6>
        <a:srgbClr val="C8DFD8"/>
      </a:accent6>
      <a:hlink>
        <a:srgbClr val="0080DB"/>
      </a:hlink>
      <a:folHlink>
        <a:srgbClr val="808080"/>
      </a:folHlink>
    </a:clrScheme>
    <a:fontScheme name="Shrp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rtec - powerpoint skabelon_v4.potx" id="{7FFBE45C-995A-4409-9C30-AEA82B7B07D3}" vid="{4AC428D2-6199-44D7-8EC8-CD674AB0AFCC}"/>
    </a:ext>
  </a:extLst>
</a:theme>
</file>

<file path=ppt/theme/theme2.xml><?xml version="1.0" encoding="utf-8"?>
<a:theme xmlns:a="http://schemas.openxmlformats.org/drawingml/2006/main" name="Office 2013 – 2022 Tema">
  <a:themeElements>
    <a:clrScheme name="Office 2013 – 2022 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 T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 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5C8CDECDFE604A9828CFDC608EFB56" ma:contentTypeVersion="13" ma:contentTypeDescription="Opret et nyt dokument." ma:contentTypeScope="" ma:versionID="e5786a71ccba6fd5eae826ad368fd2a7">
  <xsd:schema xmlns:xsd="http://www.w3.org/2001/XMLSchema" xmlns:xs="http://www.w3.org/2001/XMLSchema" xmlns:p="http://schemas.microsoft.com/office/2006/metadata/properties" xmlns:ns2="52776432-5f6f-4461-a773-af4277ea9cc4" xmlns:ns3="b112c056-f141-4248-a46f-e5f0219ad1a7" targetNamespace="http://schemas.microsoft.com/office/2006/metadata/properties" ma:root="true" ma:fieldsID="772453836f661fba2ac2fe97a8e00cb1" ns2:_="" ns3:_="">
    <xsd:import namespace="52776432-5f6f-4461-a773-af4277ea9cc4"/>
    <xsd:import namespace="b112c056-f141-4248-a46f-e5f0219ad1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76432-5f6f-4461-a773-af4277ea9c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ledmærker" ma:readOnly="false" ma:fieldId="{5cf76f15-5ced-4ddc-b409-7134ff3c332f}" ma:taxonomyMulti="true" ma:sspId="6bcb8b38-6e7a-4c58-8596-3803d9a7ba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12c056-f141-4248-a46f-e5f0219ad1a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c1d1a0f5-b42e-4dcc-a771-72dc4fda9f68}" ma:internalName="TaxCatchAll" ma:showField="CatchAllData" ma:web="b112c056-f141-4248-a46f-e5f0219ad1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BECE45-9F9C-4D82-A0EC-B15422376A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76432-5f6f-4461-a773-af4277ea9cc4"/>
    <ds:schemaRef ds:uri="b112c056-f141-4248-a46f-e5f0219ad1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3281DF-0A79-498F-9EC4-86DB097C14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Præsentation</Template>
  <TotalTime>4750</TotalTime>
  <Words>257</Words>
  <Application>Microsoft Office PowerPoint</Application>
  <PresentationFormat>Widescreen</PresentationFormat>
  <Paragraphs>66</Paragraphs>
  <Slides>6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2</vt:i4>
      </vt:variant>
      <vt:variant>
        <vt:lpstr>Slidetitler</vt:lpstr>
      </vt:variant>
      <vt:variant>
        <vt:i4>6</vt:i4>
      </vt:variant>
    </vt:vector>
  </HeadingPairs>
  <TitlesOfParts>
    <vt:vector size="14" baseType="lpstr">
      <vt:lpstr>Calibri Light</vt:lpstr>
      <vt:lpstr>Aptos</vt:lpstr>
      <vt:lpstr>Times New Roman</vt:lpstr>
      <vt:lpstr>Calibri</vt:lpstr>
      <vt:lpstr>Arial</vt:lpstr>
      <vt:lpstr>Cambria Math</vt:lpstr>
      <vt:lpstr>MARTEC</vt:lpstr>
      <vt:lpstr>Office 2013 – 2022 Tema</vt:lpstr>
      <vt:lpstr>PowerPoint-præsentation</vt:lpstr>
      <vt:lpstr>Induktion</vt:lpstr>
      <vt:lpstr>PowerPoint-præsentation</vt:lpstr>
      <vt:lpstr>PowerPoint-præsentation</vt:lpstr>
      <vt:lpstr>PowerPoint-præsentation</vt:lpstr>
      <vt:lpstr>Repetition</vt:lpstr>
    </vt:vector>
  </TitlesOfParts>
  <Company>MARTEC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Simon Tran Agerholm</dc:creator>
  <cp:lastModifiedBy>Simon Tran Agerholm</cp:lastModifiedBy>
  <cp:revision>160</cp:revision>
  <dcterms:created xsi:type="dcterms:W3CDTF">2020-04-01T11:50:27Z</dcterms:created>
  <dcterms:modified xsi:type="dcterms:W3CDTF">2025-09-23T20:51:54Z</dcterms:modified>
</cp:coreProperties>
</file>